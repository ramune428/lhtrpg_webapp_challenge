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62" r:id="rId5"/>
    <p:sldId id="265" r:id="rId6"/>
    <p:sldId id="263" r:id="rId7"/>
    <p:sldId id="264" r:id="rId8"/>
    <p:sldId id="266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5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A640BC-8F80-40F9-B50F-545CB9213F0C}" v="39" dt="2026-05-20T16:09:19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>
      <p:cViewPr varScale="1">
        <p:scale>
          <a:sx n="27" d="100"/>
          <a:sy n="27" d="100"/>
        </p:scale>
        <p:origin x="72" y="10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克利 寳迫" userId="d1807dd80cee582b" providerId="LiveId" clId="{F79782EE-D85D-46E2-B3E9-FAE15D6BED98}"/>
    <pc:docChg chg="undo custSel addSld modSld">
      <pc:chgData name="克利 寳迫" userId="d1807dd80cee582b" providerId="LiveId" clId="{F79782EE-D85D-46E2-B3E9-FAE15D6BED98}" dt="2026-05-20T16:09:19.711" v="329"/>
      <pc:docMkLst>
        <pc:docMk/>
      </pc:docMkLst>
      <pc:sldChg chg="addSp delSp modSp mod">
        <pc:chgData name="克利 寳迫" userId="d1807dd80cee582b" providerId="LiveId" clId="{F79782EE-D85D-46E2-B3E9-FAE15D6BED98}" dt="2026-05-20T15:53:19.799" v="305"/>
        <pc:sldMkLst>
          <pc:docMk/>
          <pc:sldMk cId="1896282833" sldId="270"/>
        </pc:sldMkLst>
        <pc:spChg chg="add del mod">
          <ac:chgData name="克利 寳迫" userId="d1807dd80cee582b" providerId="LiveId" clId="{F79782EE-D85D-46E2-B3E9-FAE15D6BED98}" dt="2026-05-20T15:52:27.166" v="284" actId="478"/>
          <ac:spMkLst>
            <pc:docMk/>
            <pc:sldMk cId="1896282833" sldId="270"/>
            <ac:spMk id="6" creationId="{25618F3C-95F9-AF0A-F824-E74739EC0F6E}"/>
          </ac:spMkLst>
        </pc:spChg>
        <pc:spChg chg="add mod ord">
          <ac:chgData name="克利 寳迫" userId="d1807dd80cee582b" providerId="LiveId" clId="{F79782EE-D85D-46E2-B3E9-FAE15D6BED98}" dt="2026-05-20T15:53:19.799" v="305"/>
          <ac:spMkLst>
            <pc:docMk/>
            <pc:sldMk cId="1896282833" sldId="270"/>
            <ac:spMk id="9" creationId="{01CE8B1A-7AC7-9D1E-10CE-ACA3234A23B3}"/>
          </ac:spMkLst>
        </pc:spChg>
        <pc:spChg chg="mod">
          <ac:chgData name="克利 寳迫" userId="d1807dd80cee582b" providerId="LiveId" clId="{F79782EE-D85D-46E2-B3E9-FAE15D6BED98}" dt="2026-05-20T15:52:24.895" v="283" actId="571"/>
          <ac:spMkLst>
            <pc:docMk/>
            <pc:sldMk cId="1896282833" sldId="270"/>
            <ac:spMk id="28" creationId="{82EFC521-04B3-A544-B2A4-7B412D68067E}"/>
          </ac:spMkLst>
        </pc:spChg>
        <pc:spChg chg="mod">
          <ac:chgData name="克利 寳迫" userId="d1807dd80cee582b" providerId="LiveId" clId="{F79782EE-D85D-46E2-B3E9-FAE15D6BED98}" dt="2026-05-20T15:52:24.895" v="283" actId="571"/>
          <ac:spMkLst>
            <pc:docMk/>
            <pc:sldMk cId="1896282833" sldId="270"/>
            <ac:spMk id="33" creationId="{3B945DF4-4807-DD83-FE6D-A22E020EA53E}"/>
          </ac:spMkLst>
        </pc:spChg>
        <pc:spChg chg="mod">
          <ac:chgData name="克利 寳迫" userId="d1807dd80cee582b" providerId="LiveId" clId="{F79782EE-D85D-46E2-B3E9-FAE15D6BED98}" dt="2026-05-20T15:52:24.895" v="283" actId="571"/>
          <ac:spMkLst>
            <pc:docMk/>
            <pc:sldMk cId="1896282833" sldId="270"/>
            <ac:spMk id="34" creationId="{8DAE86F7-ED40-C142-4AD4-A28F50B75186}"/>
          </ac:spMkLst>
        </pc:spChg>
        <pc:spChg chg="del">
          <ac:chgData name="克利 寳迫" userId="d1807dd80cee582b" providerId="LiveId" clId="{F79782EE-D85D-46E2-B3E9-FAE15D6BED98}" dt="2026-05-20T15:51:42.775" v="269" actId="478"/>
          <ac:spMkLst>
            <pc:docMk/>
            <pc:sldMk cId="1896282833" sldId="270"/>
            <ac:spMk id="35" creationId="{3C7037D3-860C-C58D-AC0F-299DBA81919F}"/>
          </ac:spMkLst>
        </pc:spChg>
        <pc:spChg chg="mod">
          <ac:chgData name="克利 寳迫" userId="d1807dd80cee582b" providerId="LiveId" clId="{F79782EE-D85D-46E2-B3E9-FAE15D6BED98}" dt="2026-05-20T15:52:24.895" v="283" actId="571"/>
          <ac:spMkLst>
            <pc:docMk/>
            <pc:sldMk cId="1896282833" sldId="270"/>
            <ac:spMk id="37" creationId="{B8AB9CC2-1187-A04F-8E08-52F86CC8C888}"/>
          </ac:spMkLst>
        </pc:spChg>
        <pc:spChg chg="mod">
          <ac:chgData name="克利 寳迫" userId="d1807dd80cee582b" providerId="LiveId" clId="{F79782EE-D85D-46E2-B3E9-FAE15D6BED98}" dt="2026-05-20T15:52:24.895" v="283" actId="571"/>
          <ac:spMkLst>
            <pc:docMk/>
            <pc:sldMk cId="1896282833" sldId="270"/>
            <ac:spMk id="38" creationId="{A124CAFD-D2FD-5BB6-3A36-0F7C7E54BC8B}"/>
          </ac:spMkLst>
        </pc:spChg>
        <pc:spChg chg="del">
          <ac:chgData name="克利 寳迫" userId="d1807dd80cee582b" providerId="LiveId" clId="{F79782EE-D85D-46E2-B3E9-FAE15D6BED98}" dt="2026-05-20T15:51:41.149" v="268" actId="478"/>
          <ac:spMkLst>
            <pc:docMk/>
            <pc:sldMk cId="1896282833" sldId="270"/>
            <ac:spMk id="39" creationId="{ABF2B896-DEBA-76BC-4A98-CF9CE3C2DD91}"/>
          </ac:spMkLst>
        </pc:spChg>
        <pc:spChg chg="mod">
          <ac:chgData name="克利 寳迫" userId="d1807dd80cee582b" providerId="LiveId" clId="{F79782EE-D85D-46E2-B3E9-FAE15D6BED98}" dt="2026-05-20T15:52:24.895" v="283" actId="571"/>
          <ac:spMkLst>
            <pc:docMk/>
            <pc:sldMk cId="1896282833" sldId="270"/>
            <ac:spMk id="41" creationId="{4921E6F5-3086-5ACA-48AE-1EE7A949899F}"/>
          </ac:spMkLst>
        </pc:spChg>
        <pc:spChg chg="del mod">
          <ac:chgData name="克利 寳迫" userId="d1807dd80cee582b" providerId="LiveId" clId="{F79782EE-D85D-46E2-B3E9-FAE15D6BED98}" dt="2026-05-20T15:52:27.166" v="284" actId="478"/>
          <ac:spMkLst>
            <pc:docMk/>
            <pc:sldMk cId="1896282833" sldId="270"/>
            <ac:spMk id="42" creationId="{DE7CCB65-8130-C53E-9026-73196F617BCD}"/>
          </ac:spMkLst>
        </pc:spChg>
        <pc:grpChg chg="mod">
          <ac:chgData name="克利 寳迫" userId="d1807dd80cee582b" providerId="LiveId" clId="{F79782EE-D85D-46E2-B3E9-FAE15D6BED98}" dt="2026-05-20T15:52:32.818" v="286" actId="1076"/>
          <ac:grpSpMkLst>
            <pc:docMk/>
            <pc:sldMk cId="1896282833" sldId="270"/>
            <ac:grpSpMk id="4" creationId="{D34AD894-73F6-D0BE-9775-55BC5794939C}"/>
          </ac:grpSpMkLst>
        </pc:grpChg>
        <pc:picChg chg="mod">
          <ac:chgData name="克利 寳迫" userId="d1807dd80cee582b" providerId="LiveId" clId="{F79782EE-D85D-46E2-B3E9-FAE15D6BED98}" dt="2026-05-20T15:52:24.895" v="283" actId="571"/>
          <ac:picMkLst>
            <pc:docMk/>
            <pc:sldMk cId="1896282833" sldId="270"/>
            <ac:picMk id="44" creationId="{B46A3AEA-0088-3F49-C5A2-2D610BACF850}"/>
          </ac:picMkLst>
        </pc:picChg>
        <pc:picChg chg="mod">
          <ac:chgData name="克利 寳迫" userId="d1807dd80cee582b" providerId="LiveId" clId="{F79782EE-D85D-46E2-B3E9-FAE15D6BED98}" dt="2026-05-20T15:52:13.883" v="278" actId="571"/>
          <ac:picMkLst>
            <pc:docMk/>
            <pc:sldMk cId="1896282833" sldId="270"/>
            <ac:picMk id="45" creationId="{E415B419-0472-861A-0E05-E2E5FA0C8931}"/>
          </ac:picMkLst>
        </pc:picChg>
        <pc:cxnChg chg="add del mod">
          <ac:chgData name="克利 寳迫" userId="d1807dd80cee582b" providerId="LiveId" clId="{F79782EE-D85D-46E2-B3E9-FAE15D6BED98}" dt="2026-05-20T15:52:10.429" v="277" actId="478"/>
          <ac:cxnSpMkLst>
            <pc:docMk/>
            <pc:sldMk cId="1896282833" sldId="270"/>
            <ac:cxnSpMk id="3" creationId="{6491D303-BEE3-99B9-02CF-0DC3A00E34D4}"/>
          </ac:cxnSpMkLst>
        </pc:cxnChg>
        <pc:cxnChg chg="mod">
          <ac:chgData name="克利 寳迫" userId="d1807dd80cee582b" providerId="LiveId" clId="{F79782EE-D85D-46E2-B3E9-FAE15D6BED98}" dt="2026-05-20T15:52:48.495" v="293" actId="14100"/>
          <ac:cxnSpMkLst>
            <pc:docMk/>
            <pc:sldMk cId="1896282833" sldId="270"/>
            <ac:cxnSpMk id="32" creationId="{F48CF319-1286-8005-6CDE-1348AEF0F36D}"/>
          </ac:cxnSpMkLst>
        </pc:cxnChg>
        <pc:cxnChg chg="del">
          <ac:chgData name="克利 寳迫" userId="d1807dd80cee582b" providerId="LiveId" clId="{F79782EE-D85D-46E2-B3E9-FAE15D6BED98}" dt="2026-05-20T15:51:41.149" v="268" actId="478"/>
          <ac:cxnSpMkLst>
            <pc:docMk/>
            <pc:sldMk cId="1896282833" sldId="270"/>
            <ac:cxnSpMk id="40" creationId="{9531DF12-26A9-4D7C-CE24-20585C2DD1A7}"/>
          </ac:cxnSpMkLst>
        </pc:cxnChg>
      </pc:sldChg>
      <pc:sldChg chg="delSp modSp mod">
        <pc:chgData name="克利 寳迫" userId="d1807dd80cee582b" providerId="LiveId" clId="{F79782EE-D85D-46E2-B3E9-FAE15D6BED98}" dt="2026-05-20T15:54:02.400" v="324" actId="14100"/>
        <pc:sldMkLst>
          <pc:docMk/>
          <pc:sldMk cId="1756455467" sldId="272"/>
        </pc:sldMkLst>
        <pc:spChg chg="mod">
          <ac:chgData name="克利 寳迫" userId="d1807dd80cee582b" providerId="LiveId" clId="{F79782EE-D85D-46E2-B3E9-FAE15D6BED98}" dt="2026-05-20T15:54:02.400" v="324" actId="14100"/>
          <ac:spMkLst>
            <pc:docMk/>
            <pc:sldMk cId="1756455467" sldId="272"/>
            <ac:spMk id="7" creationId="{259965BE-6F31-3694-FEC6-95C7C9701470}"/>
          </ac:spMkLst>
        </pc:spChg>
        <pc:spChg chg="del">
          <ac:chgData name="克利 寳迫" userId="d1807dd80cee582b" providerId="LiveId" clId="{F79782EE-D85D-46E2-B3E9-FAE15D6BED98}" dt="2026-05-20T15:53:40.908" v="315" actId="478"/>
          <ac:spMkLst>
            <pc:docMk/>
            <pc:sldMk cId="1756455467" sldId="272"/>
            <ac:spMk id="11" creationId="{E3E9C6BB-950B-03DC-9E58-A1C19553896C}"/>
          </ac:spMkLst>
        </pc:spChg>
        <pc:spChg chg="del">
          <ac:chgData name="克利 寳迫" userId="d1807dd80cee582b" providerId="LiveId" clId="{F79782EE-D85D-46E2-B3E9-FAE15D6BED98}" dt="2026-05-20T15:53:38.147" v="313" actId="478"/>
          <ac:spMkLst>
            <pc:docMk/>
            <pc:sldMk cId="1756455467" sldId="272"/>
            <ac:spMk id="12" creationId="{149A7462-C999-12E6-B675-F1EBA43363B5}"/>
          </ac:spMkLst>
        </pc:spChg>
        <pc:spChg chg="mod">
          <ac:chgData name="克利 寳迫" userId="d1807dd80cee582b" providerId="LiveId" clId="{F79782EE-D85D-46E2-B3E9-FAE15D6BED98}" dt="2026-05-20T15:53:44.438" v="316" actId="14100"/>
          <ac:spMkLst>
            <pc:docMk/>
            <pc:sldMk cId="1756455467" sldId="272"/>
            <ac:spMk id="14" creationId="{524FFAF7-04AC-357F-A046-B2BB65C3BDC7}"/>
          </ac:spMkLst>
        </pc:spChg>
        <pc:spChg chg="mod">
          <ac:chgData name="克利 寳迫" userId="d1807dd80cee582b" providerId="LiveId" clId="{F79782EE-D85D-46E2-B3E9-FAE15D6BED98}" dt="2026-05-20T15:53:49.493" v="320" actId="1035"/>
          <ac:spMkLst>
            <pc:docMk/>
            <pc:sldMk cId="1756455467" sldId="272"/>
            <ac:spMk id="15" creationId="{518C7AB8-C111-A4F7-5441-EAC15C81D7E8}"/>
          </ac:spMkLst>
        </pc:spChg>
        <pc:grpChg chg="mod">
          <ac:chgData name="克利 寳迫" userId="d1807dd80cee582b" providerId="LiveId" clId="{F79782EE-D85D-46E2-B3E9-FAE15D6BED98}" dt="2026-05-20T15:53:10.975" v="294" actId="1076"/>
          <ac:grpSpMkLst>
            <pc:docMk/>
            <pc:sldMk cId="1756455467" sldId="272"/>
            <ac:grpSpMk id="6" creationId="{34422385-AB94-0DDF-A3BB-0760260918A5}"/>
          </ac:grpSpMkLst>
        </pc:grpChg>
        <pc:picChg chg="mod modCrop">
          <ac:chgData name="克利 寳迫" userId="d1807dd80cee582b" providerId="LiveId" clId="{F79782EE-D85D-46E2-B3E9-FAE15D6BED98}" dt="2026-05-20T15:53:54.024" v="321" actId="732"/>
          <ac:picMkLst>
            <pc:docMk/>
            <pc:sldMk cId="1756455467" sldId="272"/>
            <ac:picMk id="16" creationId="{C68341EB-8B79-6364-A68D-2A5B6E407882}"/>
          </ac:picMkLst>
        </pc:picChg>
        <pc:cxnChg chg="mod">
          <ac:chgData name="克利 寳迫" userId="d1807dd80cee582b" providerId="LiveId" clId="{F79782EE-D85D-46E2-B3E9-FAE15D6BED98}" dt="2026-05-20T15:53:49.493" v="320" actId="1035"/>
          <ac:cxnSpMkLst>
            <pc:docMk/>
            <pc:sldMk cId="1756455467" sldId="272"/>
            <ac:cxnSpMk id="10" creationId="{EF8C64C6-AE19-3031-E195-2DA1209387ED}"/>
          </ac:cxnSpMkLst>
        </pc:cxnChg>
        <pc:cxnChg chg="del">
          <ac:chgData name="克利 寳迫" userId="d1807dd80cee582b" providerId="LiveId" clId="{F79782EE-D85D-46E2-B3E9-FAE15D6BED98}" dt="2026-05-20T15:53:39.516" v="314" actId="478"/>
          <ac:cxnSpMkLst>
            <pc:docMk/>
            <pc:sldMk cId="1756455467" sldId="272"/>
            <ac:cxnSpMk id="13" creationId="{6B218F7A-B3A4-0D88-7638-02B8215A43B1}"/>
          </ac:cxnSpMkLst>
        </pc:cxnChg>
      </pc:sldChg>
      <pc:sldChg chg="addSp delSp modSp mod">
        <pc:chgData name="克利 寳迫" userId="d1807dd80cee582b" providerId="LiveId" clId="{F79782EE-D85D-46E2-B3E9-FAE15D6BED98}" dt="2026-05-20T14:23:22.371" v="5"/>
        <pc:sldMkLst>
          <pc:docMk/>
          <pc:sldMk cId="3211206668" sldId="273"/>
        </pc:sldMkLst>
        <pc:spChg chg="add mod">
          <ac:chgData name="克利 寳迫" userId="d1807dd80cee582b" providerId="LiveId" clId="{F79782EE-D85D-46E2-B3E9-FAE15D6BED98}" dt="2026-05-20T14:23:22.371" v="5"/>
          <ac:spMkLst>
            <pc:docMk/>
            <pc:sldMk cId="3211206668" sldId="273"/>
            <ac:spMk id="2" creationId="{85DA2D8C-4CA5-FAFD-CDE5-13961094A041}"/>
          </ac:spMkLst>
        </pc:spChg>
        <pc:spChg chg="del mod">
          <ac:chgData name="克利 寳迫" userId="d1807dd80cee582b" providerId="LiveId" clId="{F79782EE-D85D-46E2-B3E9-FAE15D6BED98}" dt="2026-05-20T14:23:21.027" v="4" actId="21"/>
          <ac:spMkLst>
            <pc:docMk/>
            <pc:sldMk cId="3211206668" sldId="273"/>
            <ac:spMk id="34" creationId="{85DA2D8C-4CA5-FAFD-CDE5-13961094A041}"/>
          </ac:spMkLst>
        </pc:spChg>
      </pc:sldChg>
      <pc:sldChg chg="addSp delSp modSp new mod">
        <pc:chgData name="克利 寳迫" userId="d1807dd80cee582b" providerId="LiveId" clId="{F79782EE-D85D-46E2-B3E9-FAE15D6BED98}" dt="2026-05-20T16:09:19.711" v="329"/>
        <pc:sldMkLst>
          <pc:docMk/>
          <pc:sldMk cId="4128653299" sldId="274"/>
        </pc:sldMkLst>
        <pc:spChg chg="add mod">
          <ac:chgData name="克利 寳迫" userId="d1807dd80cee582b" providerId="LiveId" clId="{F79782EE-D85D-46E2-B3E9-FAE15D6BED98}" dt="2026-05-20T15:05:40.018" v="207"/>
          <ac:spMkLst>
            <pc:docMk/>
            <pc:sldMk cId="4128653299" sldId="274"/>
            <ac:spMk id="2" creationId="{9A560A32-3E6F-F6E9-44C7-81089225D15D}"/>
          </ac:spMkLst>
        </pc:spChg>
        <pc:spChg chg="del">
          <ac:chgData name="克利 寳迫" userId="d1807dd80cee582b" providerId="LiveId" clId="{F79782EE-D85D-46E2-B3E9-FAE15D6BED98}" dt="2026-05-20T14:23:13.398" v="1" actId="478"/>
          <ac:spMkLst>
            <pc:docMk/>
            <pc:sldMk cId="4128653299" sldId="274"/>
            <ac:spMk id="2" creationId="{C86739D6-A2B2-D60A-C994-E5508E5C7F27}"/>
          </ac:spMkLst>
        </pc:spChg>
        <pc:spChg chg="del">
          <ac:chgData name="克利 寳迫" userId="d1807dd80cee582b" providerId="LiveId" clId="{F79782EE-D85D-46E2-B3E9-FAE15D6BED98}" dt="2026-05-20T14:23:13.398" v="1" actId="478"/>
          <ac:spMkLst>
            <pc:docMk/>
            <pc:sldMk cId="4128653299" sldId="274"/>
            <ac:spMk id="3" creationId="{52280AD5-FED0-ACBE-E28A-4A09EC30F1A4}"/>
          </ac:spMkLst>
        </pc:spChg>
        <pc:spChg chg="add mod">
          <ac:chgData name="克利 寳迫" userId="d1807dd80cee582b" providerId="LiveId" clId="{F79782EE-D85D-46E2-B3E9-FAE15D6BED98}" dt="2026-05-20T15:06:34.905" v="222" actId="14100"/>
          <ac:spMkLst>
            <pc:docMk/>
            <pc:sldMk cId="4128653299" sldId="274"/>
            <ac:spMk id="3" creationId="{ADBB93EF-B0AF-CD72-BA95-21FE12CD3C6D}"/>
          </ac:spMkLst>
        </pc:spChg>
        <pc:spChg chg="add mod">
          <ac:chgData name="克利 寳迫" userId="d1807dd80cee582b" providerId="LiveId" clId="{F79782EE-D85D-46E2-B3E9-FAE15D6BED98}" dt="2026-05-20T15:06:14.057" v="217" actId="571"/>
          <ac:spMkLst>
            <pc:docMk/>
            <pc:sldMk cId="4128653299" sldId="274"/>
            <ac:spMk id="6" creationId="{EA27C95E-54AC-FB79-A105-0376377D36E4}"/>
          </ac:spMkLst>
        </pc:spChg>
        <pc:spChg chg="add mod">
          <ac:chgData name="克利 寳迫" userId="d1807dd80cee582b" providerId="LiveId" clId="{F79782EE-D85D-46E2-B3E9-FAE15D6BED98}" dt="2026-05-20T15:07:21.145" v="249" actId="14100"/>
          <ac:spMkLst>
            <pc:docMk/>
            <pc:sldMk cId="4128653299" sldId="274"/>
            <ac:spMk id="8" creationId="{23BBA5F6-74BB-708F-E231-F64EB82C02B3}"/>
          </ac:spMkLst>
        </pc:spChg>
        <pc:spChg chg="add del mod ord">
          <ac:chgData name="克利 寳迫" userId="d1807dd80cee582b" providerId="LiveId" clId="{F79782EE-D85D-46E2-B3E9-FAE15D6BED98}" dt="2026-05-20T14:25:43.342" v="39" actId="478"/>
          <ac:spMkLst>
            <pc:docMk/>
            <pc:sldMk cId="4128653299" sldId="274"/>
            <ac:spMk id="8" creationId="{68D8182B-5487-C606-A4B2-B0527BE80903}"/>
          </ac:spMkLst>
        </pc:spChg>
        <pc:spChg chg="add del mod">
          <ac:chgData name="克利 寳迫" userId="d1807dd80cee582b" providerId="LiveId" clId="{F79782EE-D85D-46E2-B3E9-FAE15D6BED98}" dt="2026-05-20T15:06:00.416" v="211" actId="478"/>
          <ac:spMkLst>
            <pc:docMk/>
            <pc:sldMk cId="4128653299" sldId="274"/>
            <ac:spMk id="9" creationId="{6AB54591-48CF-1E75-4095-192EBE144360}"/>
          </ac:spMkLst>
        </pc:spChg>
        <pc:spChg chg="add del mod ord topLvl">
          <ac:chgData name="克利 寳迫" userId="d1807dd80cee582b" providerId="LiveId" clId="{F79782EE-D85D-46E2-B3E9-FAE15D6BED98}" dt="2026-05-20T15:07:56.131" v="259" actId="14100"/>
          <ac:spMkLst>
            <pc:docMk/>
            <pc:sldMk cId="4128653299" sldId="274"/>
            <ac:spMk id="11" creationId="{BDCADD1E-0985-3801-AE1C-7040717B24A8}"/>
          </ac:spMkLst>
        </pc:spChg>
        <pc:spChg chg="add mod">
          <ac:chgData name="克利 寳迫" userId="d1807dd80cee582b" providerId="LiveId" clId="{F79782EE-D85D-46E2-B3E9-FAE15D6BED98}" dt="2026-05-20T15:06:10.161" v="216" actId="571"/>
          <ac:spMkLst>
            <pc:docMk/>
            <pc:sldMk cId="4128653299" sldId="274"/>
            <ac:spMk id="12" creationId="{D68EB991-8043-FCE2-6F73-DFD890F23725}"/>
          </ac:spMkLst>
        </pc:spChg>
        <pc:spChg chg="add del mod topLvl">
          <ac:chgData name="克利 寳迫" userId="d1807dd80cee582b" providerId="LiveId" clId="{F79782EE-D85D-46E2-B3E9-FAE15D6BED98}" dt="2026-05-20T14:26:58.599" v="59" actId="478"/>
          <ac:spMkLst>
            <pc:docMk/>
            <pc:sldMk cId="4128653299" sldId="274"/>
            <ac:spMk id="15" creationId="{B86641E8-F67F-BD5C-982D-3BDC441A821A}"/>
          </ac:spMkLst>
        </pc:spChg>
        <pc:spChg chg="del mod">
          <ac:chgData name="克利 寳迫" userId="d1807dd80cee582b" providerId="LiveId" clId="{F79782EE-D85D-46E2-B3E9-FAE15D6BED98}" dt="2026-05-20T14:26:48.648" v="54" actId="478"/>
          <ac:spMkLst>
            <pc:docMk/>
            <pc:sldMk cId="4128653299" sldId="274"/>
            <ac:spMk id="16" creationId="{585A215F-17C1-D1BB-9E8D-21DA9BAB9369}"/>
          </ac:spMkLst>
        </pc:spChg>
        <pc:spChg chg="del mod">
          <ac:chgData name="克利 寳迫" userId="d1807dd80cee582b" providerId="LiveId" clId="{F79782EE-D85D-46E2-B3E9-FAE15D6BED98}" dt="2026-05-20T14:26:42.759" v="52" actId="478"/>
          <ac:spMkLst>
            <pc:docMk/>
            <pc:sldMk cId="4128653299" sldId="274"/>
            <ac:spMk id="18" creationId="{A7BA06CF-51A0-9040-BC52-35598AF515C0}"/>
          </ac:spMkLst>
        </pc:spChg>
        <pc:spChg chg="del mod">
          <ac:chgData name="克利 寳迫" userId="d1807dd80cee582b" providerId="LiveId" clId="{F79782EE-D85D-46E2-B3E9-FAE15D6BED98}" dt="2026-05-20T14:26:49.832" v="55" actId="478"/>
          <ac:spMkLst>
            <pc:docMk/>
            <pc:sldMk cId="4128653299" sldId="274"/>
            <ac:spMk id="19" creationId="{E6C0B2FE-190A-84E6-154C-800725891501}"/>
          </ac:spMkLst>
        </pc:spChg>
        <pc:spChg chg="add mod">
          <ac:chgData name="克利 寳迫" userId="d1807dd80cee582b" providerId="LiveId" clId="{F79782EE-D85D-46E2-B3E9-FAE15D6BED98}" dt="2026-05-20T15:06:14.057" v="217" actId="571"/>
          <ac:spMkLst>
            <pc:docMk/>
            <pc:sldMk cId="4128653299" sldId="274"/>
            <ac:spMk id="20" creationId="{610A502D-AC79-633A-55B5-6E3244F00B67}"/>
          </ac:spMkLst>
        </pc:spChg>
        <pc:spChg chg="add mod">
          <ac:chgData name="克利 寳迫" userId="d1807dd80cee582b" providerId="LiveId" clId="{F79782EE-D85D-46E2-B3E9-FAE15D6BED98}" dt="2026-05-20T15:06:14.057" v="217" actId="571"/>
          <ac:spMkLst>
            <pc:docMk/>
            <pc:sldMk cId="4128653299" sldId="274"/>
            <ac:spMk id="22" creationId="{770809E8-4657-14A3-1982-B8C3F9B7F4F2}"/>
          </ac:spMkLst>
        </pc:spChg>
        <pc:spChg chg="add mod">
          <ac:chgData name="克利 寳迫" userId="d1807dd80cee582b" providerId="LiveId" clId="{F79782EE-D85D-46E2-B3E9-FAE15D6BED98}" dt="2026-05-20T15:06:14.057" v="217" actId="571"/>
          <ac:spMkLst>
            <pc:docMk/>
            <pc:sldMk cId="4128653299" sldId="274"/>
            <ac:spMk id="23" creationId="{6EEBAE4E-AE95-D98E-94A0-17D2A598AD1A}"/>
          </ac:spMkLst>
        </pc:spChg>
        <pc:spChg chg="add del mod">
          <ac:chgData name="克利 寳迫" userId="d1807dd80cee582b" providerId="LiveId" clId="{F79782EE-D85D-46E2-B3E9-FAE15D6BED98}" dt="2026-05-20T14:28:22.103" v="90" actId="478"/>
          <ac:spMkLst>
            <pc:docMk/>
            <pc:sldMk cId="4128653299" sldId="274"/>
            <ac:spMk id="24" creationId="{D72F3EC8-CA6F-8235-ABBF-E48863E1F6C6}"/>
          </ac:spMkLst>
        </pc:spChg>
        <pc:spChg chg="add mod">
          <ac:chgData name="克利 寳迫" userId="d1807dd80cee582b" providerId="LiveId" clId="{F79782EE-D85D-46E2-B3E9-FAE15D6BED98}" dt="2026-05-20T15:06:14.057" v="217" actId="571"/>
          <ac:spMkLst>
            <pc:docMk/>
            <pc:sldMk cId="4128653299" sldId="274"/>
            <ac:spMk id="26" creationId="{1494FE8A-82E4-785F-62B9-69B7F50EBED9}"/>
          </ac:spMkLst>
        </pc:spChg>
        <pc:spChg chg="add mod ord">
          <ac:chgData name="克利 寳迫" userId="d1807dd80cee582b" providerId="LiveId" clId="{F79782EE-D85D-46E2-B3E9-FAE15D6BED98}" dt="2026-05-20T15:06:47.106" v="229" actId="6549"/>
          <ac:spMkLst>
            <pc:docMk/>
            <pc:sldMk cId="4128653299" sldId="274"/>
            <ac:spMk id="28" creationId="{244BF4C7-A25A-5F65-8C1C-B782C474FB9E}"/>
          </ac:spMkLst>
        </pc:spChg>
        <pc:spChg chg="add mod">
          <ac:chgData name="克利 寳迫" userId="d1807dd80cee582b" providerId="LiveId" clId="{F79782EE-D85D-46E2-B3E9-FAE15D6BED98}" dt="2026-05-20T16:09:19.711" v="329"/>
          <ac:spMkLst>
            <pc:docMk/>
            <pc:sldMk cId="4128653299" sldId="274"/>
            <ac:spMk id="30" creationId="{9DD442DF-8B4A-8F81-F54B-C3E6F7B6079B}"/>
          </ac:spMkLst>
        </pc:spChg>
        <pc:grpChg chg="add del mod">
          <ac:chgData name="克利 寳迫" userId="d1807dd80cee582b" providerId="LiveId" clId="{F79782EE-D85D-46E2-B3E9-FAE15D6BED98}" dt="2026-05-20T14:29:24.298" v="108" actId="164"/>
          <ac:grpSpMkLst>
            <pc:docMk/>
            <pc:sldMk cId="4128653299" sldId="274"/>
            <ac:grpSpMk id="7" creationId="{48B5744D-7749-0557-44E5-20CDE70C1CCD}"/>
          </ac:grpSpMkLst>
        </pc:grpChg>
        <pc:grpChg chg="add del mod ord">
          <ac:chgData name="克利 寳迫" userId="d1807dd80cee582b" providerId="LiveId" clId="{F79782EE-D85D-46E2-B3E9-FAE15D6BED98}" dt="2026-05-20T14:26:58.599" v="59" actId="478"/>
          <ac:grpSpMkLst>
            <pc:docMk/>
            <pc:sldMk cId="4128653299" sldId="274"/>
            <ac:grpSpMk id="10" creationId="{A57A364F-92CA-01E6-673E-C718D65F2B0B}"/>
          </ac:grpSpMkLst>
        </pc:grpChg>
        <pc:grpChg chg="del mod">
          <ac:chgData name="克利 寳迫" userId="d1807dd80cee582b" providerId="LiveId" clId="{F79782EE-D85D-46E2-B3E9-FAE15D6BED98}" dt="2026-05-20T14:26:49.832" v="55" actId="478"/>
          <ac:grpSpMkLst>
            <pc:docMk/>
            <pc:sldMk cId="4128653299" sldId="274"/>
            <ac:grpSpMk id="13" creationId="{9D136E67-E075-E810-E352-66BF09D6AB17}"/>
          </ac:grpSpMkLst>
        </pc:grpChg>
        <pc:grpChg chg="add mod">
          <ac:chgData name="克利 寳迫" userId="d1807dd80cee582b" providerId="LiveId" clId="{F79782EE-D85D-46E2-B3E9-FAE15D6BED98}" dt="2026-05-20T15:07:57.511" v="260" actId="1076"/>
          <ac:grpSpMkLst>
            <pc:docMk/>
            <pc:sldMk cId="4128653299" sldId="274"/>
            <ac:grpSpMk id="35" creationId="{F24242AD-E084-A267-717F-8A3E880178EC}"/>
          </ac:grpSpMkLst>
        </pc:grpChg>
        <pc:picChg chg="add mod modCrop">
          <ac:chgData name="克利 寳迫" userId="d1807dd80cee582b" providerId="LiveId" clId="{F79782EE-D85D-46E2-B3E9-FAE15D6BED98}" dt="2026-05-20T15:05:44.473" v="208" actId="571"/>
          <ac:picMkLst>
            <pc:docMk/>
            <pc:sldMk cId="4128653299" sldId="274"/>
            <ac:picMk id="4" creationId="{C326EA64-3A13-2414-910A-696E327BC751}"/>
          </ac:picMkLst>
        </pc:picChg>
        <pc:picChg chg="add mod modCrop">
          <ac:chgData name="克利 寳迫" userId="d1807dd80cee582b" providerId="LiveId" clId="{F79782EE-D85D-46E2-B3E9-FAE15D6BED98}" dt="2026-05-20T15:07:52.464" v="258" actId="732"/>
          <ac:picMkLst>
            <pc:docMk/>
            <pc:sldMk cId="4128653299" sldId="274"/>
            <ac:picMk id="5" creationId="{6F542B94-45EB-51AC-0F05-42649FF80ED0}"/>
          </ac:picMkLst>
        </pc:picChg>
        <pc:picChg chg="add mod">
          <ac:chgData name="克利 寳迫" userId="d1807dd80cee582b" providerId="LiveId" clId="{F79782EE-D85D-46E2-B3E9-FAE15D6BED98}" dt="2026-05-20T14:25:29.849" v="35" actId="1076"/>
          <ac:picMkLst>
            <pc:docMk/>
            <pc:sldMk cId="4128653299" sldId="274"/>
            <ac:picMk id="9" creationId="{62E830BD-0BDE-1C60-63FB-836217AD130F}"/>
          </ac:picMkLst>
        </pc:picChg>
        <pc:picChg chg="del mod">
          <ac:chgData name="克利 寳迫" userId="d1807dd80cee582b" providerId="LiveId" clId="{F79782EE-D85D-46E2-B3E9-FAE15D6BED98}" dt="2026-05-20T14:26:40.718" v="51" actId="478"/>
          <ac:picMkLst>
            <pc:docMk/>
            <pc:sldMk cId="4128653299" sldId="274"/>
            <ac:picMk id="12" creationId="{47917DB2-D1F5-CA8E-4C28-1C8683B9711B}"/>
          </ac:picMkLst>
        </pc:picChg>
        <pc:cxnChg chg="mod">
          <ac:chgData name="克利 寳迫" userId="d1807dd80cee582b" providerId="LiveId" clId="{F79782EE-D85D-46E2-B3E9-FAE15D6BED98}" dt="2026-05-20T15:06:16.457" v="218" actId="14100"/>
          <ac:cxnSpMkLst>
            <pc:docMk/>
            <pc:sldMk cId="4128653299" sldId="274"/>
            <ac:cxnSpMk id="13" creationId="{774674FF-C8B1-47B6-DD2E-BA11F583BE01}"/>
          </ac:cxnSpMkLst>
        </pc:cxnChg>
        <pc:cxnChg chg="del mod">
          <ac:chgData name="克利 寳迫" userId="d1807dd80cee582b" providerId="LiveId" clId="{F79782EE-D85D-46E2-B3E9-FAE15D6BED98}" dt="2026-05-20T14:26:51.030" v="56" actId="478"/>
          <ac:cxnSpMkLst>
            <pc:docMk/>
            <pc:sldMk cId="4128653299" sldId="274"/>
            <ac:cxnSpMk id="14" creationId="{B7C1BFA3-F4EF-9B4F-268F-733C22892DA4}"/>
          </ac:cxnSpMkLst>
        </pc:cxnChg>
        <pc:cxnChg chg="del mod">
          <ac:chgData name="克利 寳迫" userId="d1807dd80cee582b" providerId="LiveId" clId="{F79782EE-D85D-46E2-B3E9-FAE15D6BED98}" dt="2026-05-20T14:26:44.751" v="53" actId="478"/>
          <ac:cxnSpMkLst>
            <pc:docMk/>
            <pc:sldMk cId="4128653299" sldId="274"/>
            <ac:cxnSpMk id="17" creationId="{11A3D5F5-2C2A-3F1B-6547-8E03B071F3FB}"/>
          </ac:cxnSpMkLst>
        </pc:cxnChg>
        <pc:cxnChg chg="add mod">
          <ac:chgData name="克利 寳迫" userId="d1807dd80cee582b" providerId="LiveId" clId="{F79782EE-D85D-46E2-B3E9-FAE15D6BED98}" dt="2026-05-20T14:27:34.584" v="64" actId="1076"/>
          <ac:cxnSpMkLst>
            <pc:docMk/>
            <pc:sldMk cId="4128653299" sldId="274"/>
            <ac:cxnSpMk id="21" creationId="{6A5980CD-5F52-0E08-7E44-BCA67EA7097E}"/>
          </ac:cxnSpMkLst>
        </pc:cxnChg>
        <pc:cxnChg chg="add mod">
          <ac:chgData name="克利 寳迫" userId="d1807dd80cee582b" providerId="LiveId" clId="{F79782EE-D85D-46E2-B3E9-FAE15D6BED98}" dt="2026-05-20T15:05:17.468" v="202" actId="1076"/>
          <ac:cxnSpMkLst>
            <pc:docMk/>
            <pc:sldMk cId="4128653299" sldId="274"/>
            <ac:cxnSpMk id="29" creationId="{37BEDA1C-8FA3-24EB-8CEC-B4095372F9A0}"/>
          </ac:cxnSpMkLst>
        </pc:cxnChg>
        <pc:cxnChg chg="add mod">
          <ac:chgData name="克利 寳迫" userId="d1807dd80cee582b" providerId="LiveId" clId="{F79782EE-D85D-46E2-B3E9-FAE15D6BED98}" dt="2026-05-20T15:06:21.469" v="219" actId="1076"/>
          <ac:cxnSpMkLst>
            <pc:docMk/>
            <pc:sldMk cId="4128653299" sldId="274"/>
            <ac:cxnSpMk id="34" creationId="{CC2F1245-81AC-1F8C-87A3-53D6B2B905CB}"/>
          </ac:cxnSpMkLst>
        </pc:cxnChg>
      </pc:sldChg>
      <pc:sldChg chg="addSp delSp modSp new mod">
        <pc:chgData name="克利 寳迫" userId="d1807dd80cee582b" providerId="LiveId" clId="{F79782EE-D85D-46E2-B3E9-FAE15D6BED98}" dt="2026-05-20T15:27:34.141" v="267" actId="732"/>
        <pc:sldMkLst>
          <pc:docMk/>
          <pc:sldMk cId="1558768036" sldId="275"/>
        </pc:sldMkLst>
        <pc:spChg chg="del">
          <ac:chgData name="克利 寳迫" userId="d1807dd80cee582b" providerId="LiveId" clId="{F79782EE-D85D-46E2-B3E9-FAE15D6BED98}" dt="2026-05-20T15:26:28.053" v="262" actId="478"/>
          <ac:spMkLst>
            <pc:docMk/>
            <pc:sldMk cId="1558768036" sldId="275"/>
            <ac:spMk id="2" creationId="{15D6DDC5-9964-8577-9549-CD093FF638AF}"/>
          </ac:spMkLst>
        </pc:spChg>
        <pc:spChg chg="del">
          <ac:chgData name="克利 寳迫" userId="d1807dd80cee582b" providerId="LiveId" clId="{F79782EE-D85D-46E2-B3E9-FAE15D6BED98}" dt="2026-05-20T15:26:28.053" v="262" actId="478"/>
          <ac:spMkLst>
            <pc:docMk/>
            <pc:sldMk cId="1558768036" sldId="275"/>
            <ac:spMk id="3" creationId="{FAEB16B2-6AA3-F415-CB49-445C840B68A1}"/>
          </ac:spMkLst>
        </pc:spChg>
        <pc:picChg chg="add mod modCrop">
          <ac:chgData name="克利 寳迫" userId="d1807dd80cee582b" providerId="LiveId" clId="{F79782EE-D85D-46E2-B3E9-FAE15D6BED98}" dt="2026-05-20T15:27:34.141" v="267" actId="732"/>
          <ac:picMkLst>
            <pc:docMk/>
            <pc:sldMk cId="1558768036" sldId="275"/>
            <ac:picMk id="5" creationId="{5872C2C5-250A-C120-82D3-BF91F13B4745}"/>
          </ac:picMkLst>
        </pc:picChg>
        <pc:picChg chg="add">
          <ac:chgData name="克利 寳迫" userId="d1807dd80cee582b" providerId="LiveId" clId="{F79782EE-D85D-46E2-B3E9-FAE15D6BED98}" dt="2026-05-20T15:26:58.594" v="265" actId="22"/>
          <ac:picMkLst>
            <pc:docMk/>
            <pc:sldMk cId="1558768036" sldId="275"/>
            <ac:picMk id="7" creationId="{40D457F4-59B6-647E-19D7-F67F20DD63F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7A9C8-CD40-02F2-4AFF-3A4EA0A12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6F261D-1DEC-43FD-7EB1-7852B09BB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A11490-EDAF-D489-4703-10862AB2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793624-4AA6-E906-AD7B-464EE160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20FC20-D43E-B46B-9902-8AA72B61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794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11DA8-8C03-66E1-C8FE-AECB7D6A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B1C660-831C-B515-1FC7-06F2C1CD2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111A5B-BF75-D665-A326-32B4DAFE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632B30-40B3-C401-E487-A44FE616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4DF3A3-0766-A249-A4F8-BD5FC6A2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76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15ABF-6C98-5CCB-B67A-9E17493B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79ED16-E695-B65E-AC81-959E3226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44A8BD-E994-20CA-F278-658B1AF8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87F3E3-8C16-4428-CBFC-963DADCB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E9703C-B779-59D7-89A1-DE580E7F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32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559BE-7B68-DB8D-1E0D-5DC01083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35AAB-28D5-B128-4E07-32AAAE627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276FC9-A475-6B4D-450E-D63F7919F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D294D5-C664-FE30-1C18-DED173BC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9173CF-E195-D564-94AF-E72D2EF9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20C1AC-558D-E039-E608-10220E4F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93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97370-4AF0-8B4A-2ECE-ACDF8640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C474D0-5C55-3738-2326-C02D6A593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4921E1-D1C9-F809-52E5-B5C2852EC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E4E936-47D6-B13A-A6A1-F3D87EDF1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5CBC00-A892-0C87-F3EA-7EA1802AB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456954-95C7-CF4C-249F-1D689582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745ACE-A110-8CF7-987E-2F46BDAA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4DA3AB-8ABA-84A6-20C3-FFB7B25F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93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C4D89-42FC-285D-7279-48320E63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E68BF2-C450-D8D2-CD4A-0CB75165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DE8A4A-839F-F966-46F7-FA2D21DF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4701C0-94B1-3A7C-FBAC-63CC777E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55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A886E7-FB69-1FE6-82B0-6A68AC91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0F4AF76-EB4F-7CEA-66A5-EA7B05DE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B5FAF0-B7AD-0024-CF5B-A16E7C10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45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3B8F38-4C4C-51E7-13B4-5EC0243A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A765C0-5A1F-5BFE-D0F4-7757627D3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616C6B-0F2F-0DA6-FE3B-4027630F5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528518-BD3B-77FD-A17B-CDC37D61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947850-1023-71B2-9143-742A8C77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850C81-2BF6-8552-B6C4-C45EF784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14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10B33-3ACF-37B5-B698-EE95A759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E933CA3-A199-0523-16B5-4CDA3031D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15C1D8-162F-D436-E28F-C39C04D97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AFA11B-E65F-2B23-C08D-F687F1850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899F3-DD10-1AF4-200C-BE7417E8A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5BC771-01CC-F28A-7573-FAF235F4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938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1BA42B-7E1C-346B-B68D-D6720E6B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001F52-37F8-30A8-9376-6E8B63195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5C3D5B-E934-18B3-0E32-6E1F77D2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96F7D4-27D0-68C8-9F18-4901F430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D67265-F337-264F-CBA9-ED7146B5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24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B7EE71-EE08-E0B1-6B79-103BE07C7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548C2D-FC85-5311-06ED-832987AC7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F3E60-25D4-8488-FB22-1B67264AC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E09A52-73A1-2E26-C985-1892978F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EE22C1-E7A5-7CA9-8EC1-3127987D1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14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EA3995-B799-AC79-D658-A237AB6C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F7C7BA-2422-2616-5576-EE328AFB6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0D7821-0130-BF82-9F38-F14121A5A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57B6A-6E51-4212-A048-7E8AFB564F0B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557232-4567-7888-7059-21CE6D8C5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59DA19-5831-EC50-644F-7DC3EEFE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CBABE-EB21-42AF-AA0F-DAAF9CD105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70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3C68308-2AD8-3BBF-42D6-41AD34A52D8F}"/>
              </a:ext>
            </a:extLst>
          </p:cNvPr>
          <p:cNvGrpSpPr/>
          <p:nvPr/>
        </p:nvGrpSpPr>
        <p:grpSpPr>
          <a:xfrm>
            <a:off x="-855407" y="-7728154"/>
            <a:ext cx="13303046" cy="19762839"/>
            <a:chOff x="-855407" y="-7728154"/>
            <a:chExt cx="13303046" cy="19762839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B08CDD2-A161-BA29-8D11-A8682EBA3F9E}"/>
                </a:ext>
              </a:extLst>
            </p:cNvPr>
            <p:cNvSpPr/>
            <p:nvPr/>
          </p:nvSpPr>
          <p:spPr>
            <a:xfrm>
              <a:off x="-855407" y="-7728154"/>
              <a:ext cx="13303046" cy="1976283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CED4BEDD-05BE-86A0-F22C-6B47A4043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8340" y="4701892"/>
              <a:ext cx="9515475" cy="6715125"/>
            </a:xfrm>
            <a:prstGeom prst="rect">
              <a:avLst/>
            </a:prstGeom>
          </p:spPr>
        </p:pic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D4A899B7-10A4-39E7-8B3D-8F76F07CB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882"/>
            <a:stretch>
              <a:fillRect/>
            </a:stretch>
          </p:blipFill>
          <p:spPr>
            <a:xfrm>
              <a:off x="-515275" y="-1302363"/>
              <a:ext cx="12744000" cy="6651603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D5681A0-E10C-0EB7-1434-ED2E73205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198" y="-7149646"/>
              <a:ext cx="11300400" cy="79655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765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313106B-5620-4C72-B153-1A5F31039641}"/>
              </a:ext>
            </a:extLst>
          </p:cNvPr>
          <p:cNvGrpSpPr/>
          <p:nvPr/>
        </p:nvGrpSpPr>
        <p:grpSpPr>
          <a:xfrm>
            <a:off x="461899" y="-6355586"/>
            <a:ext cx="11268202" cy="19569173"/>
            <a:chOff x="0" y="0"/>
            <a:chExt cx="11475801" cy="19124022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7BAB3D4A-8172-A04B-F527-58319D4ABE0B}"/>
                </a:ext>
              </a:extLst>
            </p:cNvPr>
            <p:cNvGrpSpPr/>
            <p:nvPr/>
          </p:nvGrpSpPr>
          <p:grpSpPr>
            <a:xfrm>
              <a:off x="0" y="0"/>
              <a:ext cx="11475801" cy="19124022"/>
              <a:chOff x="0" y="0"/>
              <a:chExt cx="11236058" cy="18674011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0622D09D-C287-AC17-5FBF-C440DD5BF06B}"/>
                  </a:ext>
                </a:extLst>
              </p:cNvPr>
              <p:cNvSpPr/>
              <p:nvPr/>
            </p:nvSpPr>
            <p:spPr>
              <a:xfrm>
                <a:off x="0" y="0"/>
                <a:ext cx="11236058" cy="1867401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defPPr>
                  <a:defRPr lang="ja-JP"/>
                </a:defPPr>
                <a:lvl1pPr marL="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pic>
            <p:nvPicPr>
              <p:cNvPr id="19" name="図 18">
                <a:extLst>
                  <a:ext uri="{FF2B5EF4-FFF2-40B4-BE49-F238E27FC236}">
                    <a16:creationId xmlns:a16="http://schemas.microsoft.com/office/drawing/2014/main" id="{473DDA88-E27C-4A57-F196-D5472179BF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3511" r="6080"/>
              <a:stretch>
                <a:fillRect/>
              </a:stretch>
            </p:blipFill>
            <p:spPr>
              <a:xfrm>
                <a:off x="1360933" y="11894317"/>
                <a:ext cx="8602795" cy="6715125"/>
              </a:xfrm>
              <a:prstGeom prst="rect">
                <a:avLst/>
              </a:prstGeom>
            </p:spPr>
          </p:pic>
          <p:pic>
            <p:nvPicPr>
              <p:cNvPr id="20" name="図 19">
                <a:extLst>
                  <a:ext uri="{FF2B5EF4-FFF2-40B4-BE49-F238E27FC236}">
                    <a16:creationId xmlns:a16="http://schemas.microsoft.com/office/drawing/2014/main" id="{45AF5E9B-03D6-4AB1-1676-F897EC1E4B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5627" r="14777" b="5882"/>
              <a:stretch>
                <a:fillRect/>
              </a:stretch>
            </p:blipFill>
            <p:spPr>
              <a:xfrm>
                <a:off x="1284801" y="5890062"/>
                <a:ext cx="8869255" cy="6651603"/>
              </a:xfrm>
              <a:prstGeom prst="rect">
                <a:avLst/>
              </a:prstGeom>
            </p:spPr>
          </p:pic>
          <p:pic>
            <p:nvPicPr>
              <p:cNvPr id="21" name="図 20">
                <a:extLst>
                  <a:ext uri="{FF2B5EF4-FFF2-40B4-BE49-F238E27FC236}">
                    <a16:creationId xmlns:a16="http://schemas.microsoft.com/office/drawing/2014/main" id="{724E5798-6B4D-8335-294F-FFE337B991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9123" r="14411"/>
              <a:stretch>
                <a:fillRect/>
              </a:stretch>
            </p:blipFill>
            <p:spPr>
              <a:xfrm>
                <a:off x="1246735" y="42779"/>
                <a:ext cx="8640862" cy="7965543"/>
              </a:xfrm>
              <a:prstGeom prst="rect">
                <a:avLst/>
              </a:prstGeom>
            </p:spPr>
          </p:pic>
        </p:grp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FF1069A-A88D-ECCA-B2D3-D5E5EA42DE82}"/>
                </a:ext>
              </a:extLst>
            </p:cNvPr>
            <p:cNvSpPr/>
            <p:nvPr/>
          </p:nvSpPr>
          <p:spPr>
            <a:xfrm>
              <a:off x="1639995" y="2407636"/>
              <a:ext cx="8272548" cy="38673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0E6D1CA-FE3F-BD19-107E-ECC42C57A33E}"/>
                </a:ext>
              </a:extLst>
            </p:cNvPr>
            <p:cNvSpPr/>
            <p:nvPr/>
          </p:nvSpPr>
          <p:spPr>
            <a:xfrm>
              <a:off x="1647615" y="6431862"/>
              <a:ext cx="8259213" cy="58180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5A06FF8C-BBF1-A37D-99A5-8EC634E1711A}"/>
                </a:ext>
              </a:extLst>
            </p:cNvPr>
            <p:cNvSpPr/>
            <p:nvPr/>
          </p:nvSpPr>
          <p:spPr>
            <a:xfrm>
              <a:off x="1651425" y="12552974"/>
              <a:ext cx="8253498" cy="61394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A8E0F279-70E5-379B-E1F0-D9F94828F9DC}"/>
                </a:ext>
              </a:extLst>
            </p:cNvPr>
            <p:cNvCxnSpPr>
              <a:cxnSpLocks/>
              <a:stCxn id="10" idx="2"/>
              <a:endCxn id="17" idx="3"/>
            </p:cNvCxnSpPr>
            <p:nvPr/>
          </p:nvCxnSpPr>
          <p:spPr>
            <a:xfrm flipH="1">
              <a:off x="10123534" y="1215948"/>
              <a:ext cx="587953" cy="28396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104C9A3-86A7-D51B-40D9-020CDC9F4FBC}"/>
                </a:ext>
              </a:extLst>
            </p:cNvPr>
            <p:cNvSpPr/>
            <p:nvPr/>
          </p:nvSpPr>
          <p:spPr>
            <a:xfrm>
              <a:off x="10209576" y="787841"/>
              <a:ext cx="1003822" cy="428106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①基本操作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68340B4-6D24-E1D2-B115-6F171BA29353}"/>
                </a:ext>
              </a:extLst>
            </p:cNvPr>
            <p:cNvSpPr/>
            <p:nvPr/>
          </p:nvSpPr>
          <p:spPr>
            <a:xfrm>
              <a:off x="10191493" y="3783566"/>
              <a:ext cx="1170410" cy="71454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②エネミー</a:t>
              </a:r>
              <a:endParaRPr kumimoji="1" lang="en-US" altLang="ja-JP" sz="1200" b="1">
                <a:solidFill>
                  <a:srgbClr val="FF0000"/>
                </a:solidFill>
              </a:endParaRPr>
            </a:p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　情報入力欄</a:t>
              </a: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2CDDD4D-0B14-0752-6CA5-ED2B32D28DB7}"/>
                </a:ext>
              </a:extLst>
            </p:cNvPr>
            <p:cNvCxnSpPr>
              <a:stCxn id="11" idx="1"/>
              <a:endCxn id="6" idx="3"/>
            </p:cNvCxnSpPr>
            <p:nvPr/>
          </p:nvCxnSpPr>
          <p:spPr>
            <a:xfrm flipH="1">
              <a:off x="9910638" y="4146901"/>
              <a:ext cx="278950" cy="1982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A1F70571-B6B2-13D4-D227-24B29505C168}"/>
                </a:ext>
              </a:extLst>
            </p:cNvPr>
            <p:cNvSpPr/>
            <p:nvPr/>
          </p:nvSpPr>
          <p:spPr>
            <a:xfrm>
              <a:off x="10179543" y="8754923"/>
              <a:ext cx="1129367" cy="700000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③ドロップ</a:t>
              </a:r>
              <a:endParaRPr kumimoji="1" lang="en-US" altLang="ja-JP" sz="1200" b="1">
                <a:solidFill>
                  <a:srgbClr val="FF0000"/>
                </a:solidFill>
              </a:endParaRPr>
            </a:p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　入力欄</a:t>
              </a:r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50B8946C-E226-2A43-27FE-92A7329BAA3A}"/>
                </a:ext>
              </a:extLst>
            </p:cNvPr>
            <p:cNvCxnSpPr>
              <a:stCxn id="13" idx="1"/>
              <a:endCxn id="7" idx="3"/>
            </p:cNvCxnSpPr>
            <p:nvPr/>
          </p:nvCxnSpPr>
          <p:spPr>
            <a:xfrm flipH="1">
              <a:off x="9904923" y="9103625"/>
              <a:ext cx="274620" cy="23916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2848968-827C-725D-E743-131CBFBB5A52}"/>
                </a:ext>
              </a:extLst>
            </p:cNvPr>
            <p:cNvSpPr/>
            <p:nvPr/>
          </p:nvSpPr>
          <p:spPr>
            <a:xfrm>
              <a:off x="10179542" y="14961760"/>
              <a:ext cx="1135083" cy="83490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④エネミー</a:t>
              </a:r>
              <a:endParaRPr kumimoji="1" lang="en-US" altLang="ja-JP" sz="1200" b="1">
                <a:solidFill>
                  <a:srgbClr val="FF0000"/>
                </a:solidFill>
              </a:endParaRPr>
            </a:p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　能力値欄</a:t>
              </a: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C83085F6-8CDA-B12B-DEC4-FF49022A0FDF}"/>
                </a:ext>
              </a:extLst>
            </p:cNvPr>
            <p:cNvCxnSpPr>
              <a:stCxn id="15" idx="1"/>
              <a:endCxn id="8" idx="3"/>
            </p:cNvCxnSpPr>
            <p:nvPr/>
          </p:nvCxnSpPr>
          <p:spPr>
            <a:xfrm flipH="1">
              <a:off x="9904923" y="15378262"/>
              <a:ext cx="274619" cy="24669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C0E0312-1518-D906-CA50-661F906058F2}"/>
                </a:ext>
              </a:extLst>
            </p:cNvPr>
            <p:cNvSpPr/>
            <p:nvPr/>
          </p:nvSpPr>
          <p:spPr>
            <a:xfrm>
              <a:off x="1429003" y="681482"/>
              <a:ext cx="8694531" cy="163685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329693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4F45D081-122C-A67B-F3CE-434CFE366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54" t="3847" r="17591" b="3889"/>
          <a:stretch>
            <a:fillRect/>
          </a:stretch>
        </p:blipFill>
        <p:spPr>
          <a:xfrm>
            <a:off x="2667000" y="486087"/>
            <a:ext cx="5985510" cy="1274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2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F64B540-BE8C-0B3F-0C77-B712161BC309}"/>
              </a:ext>
            </a:extLst>
          </p:cNvPr>
          <p:cNvGrpSpPr/>
          <p:nvPr/>
        </p:nvGrpSpPr>
        <p:grpSpPr>
          <a:xfrm>
            <a:off x="456796" y="-6352185"/>
            <a:ext cx="11278408" cy="19562370"/>
            <a:chOff x="0" y="0"/>
            <a:chExt cx="11441694" cy="19024888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4313106B-5620-4C72-B153-1A5F31039641}"/>
                </a:ext>
              </a:extLst>
            </p:cNvPr>
            <p:cNvGrpSpPr/>
            <p:nvPr/>
          </p:nvGrpSpPr>
          <p:grpSpPr>
            <a:xfrm>
              <a:off x="0" y="0"/>
              <a:ext cx="11441694" cy="19024888"/>
              <a:chOff x="0" y="0"/>
              <a:chExt cx="11475801" cy="19124022"/>
            </a:xfrm>
          </p:grpSpPr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7BAB3D4A-8172-A04B-F527-58319D4ABE0B}"/>
                  </a:ext>
                </a:extLst>
              </p:cNvPr>
              <p:cNvGrpSpPr/>
              <p:nvPr/>
            </p:nvGrpSpPr>
            <p:grpSpPr>
              <a:xfrm>
                <a:off x="0" y="0"/>
                <a:ext cx="11475801" cy="19124022"/>
                <a:chOff x="0" y="0"/>
                <a:chExt cx="11236058" cy="18674011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0622D09D-C287-AC17-5FBF-C440DD5BF06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36058" cy="1867401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/>
                <a:lstStyle>
                  <a:defPPr>
                    <a:defRPr lang="ja-JP"/>
                  </a:defPPr>
                  <a:lvl1pPr marL="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kumimoji="1"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7" name="図 26">
                  <a:extLst>
                    <a:ext uri="{FF2B5EF4-FFF2-40B4-BE49-F238E27FC236}">
                      <a16:creationId xmlns:a16="http://schemas.microsoft.com/office/drawing/2014/main" id="{473DDA88-E27C-4A57-F196-D5472179B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3511" r="6080"/>
                <a:stretch>
                  <a:fillRect/>
                </a:stretch>
              </p:blipFill>
              <p:spPr>
                <a:xfrm>
                  <a:off x="1360933" y="11894317"/>
                  <a:ext cx="8602795" cy="6715125"/>
                </a:xfrm>
                <a:prstGeom prst="rect">
                  <a:avLst/>
                </a:prstGeom>
              </p:spPr>
            </p:pic>
            <p:pic>
              <p:nvPicPr>
                <p:cNvPr id="28" name="図 27">
                  <a:extLst>
                    <a:ext uri="{FF2B5EF4-FFF2-40B4-BE49-F238E27FC236}">
                      <a16:creationId xmlns:a16="http://schemas.microsoft.com/office/drawing/2014/main" id="{45AF5E9B-03D6-4AB1-1676-F897EC1E4B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15627" r="14777" b="5882"/>
                <a:stretch>
                  <a:fillRect/>
                </a:stretch>
              </p:blipFill>
              <p:spPr>
                <a:xfrm>
                  <a:off x="1284801" y="5890062"/>
                  <a:ext cx="8869255" cy="6651603"/>
                </a:xfrm>
                <a:prstGeom prst="rect">
                  <a:avLst/>
                </a:prstGeom>
              </p:spPr>
            </p:pic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724E5798-6B4D-8335-294F-FFE337B991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9123" r="14411"/>
                <a:stretch>
                  <a:fillRect/>
                </a:stretch>
              </p:blipFill>
              <p:spPr>
                <a:xfrm>
                  <a:off x="1246735" y="42779"/>
                  <a:ext cx="8640862" cy="7965543"/>
                </a:xfrm>
                <a:prstGeom prst="rect">
                  <a:avLst/>
                </a:prstGeom>
              </p:spPr>
            </p:pic>
          </p:grp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1FF1069A-A88D-ECCA-B2D3-D5E5EA42DE82}"/>
                  </a:ext>
                </a:extLst>
              </p:cNvPr>
              <p:cNvSpPr/>
              <p:nvPr/>
            </p:nvSpPr>
            <p:spPr>
              <a:xfrm>
                <a:off x="1639995" y="2407636"/>
                <a:ext cx="8272548" cy="386732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E0E6D1CA-FE3F-BD19-107E-ECC42C57A33E}"/>
                  </a:ext>
                </a:extLst>
              </p:cNvPr>
              <p:cNvSpPr/>
              <p:nvPr/>
            </p:nvSpPr>
            <p:spPr>
              <a:xfrm>
                <a:off x="1647615" y="6431862"/>
                <a:ext cx="8259213" cy="581804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5A06FF8C-BBF1-A37D-99A5-8EC634E1711A}"/>
                  </a:ext>
                </a:extLst>
              </p:cNvPr>
              <p:cNvSpPr/>
              <p:nvPr/>
            </p:nvSpPr>
            <p:spPr>
              <a:xfrm>
                <a:off x="1651425" y="12552974"/>
                <a:ext cx="8253498" cy="613946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E68340B4-6D24-E1D2-B115-6F171BA29353}"/>
                  </a:ext>
                </a:extLst>
              </p:cNvPr>
              <p:cNvSpPr/>
              <p:nvPr/>
            </p:nvSpPr>
            <p:spPr>
              <a:xfrm>
                <a:off x="10191493" y="3783566"/>
                <a:ext cx="1170410" cy="714548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④エネミー</a:t>
                </a:r>
                <a:endParaRPr kumimoji="1" lang="en-US" altLang="ja-JP" sz="1200" b="1">
                  <a:solidFill>
                    <a:srgbClr val="FF0000"/>
                  </a:solidFill>
                </a:endParaRPr>
              </a:p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　情報入力欄</a:t>
                </a: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02CDDD4D-0B14-0752-6CA5-ED2B32D28DB7}"/>
                  </a:ext>
                </a:extLst>
              </p:cNvPr>
              <p:cNvCxnSpPr>
                <a:stCxn id="20" idx="1"/>
                <a:endCxn id="17" idx="3"/>
              </p:cNvCxnSpPr>
              <p:nvPr/>
            </p:nvCxnSpPr>
            <p:spPr>
              <a:xfrm flipH="1">
                <a:off x="9910638" y="4146901"/>
                <a:ext cx="278950" cy="19820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A1F70571-B6B2-13D4-D227-24B29505C168}"/>
                  </a:ext>
                </a:extLst>
              </p:cNvPr>
              <p:cNvSpPr/>
              <p:nvPr/>
            </p:nvSpPr>
            <p:spPr>
              <a:xfrm>
                <a:off x="10179543" y="8754923"/>
                <a:ext cx="1129367" cy="700000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⑤ドロップ</a:t>
                </a:r>
                <a:endParaRPr kumimoji="1" lang="en-US" altLang="ja-JP" sz="1200" b="1">
                  <a:solidFill>
                    <a:srgbClr val="FF0000"/>
                  </a:solidFill>
                </a:endParaRPr>
              </a:p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　入力欄</a:t>
                </a:r>
              </a:p>
            </p:txBody>
          </p:sp>
          <p:cxnSp>
            <p:nvCxnSpPr>
              <p:cNvPr id="23" name="直線矢印コネクタ 22">
                <a:extLst>
                  <a:ext uri="{FF2B5EF4-FFF2-40B4-BE49-F238E27FC236}">
                    <a16:creationId xmlns:a16="http://schemas.microsoft.com/office/drawing/2014/main" id="{50B8946C-E226-2A43-27FE-92A7329BAA3A}"/>
                  </a:ext>
                </a:extLst>
              </p:cNvPr>
              <p:cNvCxnSpPr>
                <a:stCxn id="22" idx="1"/>
                <a:endCxn id="18" idx="3"/>
              </p:cNvCxnSpPr>
              <p:nvPr/>
            </p:nvCxnSpPr>
            <p:spPr>
              <a:xfrm flipH="1">
                <a:off x="9904923" y="9103625"/>
                <a:ext cx="274620" cy="23916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32848968-827C-725D-E743-131CBFBB5A52}"/>
                  </a:ext>
                </a:extLst>
              </p:cNvPr>
              <p:cNvSpPr/>
              <p:nvPr/>
            </p:nvSpPr>
            <p:spPr>
              <a:xfrm>
                <a:off x="10179542" y="14961760"/>
                <a:ext cx="1135083" cy="834908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⑥エネミー</a:t>
                </a:r>
                <a:endParaRPr kumimoji="1" lang="en-US" altLang="ja-JP" sz="1200" b="1">
                  <a:solidFill>
                    <a:srgbClr val="FF0000"/>
                  </a:solidFill>
                </a:endParaRPr>
              </a:p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　能力値欄</a:t>
                </a:r>
              </a:p>
            </p:txBody>
          </p:sp>
          <p:cxnSp>
            <p:nvCxnSpPr>
              <p:cNvPr id="25" name="直線矢印コネクタ 24">
                <a:extLst>
                  <a:ext uri="{FF2B5EF4-FFF2-40B4-BE49-F238E27FC236}">
                    <a16:creationId xmlns:a16="http://schemas.microsoft.com/office/drawing/2014/main" id="{C83085F6-8CDA-B12B-DEC4-FF49022A0FDF}"/>
                  </a:ext>
                </a:extLst>
              </p:cNvPr>
              <p:cNvCxnSpPr>
                <a:stCxn id="24" idx="1"/>
                <a:endCxn id="19" idx="3"/>
              </p:cNvCxnSpPr>
              <p:nvPr/>
            </p:nvCxnSpPr>
            <p:spPr>
              <a:xfrm flipH="1">
                <a:off x="9904923" y="15378262"/>
                <a:ext cx="274619" cy="24669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B1F3D28A-2366-4058-B8C0-9AF10E9EAFFF}"/>
                </a:ext>
              </a:extLst>
            </p:cNvPr>
            <p:cNvGrpSpPr/>
            <p:nvPr/>
          </p:nvGrpSpPr>
          <p:grpSpPr>
            <a:xfrm>
              <a:off x="1467101" y="691343"/>
              <a:ext cx="8550990" cy="1602982"/>
              <a:chOff x="1467101" y="691344"/>
              <a:chExt cx="8885958" cy="1362085"/>
            </a:xfrm>
          </p:grpSpPr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A1854A21-90D8-7B80-E985-12453F5DE690}"/>
                  </a:ext>
                </a:extLst>
              </p:cNvPr>
              <p:cNvSpPr/>
              <p:nvPr/>
            </p:nvSpPr>
            <p:spPr>
              <a:xfrm>
                <a:off x="1467101" y="759258"/>
                <a:ext cx="2578686" cy="35725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ED802243-87DD-6226-8472-F7A2537619C7}"/>
                  </a:ext>
                </a:extLst>
              </p:cNvPr>
              <p:cNvSpPr/>
              <p:nvPr/>
            </p:nvSpPr>
            <p:spPr>
              <a:xfrm>
                <a:off x="1683233" y="1665848"/>
                <a:ext cx="1301288" cy="36452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2E8FFF4E-F31F-5793-E540-4AFFB749927D}"/>
                  </a:ext>
                </a:extLst>
              </p:cNvPr>
              <p:cNvSpPr/>
              <p:nvPr/>
            </p:nvSpPr>
            <p:spPr>
              <a:xfrm>
                <a:off x="9023354" y="720740"/>
                <a:ext cx="1329705" cy="34666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94E4CC36-680F-CB3C-2850-AFE93141BF78}"/>
                  </a:ext>
                </a:extLst>
              </p:cNvPr>
              <p:cNvCxnSpPr>
                <a:stCxn id="11" idx="1"/>
                <a:endCxn id="7" idx="3"/>
              </p:cNvCxnSpPr>
              <p:nvPr/>
            </p:nvCxnSpPr>
            <p:spPr>
              <a:xfrm flipH="1">
                <a:off x="4045787" y="935595"/>
                <a:ext cx="624821" cy="22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F3CF621C-5E25-3F99-A481-0B0B64736FB2}"/>
                  </a:ext>
                </a:extLst>
              </p:cNvPr>
              <p:cNvSpPr/>
              <p:nvPr/>
            </p:nvSpPr>
            <p:spPr>
              <a:xfrm>
                <a:off x="4670608" y="721542"/>
                <a:ext cx="1508759" cy="428106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①タブの切り替え</a:t>
                </a:r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AA0463E3-3F5C-394A-9326-56603CC5E8C2}"/>
                  </a:ext>
                </a:extLst>
              </p:cNvPr>
              <p:cNvSpPr/>
              <p:nvPr/>
            </p:nvSpPr>
            <p:spPr>
              <a:xfrm>
                <a:off x="3322224" y="1632944"/>
                <a:ext cx="2157623" cy="4204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②入力ファイルの読み込み</a:t>
                </a:r>
              </a:p>
            </p:txBody>
          </p: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2472F7D2-2107-3228-25FE-1A2F85169989}"/>
                  </a:ext>
                </a:extLst>
              </p:cNvPr>
              <p:cNvCxnSpPr>
                <a:stCxn id="12" idx="1"/>
                <a:endCxn id="8" idx="3"/>
              </p:cNvCxnSpPr>
              <p:nvPr/>
            </p:nvCxnSpPr>
            <p:spPr>
              <a:xfrm flipH="1">
                <a:off x="2984521" y="1843187"/>
                <a:ext cx="337703" cy="492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26F9E13D-A368-6634-3CA4-62E95FC0D867}"/>
                  </a:ext>
                </a:extLst>
              </p:cNvPr>
              <p:cNvSpPr/>
              <p:nvPr/>
            </p:nvSpPr>
            <p:spPr>
              <a:xfrm>
                <a:off x="6941340" y="691344"/>
                <a:ext cx="1640080" cy="4007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③入力内容をクリア</a:t>
                </a:r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B7DA71E8-81AA-3491-4CD7-E16D27753BA2}"/>
                  </a:ext>
                </a:extLst>
              </p:cNvPr>
              <p:cNvCxnSpPr>
                <a:stCxn id="14" idx="3"/>
                <a:endCxn id="9" idx="1"/>
              </p:cNvCxnSpPr>
              <p:nvPr/>
            </p:nvCxnSpPr>
            <p:spPr>
              <a:xfrm>
                <a:off x="8581420" y="891716"/>
                <a:ext cx="441934" cy="23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4949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D166-DF8A-EAC8-4C75-A464748E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64796E84-DD6A-24FE-6399-7D7B78DF7910}"/>
              </a:ext>
            </a:extLst>
          </p:cNvPr>
          <p:cNvGrpSpPr/>
          <p:nvPr/>
        </p:nvGrpSpPr>
        <p:grpSpPr>
          <a:xfrm>
            <a:off x="891885" y="1423278"/>
            <a:ext cx="11441695" cy="3502478"/>
            <a:chOff x="0" y="661308"/>
            <a:chExt cx="11322632" cy="346325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E2B860D3-5596-4659-4CA7-BB4F4CC66BB5}"/>
                </a:ext>
              </a:extLst>
            </p:cNvPr>
            <p:cNvGrpSpPr/>
            <p:nvPr/>
          </p:nvGrpSpPr>
          <p:grpSpPr>
            <a:xfrm>
              <a:off x="0" y="661308"/>
              <a:ext cx="11322632" cy="3463257"/>
              <a:chOff x="0" y="661308"/>
              <a:chExt cx="11236058" cy="3428276"/>
            </a:xfrm>
          </p:grpSpPr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45F88021-E903-5F7D-1CDE-B5AD4A8A7900}"/>
                  </a:ext>
                </a:extLst>
              </p:cNvPr>
              <p:cNvSpPr/>
              <p:nvPr/>
            </p:nvSpPr>
            <p:spPr>
              <a:xfrm>
                <a:off x="0" y="661308"/>
                <a:ext cx="11236058" cy="342827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defPPr>
                  <a:defRPr lang="ja-JP"/>
                </a:defPPr>
                <a:lvl1pPr marL="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pic>
            <p:nvPicPr>
              <p:cNvPr id="20" name="図 19">
                <a:extLst>
                  <a:ext uri="{FF2B5EF4-FFF2-40B4-BE49-F238E27FC236}">
                    <a16:creationId xmlns:a16="http://schemas.microsoft.com/office/drawing/2014/main" id="{E3E3388C-D99D-72D2-79CA-4B6F9F1449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9123" r="14411" b="65718"/>
              <a:stretch>
                <a:fillRect/>
              </a:stretch>
            </p:blipFill>
            <p:spPr>
              <a:xfrm>
                <a:off x="1246735" y="704087"/>
                <a:ext cx="8640862" cy="2730754"/>
              </a:xfrm>
              <a:prstGeom prst="rect">
                <a:avLst/>
              </a:prstGeom>
            </p:spPr>
          </p:pic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9A35922-D925-E01D-2D97-2553CAD4C0BF}"/>
                </a:ext>
              </a:extLst>
            </p:cNvPr>
            <p:cNvGrpSpPr/>
            <p:nvPr/>
          </p:nvGrpSpPr>
          <p:grpSpPr>
            <a:xfrm>
              <a:off x="1451834" y="1344915"/>
              <a:ext cx="8462009" cy="1585033"/>
              <a:chOff x="1451834" y="1344915"/>
              <a:chExt cx="8885958" cy="1362085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403654BE-CC03-BA01-F7DE-212845F10F81}"/>
                  </a:ext>
                </a:extLst>
              </p:cNvPr>
              <p:cNvSpPr/>
              <p:nvPr/>
            </p:nvSpPr>
            <p:spPr>
              <a:xfrm>
                <a:off x="1451834" y="1412829"/>
                <a:ext cx="2578686" cy="35725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9DCAF8EA-B50A-FAED-87AE-31E6A054FB59}"/>
                  </a:ext>
                </a:extLst>
              </p:cNvPr>
              <p:cNvSpPr/>
              <p:nvPr/>
            </p:nvSpPr>
            <p:spPr>
              <a:xfrm>
                <a:off x="1667966" y="2319419"/>
                <a:ext cx="1301288" cy="36452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8667634C-E793-C5B6-1A29-CFB15874789A}"/>
                  </a:ext>
                </a:extLst>
              </p:cNvPr>
              <p:cNvSpPr/>
              <p:nvPr/>
            </p:nvSpPr>
            <p:spPr>
              <a:xfrm>
                <a:off x="9008087" y="1374311"/>
                <a:ext cx="1329705" cy="34666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F8BF77E2-5D8B-B307-7534-3E1C0E265653}"/>
                  </a:ext>
                </a:extLst>
              </p:cNvPr>
              <p:cNvCxnSpPr>
                <a:stCxn id="14" idx="1"/>
                <a:endCxn id="10" idx="3"/>
              </p:cNvCxnSpPr>
              <p:nvPr/>
            </p:nvCxnSpPr>
            <p:spPr>
              <a:xfrm flipH="1">
                <a:off x="4030520" y="1589166"/>
                <a:ext cx="624821" cy="22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9E718FB3-B9ED-7C99-376F-6AD5B33ED941}"/>
                  </a:ext>
                </a:extLst>
              </p:cNvPr>
              <p:cNvSpPr/>
              <p:nvPr/>
            </p:nvSpPr>
            <p:spPr>
              <a:xfrm>
                <a:off x="4655341" y="1375113"/>
                <a:ext cx="1508759" cy="428106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①タブの切り替え</a:t>
                </a:r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8CB59C3C-250B-F0F7-99E7-33F14F34D287}"/>
                  </a:ext>
                </a:extLst>
              </p:cNvPr>
              <p:cNvSpPr/>
              <p:nvPr/>
            </p:nvSpPr>
            <p:spPr>
              <a:xfrm>
                <a:off x="3306957" y="2286515"/>
                <a:ext cx="2157623" cy="4204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②入力ファイルの読み込み</a:t>
                </a:r>
              </a:p>
            </p:txBody>
          </p: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6B23FC7A-9023-256E-98E6-976A8F40800D}"/>
                  </a:ext>
                </a:extLst>
              </p:cNvPr>
              <p:cNvCxnSpPr>
                <a:stCxn id="15" idx="1"/>
                <a:endCxn id="11" idx="3"/>
              </p:cNvCxnSpPr>
              <p:nvPr/>
            </p:nvCxnSpPr>
            <p:spPr>
              <a:xfrm flipH="1">
                <a:off x="2969254" y="2496758"/>
                <a:ext cx="337703" cy="492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DA7B2137-9475-4AF0-80AE-507F40708728}"/>
                  </a:ext>
                </a:extLst>
              </p:cNvPr>
              <p:cNvSpPr/>
              <p:nvPr/>
            </p:nvSpPr>
            <p:spPr>
              <a:xfrm>
                <a:off x="6926073" y="1344915"/>
                <a:ext cx="1640080" cy="4007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③入力内容をクリア</a:t>
                </a:r>
              </a:p>
            </p:txBody>
          </p:sp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13C550A2-2E01-5905-F9C1-A4E5015DE494}"/>
                  </a:ext>
                </a:extLst>
              </p:cNvPr>
              <p:cNvCxnSpPr>
                <a:stCxn id="17" idx="3"/>
                <a:endCxn id="12" idx="1"/>
              </p:cNvCxnSpPr>
              <p:nvPr/>
            </p:nvCxnSpPr>
            <p:spPr>
              <a:xfrm>
                <a:off x="8566153" y="1545287"/>
                <a:ext cx="441934" cy="23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3852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E229200-2AD2-BD8E-1054-B47E1C8A1EE1}"/>
              </a:ext>
            </a:extLst>
          </p:cNvPr>
          <p:cNvGrpSpPr/>
          <p:nvPr/>
        </p:nvGrpSpPr>
        <p:grpSpPr>
          <a:xfrm>
            <a:off x="-141578" y="1371570"/>
            <a:ext cx="11436931" cy="4626427"/>
            <a:chOff x="12187237" y="0"/>
            <a:chExt cx="11475801" cy="4655945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9ECF3CB1-ED0C-B0ED-6A59-C4776D570463}"/>
                </a:ext>
              </a:extLst>
            </p:cNvPr>
            <p:cNvGrpSpPr/>
            <p:nvPr/>
          </p:nvGrpSpPr>
          <p:grpSpPr>
            <a:xfrm>
              <a:off x="12187237" y="0"/>
              <a:ext cx="11475801" cy="4655945"/>
              <a:chOff x="12187237" y="0"/>
              <a:chExt cx="11236058" cy="4546385"/>
            </a:xfrm>
          </p:grpSpPr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5AE5EF6D-5F1D-D845-AB37-0967E92907A5}"/>
                  </a:ext>
                </a:extLst>
              </p:cNvPr>
              <p:cNvSpPr/>
              <p:nvPr/>
            </p:nvSpPr>
            <p:spPr>
              <a:xfrm>
                <a:off x="12187237" y="0"/>
                <a:ext cx="11236058" cy="454638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defPPr>
                  <a:defRPr lang="ja-JP"/>
                </a:defPPr>
                <a:lvl1pPr marL="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3F9E84E0-0EF0-17FC-6FE4-B2FEC39576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9123" t="27121" r="14411" b="20370"/>
              <a:stretch>
                <a:fillRect/>
              </a:stretch>
            </p:blipFill>
            <p:spPr>
              <a:xfrm>
                <a:off x="13433972" y="233815"/>
                <a:ext cx="8640862" cy="4182676"/>
              </a:xfrm>
              <a:prstGeom prst="rect">
                <a:avLst/>
              </a:prstGeom>
            </p:spPr>
          </p:pic>
        </p:grp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68B1F501-50A0-F874-0098-AE3005047196}"/>
                </a:ext>
              </a:extLst>
            </p:cNvPr>
            <p:cNvSpPr/>
            <p:nvPr/>
          </p:nvSpPr>
          <p:spPr>
            <a:xfrm>
              <a:off x="13827232" y="390945"/>
              <a:ext cx="8272548" cy="38673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EB687877-C95E-F730-40C5-963B3E524E38}"/>
                </a:ext>
              </a:extLst>
            </p:cNvPr>
            <p:cNvSpPr/>
            <p:nvPr/>
          </p:nvSpPr>
          <p:spPr>
            <a:xfrm>
              <a:off x="22378730" y="1955069"/>
              <a:ext cx="1170410" cy="71454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④エネミー</a:t>
              </a:r>
              <a:endParaRPr kumimoji="1" lang="en-US" altLang="ja-JP" sz="1200" b="1">
                <a:solidFill>
                  <a:srgbClr val="FF0000"/>
                </a:solidFill>
              </a:endParaRPr>
            </a:p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　情報入力欄</a:t>
              </a:r>
            </a:p>
          </p:txBody>
        </p: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A959EEC2-3229-4685-6297-95CB3BF1ED7C}"/>
                </a:ext>
              </a:extLst>
            </p:cNvPr>
            <p:cNvCxnSpPr>
              <a:stCxn id="35" idx="1"/>
              <a:endCxn id="34" idx="3"/>
            </p:cNvCxnSpPr>
            <p:nvPr/>
          </p:nvCxnSpPr>
          <p:spPr>
            <a:xfrm flipH="1">
              <a:off x="22099780" y="2312343"/>
              <a:ext cx="278950" cy="1226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3752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5857-827A-6229-6113-E552ADAC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39F7668-3B6B-6140-6A0C-58595BED5135}"/>
              </a:ext>
            </a:extLst>
          </p:cNvPr>
          <p:cNvGrpSpPr/>
          <p:nvPr/>
        </p:nvGrpSpPr>
        <p:grpSpPr>
          <a:xfrm>
            <a:off x="520410" y="0"/>
            <a:ext cx="11436931" cy="6640884"/>
            <a:chOff x="333375" y="4887767"/>
            <a:chExt cx="11475801" cy="6683747"/>
          </a:xfrm>
        </p:grpSpPr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E0AA464E-254A-BCD5-7491-2B8D385FAC0C}"/>
                </a:ext>
              </a:extLst>
            </p:cNvPr>
            <p:cNvGrpSpPr/>
            <p:nvPr/>
          </p:nvGrpSpPr>
          <p:grpSpPr>
            <a:xfrm>
              <a:off x="333375" y="4887767"/>
              <a:ext cx="11475801" cy="6683747"/>
              <a:chOff x="333375" y="4887767"/>
              <a:chExt cx="11236058" cy="6526470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8DC25741-1012-004A-8360-88CD98DE3327}"/>
                  </a:ext>
                </a:extLst>
              </p:cNvPr>
              <p:cNvSpPr/>
              <p:nvPr/>
            </p:nvSpPr>
            <p:spPr>
              <a:xfrm>
                <a:off x="333375" y="4887767"/>
                <a:ext cx="11236058" cy="652647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defPPr>
                  <a:defRPr lang="ja-JP"/>
                </a:defPPr>
                <a:lvl1pPr marL="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pic>
            <p:nvPicPr>
              <p:cNvPr id="32" name="図 31">
                <a:extLst>
                  <a:ext uri="{FF2B5EF4-FFF2-40B4-BE49-F238E27FC236}">
                    <a16:creationId xmlns:a16="http://schemas.microsoft.com/office/drawing/2014/main" id="{AC970566-6562-751D-E782-572914D801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5627" t="4316" r="14777" b="8679"/>
              <a:stretch>
                <a:fillRect/>
              </a:stretch>
            </p:blipFill>
            <p:spPr>
              <a:xfrm>
                <a:off x="1618176" y="5122335"/>
                <a:ext cx="8869255" cy="6148906"/>
              </a:xfrm>
              <a:prstGeom prst="rect">
                <a:avLst/>
              </a:prstGeom>
            </p:spPr>
          </p:pic>
        </p:grp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AF3D99A-EDAD-1798-29B2-69A887A60946}"/>
                </a:ext>
              </a:extLst>
            </p:cNvPr>
            <p:cNvSpPr/>
            <p:nvPr/>
          </p:nvSpPr>
          <p:spPr>
            <a:xfrm>
              <a:off x="1980990" y="5215465"/>
              <a:ext cx="8259213" cy="58180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A11EA04-7160-76FC-A60E-63742E5407FB}"/>
                </a:ext>
              </a:extLst>
            </p:cNvPr>
            <p:cNvSpPr/>
            <p:nvPr/>
          </p:nvSpPr>
          <p:spPr>
            <a:xfrm>
              <a:off x="10512918" y="7766687"/>
              <a:ext cx="1129367" cy="700000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⑤ドロップ</a:t>
              </a:r>
              <a:endParaRPr kumimoji="1" lang="en-US" altLang="ja-JP" sz="1200" b="1">
                <a:solidFill>
                  <a:srgbClr val="FF0000"/>
                </a:solidFill>
              </a:endParaRPr>
            </a:p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　入力欄</a:t>
              </a:r>
            </a:p>
          </p:txBody>
        </p: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94BF8C1D-901C-95E3-FAC1-AA061E830872}"/>
                </a:ext>
              </a:extLst>
            </p:cNvPr>
            <p:cNvCxnSpPr>
              <a:stCxn id="29" idx="1"/>
              <a:endCxn id="28" idx="3"/>
            </p:cNvCxnSpPr>
            <p:nvPr/>
          </p:nvCxnSpPr>
          <p:spPr>
            <a:xfrm flipH="1">
              <a:off x="10240203" y="8116686"/>
              <a:ext cx="272715" cy="78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142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0BDA-4A4C-7E94-0A20-011122EA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17035BB-941E-434B-1B7D-FC0E88A58996}"/>
              </a:ext>
            </a:extLst>
          </p:cNvPr>
          <p:cNvGrpSpPr/>
          <p:nvPr/>
        </p:nvGrpSpPr>
        <p:grpSpPr>
          <a:xfrm>
            <a:off x="375153" y="415637"/>
            <a:ext cx="11441694" cy="6918613"/>
            <a:chOff x="12301537" y="5082948"/>
            <a:chExt cx="11475801" cy="6955591"/>
          </a:xfrm>
        </p:grpSpPr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E3A9B2BE-7263-7BEF-CF8A-8FBC14530D4D}"/>
                </a:ext>
              </a:extLst>
            </p:cNvPr>
            <p:cNvGrpSpPr/>
            <p:nvPr/>
          </p:nvGrpSpPr>
          <p:grpSpPr>
            <a:xfrm>
              <a:off x="12301537" y="5082948"/>
              <a:ext cx="11475801" cy="6955591"/>
              <a:chOff x="12301537" y="5082948"/>
              <a:chExt cx="11236058" cy="6791917"/>
            </a:xfrm>
          </p:grpSpPr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BF470FBD-094D-577D-D12C-5F0DEA6E1F68}"/>
                  </a:ext>
                </a:extLst>
              </p:cNvPr>
              <p:cNvSpPr/>
              <p:nvPr/>
            </p:nvSpPr>
            <p:spPr>
              <a:xfrm>
                <a:off x="12301537" y="5082948"/>
                <a:ext cx="11236058" cy="679191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defPPr>
                  <a:defRPr lang="ja-JP"/>
                </a:defPPr>
                <a:lvl1pPr marL="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 dirty="0"/>
              </a:p>
            </p:txBody>
          </p:sp>
          <p:pic>
            <p:nvPicPr>
              <p:cNvPr id="26" name="図 25">
                <a:extLst>
                  <a:ext uri="{FF2B5EF4-FFF2-40B4-BE49-F238E27FC236}">
                    <a16:creationId xmlns:a16="http://schemas.microsoft.com/office/drawing/2014/main" id="{80E4A9A0-2C8E-B345-1ECD-E0BDA39EC1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3511" t="2932" r="6080"/>
              <a:stretch>
                <a:fillRect/>
              </a:stretch>
            </p:blipFill>
            <p:spPr>
              <a:xfrm>
                <a:off x="13662470" y="5292060"/>
                <a:ext cx="8602795" cy="6518237"/>
              </a:xfrm>
              <a:prstGeom prst="rect">
                <a:avLst/>
              </a:prstGeom>
            </p:spPr>
          </p:pic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E5ACAE0-4FB1-E6CD-9B75-692B8604ABB3}"/>
                </a:ext>
              </a:extLst>
            </p:cNvPr>
            <p:cNvSpPr/>
            <p:nvPr/>
          </p:nvSpPr>
          <p:spPr>
            <a:xfrm>
              <a:off x="13952962" y="5467490"/>
              <a:ext cx="8253498" cy="61394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058BDEA-2998-C4C9-96E0-3BCDCA6BA825}"/>
                </a:ext>
              </a:extLst>
            </p:cNvPr>
            <p:cNvSpPr/>
            <p:nvPr/>
          </p:nvSpPr>
          <p:spPr>
            <a:xfrm>
              <a:off x="22481079" y="8115674"/>
              <a:ext cx="1135083" cy="83490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⑥エネミー</a:t>
              </a:r>
              <a:endParaRPr kumimoji="1" lang="en-US" altLang="ja-JP" sz="1200" b="1">
                <a:solidFill>
                  <a:srgbClr val="FF0000"/>
                </a:solidFill>
              </a:endParaRPr>
            </a:p>
            <a:p>
              <a:pPr algn="l"/>
              <a:r>
                <a:rPr kumimoji="1" lang="ja-JP" altLang="en-US" sz="1200" b="1">
                  <a:solidFill>
                    <a:srgbClr val="FF0000"/>
                  </a:solidFill>
                </a:rPr>
                <a:t>　能力値欄</a:t>
              </a:r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278AFAF8-C95B-67C7-A036-591C56A19F4E}"/>
                </a:ext>
              </a:extLst>
            </p:cNvPr>
            <p:cNvCxnSpPr>
              <a:stCxn id="23" idx="1"/>
              <a:endCxn id="22" idx="3"/>
            </p:cNvCxnSpPr>
            <p:nvPr/>
          </p:nvCxnSpPr>
          <p:spPr>
            <a:xfrm flipH="1">
              <a:off x="22206460" y="8533128"/>
              <a:ext cx="274619" cy="409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063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34AD894-73F6-D0BE-9775-55BC5794939C}"/>
              </a:ext>
            </a:extLst>
          </p:cNvPr>
          <p:cNvGrpSpPr/>
          <p:nvPr/>
        </p:nvGrpSpPr>
        <p:grpSpPr>
          <a:xfrm>
            <a:off x="-1333175" y="-3888427"/>
            <a:ext cx="11210374" cy="15739754"/>
            <a:chOff x="0" y="292551"/>
            <a:chExt cx="11615187" cy="13120379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82EFC521-04B3-A544-B2A4-7B412D68067E}"/>
                </a:ext>
              </a:extLst>
            </p:cNvPr>
            <p:cNvSpPr/>
            <p:nvPr/>
          </p:nvSpPr>
          <p:spPr>
            <a:xfrm>
              <a:off x="0" y="292551"/>
              <a:ext cx="11615187" cy="131203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ja-JP"/>
              </a:defPPr>
              <a:lvl1pPr marL="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E6105164-CEE3-8735-000F-E6787D601891}"/>
                </a:ext>
              </a:extLst>
            </p:cNvPr>
            <p:cNvGrpSpPr/>
            <p:nvPr/>
          </p:nvGrpSpPr>
          <p:grpSpPr>
            <a:xfrm>
              <a:off x="1461406" y="852684"/>
              <a:ext cx="8749542" cy="12248694"/>
              <a:chOff x="1461406" y="852684"/>
              <a:chExt cx="10601325" cy="14944725"/>
            </a:xfrm>
          </p:grpSpPr>
          <p:pic>
            <p:nvPicPr>
              <p:cNvPr id="43" name="図 42">
                <a:extLst>
                  <a:ext uri="{FF2B5EF4-FFF2-40B4-BE49-F238E27FC236}">
                    <a16:creationId xmlns:a16="http://schemas.microsoft.com/office/drawing/2014/main" id="{6386A049-800B-303C-8321-70665D467B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alphaModFix/>
              </a:blip>
              <a:srcRect l="3250" t="13128" r="4513"/>
              <a:stretch>
                <a:fillRect/>
              </a:stretch>
            </p:blipFill>
            <p:spPr>
              <a:xfrm>
                <a:off x="1461406" y="852684"/>
                <a:ext cx="10544175" cy="7564017"/>
              </a:xfrm>
              <a:prstGeom prst="rect">
                <a:avLst/>
              </a:prstGeom>
            </p:spPr>
          </p:pic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B46A3AEA-0088-3F49-C5A2-2D610BACF8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alphaModFix/>
              </a:blip>
              <a:srcRect l="5255" t="15043" r="6156"/>
              <a:stretch>
                <a:fillRect/>
              </a:stretch>
            </p:blipFill>
            <p:spPr>
              <a:xfrm>
                <a:off x="1556656" y="6706749"/>
                <a:ext cx="10439400" cy="7299923"/>
              </a:xfrm>
              <a:prstGeom prst="rect">
                <a:avLst/>
              </a:prstGeom>
            </p:spPr>
          </p:pic>
          <p:pic>
            <p:nvPicPr>
              <p:cNvPr id="45" name="図 44">
                <a:extLst>
                  <a:ext uri="{FF2B5EF4-FFF2-40B4-BE49-F238E27FC236}">
                    <a16:creationId xmlns:a16="http://schemas.microsoft.com/office/drawing/2014/main" id="{E415B419-0472-861A-0E05-E2E5FA0C89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alphaModFix/>
              </a:blip>
              <a:srcRect l="6479" t="14685" r="1118" b="4147"/>
              <a:stretch>
                <a:fillRect/>
              </a:stretch>
            </p:blipFill>
            <p:spPr>
              <a:xfrm>
                <a:off x="1499506" y="10980141"/>
                <a:ext cx="10563225" cy="4817268"/>
              </a:xfrm>
              <a:prstGeom prst="rect">
                <a:avLst/>
              </a:prstGeom>
            </p:spPr>
          </p:pic>
        </p:grp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D6271005-8921-50A2-0D01-7789575A2374}"/>
                </a:ext>
              </a:extLst>
            </p:cNvPr>
            <p:cNvGrpSpPr/>
            <p:nvPr/>
          </p:nvGrpSpPr>
          <p:grpSpPr>
            <a:xfrm>
              <a:off x="1490601" y="1205473"/>
              <a:ext cx="8519813" cy="11694801"/>
              <a:chOff x="1490601" y="1205472"/>
              <a:chExt cx="8725065" cy="10223473"/>
            </a:xfrm>
          </p:grpSpPr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3B945DF4-4807-DD83-FE6D-A22E020EA53E}"/>
                  </a:ext>
                </a:extLst>
              </p:cNvPr>
              <p:cNvSpPr/>
              <p:nvPr/>
            </p:nvSpPr>
            <p:spPr>
              <a:xfrm>
                <a:off x="1490601" y="1243188"/>
                <a:ext cx="2578686" cy="35725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8DAE86F7-ED40-C142-4AD4-A28F50B75186}"/>
                  </a:ext>
                </a:extLst>
              </p:cNvPr>
              <p:cNvSpPr/>
              <p:nvPr/>
            </p:nvSpPr>
            <p:spPr>
              <a:xfrm>
                <a:off x="1706733" y="2219182"/>
                <a:ext cx="8508933" cy="180523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85E61E1C-106C-37E9-C0A1-BBA69266BEAA}"/>
                  </a:ext>
                </a:extLst>
              </p:cNvPr>
              <p:cNvCxnSpPr>
                <a:stCxn id="37" idx="1"/>
                <a:endCxn id="33" idx="3"/>
              </p:cNvCxnSpPr>
              <p:nvPr/>
            </p:nvCxnSpPr>
            <p:spPr>
              <a:xfrm flipH="1">
                <a:off x="4069287" y="1419525"/>
                <a:ext cx="624821" cy="22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B8AB9CC2-1187-A04F-8E08-52F86CC8C888}"/>
                  </a:ext>
                </a:extLst>
              </p:cNvPr>
              <p:cNvSpPr/>
              <p:nvPr/>
            </p:nvSpPr>
            <p:spPr>
              <a:xfrm>
                <a:off x="4694108" y="1205472"/>
                <a:ext cx="1508759" cy="428106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①タブの切り替え</a:t>
                </a:r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A124CAFD-D2FD-5BB6-3A36-0F7C7E54BC8B}"/>
                  </a:ext>
                </a:extLst>
              </p:cNvPr>
              <p:cNvSpPr/>
              <p:nvPr/>
            </p:nvSpPr>
            <p:spPr>
              <a:xfrm>
                <a:off x="7331741" y="1579168"/>
                <a:ext cx="1127378" cy="4204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②特技の例</a:t>
                </a: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4921E6F5-3086-5ACA-48AE-1EE7A949899F}"/>
                  </a:ext>
                </a:extLst>
              </p:cNvPr>
              <p:cNvSpPr/>
              <p:nvPr/>
            </p:nvSpPr>
            <p:spPr>
              <a:xfrm>
                <a:off x="1660048" y="4115497"/>
                <a:ext cx="8555618" cy="731344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01CE8B1A-7AC7-9D1E-10CE-ACA3234A23B3}"/>
                  </a:ext>
                </a:extLst>
              </p:cNvPr>
              <p:cNvSpPr/>
              <p:nvPr/>
            </p:nvSpPr>
            <p:spPr>
              <a:xfrm>
                <a:off x="7577779" y="3433269"/>
                <a:ext cx="1166633" cy="4204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 dirty="0">
                    <a:solidFill>
                      <a:srgbClr val="FF0000"/>
                    </a:solidFill>
                  </a:rPr>
                  <a:t>③特技の入力</a:t>
                </a:r>
              </a:p>
            </p:txBody>
          </p:sp>
        </p:grp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3FC586A4-3CD7-A80B-E848-D2A716BB9339}"/>
                </a:ext>
              </a:extLst>
            </p:cNvPr>
            <p:cNvCxnSpPr/>
            <p:nvPr/>
          </p:nvCxnSpPr>
          <p:spPr>
            <a:xfrm>
              <a:off x="7733432" y="2112706"/>
              <a:ext cx="491" cy="2371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F48CF319-1286-8005-6CDE-1348AEF0F36D}"/>
                </a:ext>
              </a:extLst>
            </p:cNvPr>
            <p:cNvCxnSpPr>
              <a:cxnSpLocks/>
            </p:cNvCxnSpPr>
            <p:nvPr/>
          </p:nvCxnSpPr>
          <p:spPr>
            <a:xfrm>
              <a:off x="7990518" y="4244300"/>
              <a:ext cx="0" cy="29601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6282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5EDD-5C5D-A834-0D34-A6661AAB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2B7ED58-AFA1-B108-CD5C-34BC1147F047}"/>
              </a:ext>
            </a:extLst>
          </p:cNvPr>
          <p:cNvGrpSpPr/>
          <p:nvPr/>
        </p:nvGrpSpPr>
        <p:grpSpPr>
          <a:xfrm>
            <a:off x="242096" y="719291"/>
            <a:ext cx="11210374" cy="5419417"/>
            <a:chOff x="11811001" y="887863"/>
            <a:chExt cx="11615187" cy="4513795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D249010-4E9A-2D04-F4B8-8CE096F3C355}"/>
                </a:ext>
              </a:extLst>
            </p:cNvPr>
            <p:cNvSpPr/>
            <p:nvPr/>
          </p:nvSpPr>
          <p:spPr>
            <a:xfrm>
              <a:off x="11811001" y="887863"/>
              <a:ext cx="11615187" cy="451379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ja-JP"/>
              </a:defPPr>
              <a:lvl1pPr marL="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4626DD85-4E90-2876-611E-203F6DF941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/>
            </a:blip>
            <a:srcRect l="3250" t="13128" r="4513" b="35330"/>
            <a:stretch>
              <a:fillRect/>
            </a:stretch>
          </p:blipFill>
          <p:spPr>
            <a:xfrm>
              <a:off x="13272407" y="1447997"/>
              <a:ext cx="8702375" cy="3678184"/>
            </a:xfrm>
            <a:prstGeom prst="rect">
              <a:avLst/>
            </a:prstGeom>
          </p:spPr>
        </p:pic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3334FFE0-FA4A-027C-0828-F9451D07A18D}"/>
                </a:ext>
              </a:extLst>
            </p:cNvPr>
            <p:cNvGrpSpPr/>
            <p:nvPr/>
          </p:nvGrpSpPr>
          <p:grpSpPr>
            <a:xfrm>
              <a:off x="13301604" y="1800786"/>
              <a:ext cx="8519813" cy="3224639"/>
              <a:chOff x="13301602" y="1800784"/>
              <a:chExt cx="8725065" cy="2818946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171B3E84-F70D-AE70-DA10-8B095D730D6E}"/>
                  </a:ext>
                </a:extLst>
              </p:cNvPr>
              <p:cNvSpPr/>
              <p:nvPr/>
            </p:nvSpPr>
            <p:spPr>
              <a:xfrm>
                <a:off x="13301602" y="1838500"/>
                <a:ext cx="2578686" cy="35725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F7CB8986-BEB8-670E-1C0E-35E82085BCBE}"/>
                  </a:ext>
                </a:extLst>
              </p:cNvPr>
              <p:cNvSpPr/>
              <p:nvPr/>
            </p:nvSpPr>
            <p:spPr>
              <a:xfrm>
                <a:off x="13517734" y="2814494"/>
                <a:ext cx="8508933" cy="180523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cxnSp>
            <p:nvCxnSpPr>
              <p:cNvPr id="25" name="直線矢印コネクタ 24">
                <a:extLst>
                  <a:ext uri="{FF2B5EF4-FFF2-40B4-BE49-F238E27FC236}">
                    <a16:creationId xmlns:a16="http://schemas.microsoft.com/office/drawing/2014/main" id="{238D2688-B3B0-934C-92D7-2C081CB32D3E}"/>
                  </a:ext>
                </a:extLst>
              </p:cNvPr>
              <p:cNvCxnSpPr>
                <a:stCxn id="26" idx="1"/>
                <a:endCxn id="23" idx="3"/>
              </p:cNvCxnSpPr>
              <p:nvPr/>
            </p:nvCxnSpPr>
            <p:spPr>
              <a:xfrm flipH="1">
                <a:off x="15880288" y="2014837"/>
                <a:ext cx="624821" cy="229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344DB035-65D8-7B29-DEDD-D52A6571BD1E}"/>
                  </a:ext>
                </a:extLst>
              </p:cNvPr>
              <p:cNvSpPr/>
              <p:nvPr/>
            </p:nvSpPr>
            <p:spPr>
              <a:xfrm>
                <a:off x="16505109" y="1800784"/>
                <a:ext cx="1508759" cy="428106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 dirty="0">
                    <a:solidFill>
                      <a:srgbClr val="FF0000"/>
                    </a:solidFill>
                  </a:rPr>
                  <a:t>①タブの切り替え</a:t>
                </a: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5EEB965C-B075-8789-8CE6-76E0050B1B39}"/>
                  </a:ext>
                </a:extLst>
              </p:cNvPr>
              <p:cNvSpPr/>
              <p:nvPr/>
            </p:nvSpPr>
            <p:spPr>
              <a:xfrm>
                <a:off x="19142742" y="2174480"/>
                <a:ext cx="1127378" cy="4204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>
                    <a:solidFill>
                      <a:srgbClr val="FF0000"/>
                    </a:solidFill>
                  </a:rPr>
                  <a:t>②特技の例</a:t>
                </a:r>
              </a:p>
            </p:txBody>
          </p:sp>
        </p:grp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14FC2B18-A5DD-4313-C428-703EFEF74C12}"/>
                </a:ext>
              </a:extLst>
            </p:cNvPr>
            <p:cNvCxnSpPr/>
            <p:nvPr/>
          </p:nvCxnSpPr>
          <p:spPr>
            <a:xfrm>
              <a:off x="19544433" y="2708018"/>
              <a:ext cx="491" cy="23712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000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1DFDC-4CC6-F25F-9D8B-8D1ACDDD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34422385-AB94-0DDF-A3BB-0760260918A5}"/>
              </a:ext>
            </a:extLst>
          </p:cNvPr>
          <p:cNvGrpSpPr/>
          <p:nvPr/>
        </p:nvGrpSpPr>
        <p:grpSpPr>
          <a:xfrm>
            <a:off x="490812" y="348343"/>
            <a:ext cx="11210375" cy="11520070"/>
            <a:chOff x="22563427" y="-630912"/>
            <a:chExt cx="11615187" cy="9631047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259965BE-6F31-3694-FEC6-95C7C9701470}"/>
                </a:ext>
              </a:extLst>
            </p:cNvPr>
            <p:cNvSpPr/>
            <p:nvPr/>
          </p:nvSpPr>
          <p:spPr>
            <a:xfrm>
              <a:off x="22563427" y="-630912"/>
              <a:ext cx="11615187" cy="96310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ja-JP"/>
              </a:defPPr>
              <a:lvl1pPr marL="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D6A5859-A5CB-B0EA-96C0-D910816BC2E1}"/>
                </a:ext>
              </a:extLst>
            </p:cNvPr>
            <p:cNvGrpSpPr/>
            <p:nvPr/>
          </p:nvGrpSpPr>
          <p:grpSpPr>
            <a:xfrm>
              <a:off x="24024833" y="-252322"/>
              <a:ext cx="8749542" cy="8940906"/>
              <a:chOff x="24024833" y="-341555"/>
              <a:chExt cx="10601325" cy="10908867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C68341EB-8B79-6364-A68D-2A5B6E4078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alphaModFix/>
              </a:blip>
              <a:srcRect l="3250" t="59479" r="4513"/>
              <a:stretch>
                <a:fillRect/>
              </a:stretch>
            </p:blipFill>
            <p:spPr>
              <a:xfrm>
                <a:off x="24024833" y="-341555"/>
                <a:ext cx="10544176" cy="3528157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1E7DC174-D55E-180C-6B25-01A7EC0898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alphaModFix/>
              </a:blip>
              <a:srcRect l="5255" t="15043" r="6156"/>
              <a:stretch>
                <a:fillRect/>
              </a:stretch>
            </p:blipFill>
            <p:spPr>
              <a:xfrm>
                <a:off x="24120083" y="1476652"/>
                <a:ext cx="10439400" cy="7299923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5F477284-DE1E-BF56-871B-0FA5EF6F07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alphaModFix/>
              </a:blip>
              <a:srcRect l="6479" t="14685" r="1118" b="4147"/>
              <a:stretch>
                <a:fillRect/>
              </a:stretch>
            </p:blipFill>
            <p:spPr>
              <a:xfrm>
                <a:off x="24062933" y="5750044"/>
                <a:ext cx="10563225" cy="4817268"/>
              </a:xfrm>
              <a:prstGeom prst="rect">
                <a:avLst/>
              </a:prstGeom>
            </p:spPr>
          </p:pic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4F7BA5B-3590-2066-3DE3-590B7516E6FE}"/>
                </a:ext>
              </a:extLst>
            </p:cNvPr>
            <p:cNvGrpSpPr/>
            <p:nvPr/>
          </p:nvGrpSpPr>
          <p:grpSpPr>
            <a:xfrm>
              <a:off x="24219491" y="-481000"/>
              <a:ext cx="8354352" cy="8968453"/>
              <a:chOff x="24219489" y="-385741"/>
              <a:chExt cx="8555618" cy="7840150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524FFAF7-04AC-357F-A046-B2BB65C3BDC7}"/>
                  </a:ext>
                </a:extLst>
              </p:cNvPr>
              <p:cNvSpPr/>
              <p:nvPr/>
            </p:nvSpPr>
            <p:spPr>
              <a:xfrm>
                <a:off x="24219489" y="176951"/>
                <a:ext cx="8555618" cy="727745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kumimoji="1" lang="ja-JP" altLang="en-US" sz="1100"/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518C7AB8-C111-A4F7-5441-EAC15C81D7E8}"/>
                  </a:ext>
                </a:extLst>
              </p:cNvPr>
              <p:cNvSpPr/>
              <p:nvPr/>
            </p:nvSpPr>
            <p:spPr>
              <a:xfrm>
                <a:off x="29831840" y="-385741"/>
                <a:ext cx="1235754" cy="42048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kumimoji="1" lang="ja-JP" altLang="en-US" sz="1200" b="1" dirty="0">
                    <a:solidFill>
                      <a:srgbClr val="FF0000"/>
                    </a:solidFill>
                  </a:rPr>
                  <a:t>③特技の入力</a:t>
                </a:r>
              </a:p>
            </p:txBody>
          </p:sp>
        </p:grp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EF8C64C6-AE19-3031-E195-2DA1209387ED}"/>
                </a:ext>
              </a:extLst>
            </p:cNvPr>
            <p:cNvCxnSpPr/>
            <p:nvPr/>
          </p:nvCxnSpPr>
          <p:spPr>
            <a:xfrm>
              <a:off x="30297352" y="-8234"/>
              <a:ext cx="0" cy="15696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6455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66946D2-118D-CBB0-DF7F-5BBEC80646C0}"/>
              </a:ext>
            </a:extLst>
          </p:cNvPr>
          <p:cNvCxnSpPr/>
          <p:nvPr/>
        </p:nvCxnSpPr>
        <p:spPr>
          <a:xfrm>
            <a:off x="-294000" y="1989000"/>
            <a:ext cx="127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E454536-4BBE-B1E2-2E9D-5E8CE521304D}"/>
              </a:ext>
            </a:extLst>
          </p:cNvPr>
          <p:cNvCxnSpPr/>
          <p:nvPr/>
        </p:nvCxnSpPr>
        <p:spPr>
          <a:xfrm>
            <a:off x="-294000" y="2709000"/>
            <a:ext cx="127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76F4B59-FE6E-3ED8-D4B6-8E09D94136EA}"/>
              </a:ext>
            </a:extLst>
          </p:cNvPr>
          <p:cNvCxnSpPr/>
          <p:nvPr/>
        </p:nvCxnSpPr>
        <p:spPr>
          <a:xfrm>
            <a:off x="105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3CD2525-4521-7275-C40B-D77F122AA8DA}"/>
              </a:ext>
            </a:extLst>
          </p:cNvPr>
          <p:cNvCxnSpPr/>
          <p:nvPr/>
        </p:nvCxnSpPr>
        <p:spPr>
          <a:xfrm>
            <a:off x="177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006275BB-A962-9A24-9DA7-1CA0A13E114D}"/>
              </a:ext>
            </a:extLst>
          </p:cNvPr>
          <p:cNvCxnSpPr/>
          <p:nvPr/>
        </p:nvCxnSpPr>
        <p:spPr>
          <a:xfrm>
            <a:off x="249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7F9A795-9664-0AF9-98F3-2F52BDAF25D4}"/>
              </a:ext>
            </a:extLst>
          </p:cNvPr>
          <p:cNvCxnSpPr/>
          <p:nvPr/>
        </p:nvCxnSpPr>
        <p:spPr>
          <a:xfrm>
            <a:off x="321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0F52377-FD82-1EC1-AA2D-CCAF8324676D}"/>
              </a:ext>
            </a:extLst>
          </p:cNvPr>
          <p:cNvCxnSpPr/>
          <p:nvPr/>
        </p:nvCxnSpPr>
        <p:spPr>
          <a:xfrm>
            <a:off x="393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2DF3EC3-7CC4-22D3-8D42-516AEF99DD50}"/>
              </a:ext>
            </a:extLst>
          </p:cNvPr>
          <p:cNvCxnSpPr/>
          <p:nvPr/>
        </p:nvCxnSpPr>
        <p:spPr>
          <a:xfrm>
            <a:off x="465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5AD26DC-9ED6-C198-EC4A-0082E003DD8C}"/>
              </a:ext>
            </a:extLst>
          </p:cNvPr>
          <p:cNvCxnSpPr/>
          <p:nvPr/>
        </p:nvCxnSpPr>
        <p:spPr>
          <a:xfrm>
            <a:off x="537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44310EC-5C11-8A14-E5F9-3ED9D6F6D998}"/>
              </a:ext>
            </a:extLst>
          </p:cNvPr>
          <p:cNvCxnSpPr/>
          <p:nvPr/>
        </p:nvCxnSpPr>
        <p:spPr>
          <a:xfrm>
            <a:off x="609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E5F79A6-24F3-19DD-FAE4-03A382AF9840}"/>
              </a:ext>
            </a:extLst>
          </p:cNvPr>
          <p:cNvCxnSpPr/>
          <p:nvPr/>
        </p:nvCxnSpPr>
        <p:spPr>
          <a:xfrm>
            <a:off x="681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74D0A4A8-522A-20D5-A4E1-AFA3C5F0F0FB}"/>
              </a:ext>
            </a:extLst>
          </p:cNvPr>
          <p:cNvCxnSpPr/>
          <p:nvPr/>
        </p:nvCxnSpPr>
        <p:spPr>
          <a:xfrm>
            <a:off x="753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2A5ABB4-4F17-A826-CA1A-A48FAFD918EF}"/>
              </a:ext>
            </a:extLst>
          </p:cNvPr>
          <p:cNvCxnSpPr/>
          <p:nvPr/>
        </p:nvCxnSpPr>
        <p:spPr>
          <a:xfrm>
            <a:off x="825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C9357BFA-0478-6F8B-355A-B4BA56CFF8A9}"/>
              </a:ext>
            </a:extLst>
          </p:cNvPr>
          <p:cNvCxnSpPr/>
          <p:nvPr/>
        </p:nvCxnSpPr>
        <p:spPr>
          <a:xfrm>
            <a:off x="897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A764EA4-C7AF-F58F-79FB-89A88DB1DA6B}"/>
              </a:ext>
            </a:extLst>
          </p:cNvPr>
          <p:cNvCxnSpPr/>
          <p:nvPr/>
        </p:nvCxnSpPr>
        <p:spPr>
          <a:xfrm>
            <a:off x="969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C433CEC-90AB-F6B4-2510-69A181F87455}"/>
              </a:ext>
            </a:extLst>
          </p:cNvPr>
          <p:cNvCxnSpPr/>
          <p:nvPr/>
        </p:nvCxnSpPr>
        <p:spPr>
          <a:xfrm>
            <a:off x="1041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160F551-6AF9-56E2-72B9-1ECBFF1DD7D3}"/>
              </a:ext>
            </a:extLst>
          </p:cNvPr>
          <p:cNvCxnSpPr/>
          <p:nvPr/>
        </p:nvCxnSpPr>
        <p:spPr>
          <a:xfrm>
            <a:off x="1113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08AD175-55DC-F91A-65E9-B5A4BA48F228}"/>
              </a:ext>
            </a:extLst>
          </p:cNvPr>
          <p:cNvCxnSpPr/>
          <p:nvPr/>
        </p:nvCxnSpPr>
        <p:spPr>
          <a:xfrm>
            <a:off x="11856000" y="324000"/>
            <a:ext cx="0" cy="423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D604B652-E947-4C29-901B-8EF8B5BE9D55}"/>
              </a:ext>
            </a:extLst>
          </p:cNvPr>
          <p:cNvSpPr/>
          <p:nvPr/>
        </p:nvSpPr>
        <p:spPr>
          <a:xfrm>
            <a:off x="1413510" y="5853240"/>
            <a:ext cx="9364980" cy="731520"/>
          </a:xfrm>
          <a:custGeom>
            <a:avLst/>
            <a:gdLst>
              <a:gd name="csX0" fmla="*/ 0 w 10703002"/>
              <a:gd name="csY0" fmla="*/ 723900 h 731634"/>
              <a:gd name="csX1" fmla="*/ 716280 w 10703002"/>
              <a:gd name="csY1" fmla="*/ 0 h 731634"/>
              <a:gd name="csX2" fmla="*/ 1440180 w 10703002"/>
              <a:gd name="csY2" fmla="*/ 723900 h 731634"/>
              <a:gd name="csX3" fmla="*/ 2156460 w 10703002"/>
              <a:gd name="csY3" fmla="*/ 7620 h 731634"/>
              <a:gd name="csX4" fmla="*/ 2880360 w 10703002"/>
              <a:gd name="csY4" fmla="*/ 723900 h 731634"/>
              <a:gd name="csX5" fmla="*/ 3604260 w 10703002"/>
              <a:gd name="csY5" fmla="*/ 0 h 731634"/>
              <a:gd name="csX6" fmla="*/ 4328160 w 10703002"/>
              <a:gd name="csY6" fmla="*/ 723900 h 731634"/>
              <a:gd name="csX7" fmla="*/ 5036820 w 10703002"/>
              <a:gd name="csY7" fmla="*/ 0 h 731634"/>
              <a:gd name="csX8" fmla="*/ 5753100 w 10703002"/>
              <a:gd name="csY8" fmla="*/ 723900 h 731634"/>
              <a:gd name="csX9" fmla="*/ 6477000 w 10703002"/>
              <a:gd name="csY9" fmla="*/ 0 h 731634"/>
              <a:gd name="csX10" fmla="*/ 7193280 w 10703002"/>
              <a:gd name="csY10" fmla="*/ 723900 h 731634"/>
              <a:gd name="csX11" fmla="*/ 7917180 w 10703002"/>
              <a:gd name="csY11" fmla="*/ 7620 h 731634"/>
              <a:gd name="csX12" fmla="*/ 8633460 w 10703002"/>
              <a:gd name="csY12" fmla="*/ 723900 h 731634"/>
              <a:gd name="csX13" fmla="*/ 9357360 w 10703002"/>
              <a:gd name="csY13" fmla="*/ 7620 h 731634"/>
              <a:gd name="csX14" fmla="*/ 10081260 w 10703002"/>
              <a:gd name="csY14" fmla="*/ 731520 h 731634"/>
              <a:gd name="csX15" fmla="*/ 10683240 w 10703002"/>
              <a:gd name="csY15" fmla="*/ 68580 h 731634"/>
              <a:gd name="csX0" fmla="*/ 0 w 10806734"/>
              <a:gd name="csY0" fmla="*/ 723900 h 731623"/>
              <a:gd name="csX1" fmla="*/ 716280 w 10806734"/>
              <a:gd name="csY1" fmla="*/ 0 h 731623"/>
              <a:gd name="csX2" fmla="*/ 1440180 w 10806734"/>
              <a:gd name="csY2" fmla="*/ 723900 h 731623"/>
              <a:gd name="csX3" fmla="*/ 2156460 w 10806734"/>
              <a:gd name="csY3" fmla="*/ 7620 h 731623"/>
              <a:gd name="csX4" fmla="*/ 2880360 w 10806734"/>
              <a:gd name="csY4" fmla="*/ 723900 h 731623"/>
              <a:gd name="csX5" fmla="*/ 3604260 w 10806734"/>
              <a:gd name="csY5" fmla="*/ 0 h 731623"/>
              <a:gd name="csX6" fmla="*/ 4328160 w 10806734"/>
              <a:gd name="csY6" fmla="*/ 723900 h 731623"/>
              <a:gd name="csX7" fmla="*/ 5036820 w 10806734"/>
              <a:gd name="csY7" fmla="*/ 0 h 731623"/>
              <a:gd name="csX8" fmla="*/ 5753100 w 10806734"/>
              <a:gd name="csY8" fmla="*/ 723900 h 731623"/>
              <a:gd name="csX9" fmla="*/ 6477000 w 10806734"/>
              <a:gd name="csY9" fmla="*/ 0 h 731623"/>
              <a:gd name="csX10" fmla="*/ 7193280 w 10806734"/>
              <a:gd name="csY10" fmla="*/ 723900 h 731623"/>
              <a:gd name="csX11" fmla="*/ 7917180 w 10806734"/>
              <a:gd name="csY11" fmla="*/ 7620 h 731623"/>
              <a:gd name="csX12" fmla="*/ 8633460 w 10806734"/>
              <a:gd name="csY12" fmla="*/ 723900 h 731623"/>
              <a:gd name="csX13" fmla="*/ 9357360 w 10806734"/>
              <a:gd name="csY13" fmla="*/ 7620 h 731623"/>
              <a:gd name="csX14" fmla="*/ 10081260 w 10806734"/>
              <a:gd name="csY14" fmla="*/ 731520 h 731623"/>
              <a:gd name="csX15" fmla="*/ 10789920 w 10806734"/>
              <a:gd name="csY15" fmla="*/ 0 h 731623"/>
              <a:gd name="csX0" fmla="*/ 0 w 10789986"/>
              <a:gd name="csY0" fmla="*/ 723900 h 732889"/>
              <a:gd name="csX1" fmla="*/ 716280 w 10789986"/>
              <a:gd name="csY1" fmla="*/ 0 h 732889"/>
              <a:gd name="csX2" fmla="*/ 1440180 w 10789986"/>
              <a:gd name="csY2" fmla="*/ 723900 h 732889"/>
              <a:gd name="csX3" fmla="*/ 2156460 w 10789986"/>
              <a:gd name="csY3" fmla="*/ 7620 h 732889"/>
              <a:gd name="csX4" fmla="*/ 2880360 w 10789986"/>
              <a:gd name="csY4" fmla="*/ 723900 h 732889"/>
              <a:gd name="csX5" fmla="*/ 3604260 w 10789986"/>
              <a:gd name="csY5" fmla="*/ 0 h 732889"/>
              <a:gd name="csX6" fmla="*/ 4328160 w 10789986"/>
              <a:gd name="csY6" fmla="*/ 723900 h 732889"/>
              <a:gd name="csX7" fmla="*/ 5036820 w 10789986"/>
              <a:gd name="csY7" fmla="*/ 0 h 732889"/>
              <a:gd name="csX8" fmla="*/ 5753100 w 10789986"/>
              <a:gd name="csY8" fmla="*/ 723900 h 732889"/>
              <a:gd name="csX9" fmla="*/ 6477000 w 10789986"/>
              <a:gd name="csY9" fmla="*/ 0 h 732889"/>
              <a:gd name="csX10" fmla="*/ 7193280 w 10789986"/>
              <a:gd name="csY10" fmla="*/ 723900 h 732889"/>
              <a:gd name="csX11" fmla="*/ 7917180 w 10789986"/>
              <a:gd name="csY11" fmla="*/ 7620 h 732889"/>
              <a:gd name="csX12" fmla="*/ 8633460 w 10789986"/>
              <a:gd name="csY12" fmla="*/ 723900 h 732889"/>
              <a:gd name="csX13" fmla="*/ 9357360 w 10789986"/>
              <a:gd name="csY13" fmla="*/ 7620 h 732889"/>
              <a:gd name="csX14" fmla="*/ 10081260 w 10789986"/>
              <a:gd name="csY14" fmla="*/ 731520 h 732889"/>
              <a:gd name="csX15" fmla="*/ 10789920 w 10789986"/>
              <a:gd name="csY15" fmla="*/ 0 h 732889"/>
              <a:gd name="csX0" fmla="*/ 0 w 10418702"/>
              <a:gd name="csY0" fmla="*/ 723900 h 733077"/>
              <a:gd name="csX1" fmla="*/ 716280 w 10418702"/>
              <a:gd name="csY1" fmla="*/ 0 h 733077"/>
              <a:gd name="csX2" fmla="*/ 1440180 w 10418702"/>
              <a:gd name="csY2" fmla="*/ 723900 h 733077"/>
              <a:gd name="csX3" fmla="*/ 2156460 w 10418702"/>
              <a:gd name="csY3" fmla="*/ 7620 h 733077"/>
              <a:gd name="csX4" fmla="*/ 2880360 w 10418702"/>
              <a:gd name="csY4" fmla="*/ 723900 h 733077"/>
              <a:gd name="csX5" fmla="*/ 3604260 w 10418702"/>
              <a:gd name="csY5" fmla="*/ 0 h 733077"/>
              <a:gd name="csX6" fmla="*/ 4328160 w 10418702"/>
              <a:gd name="csY6" fmla="*/ 723900 h 733077"/>
              <a:gd name="csX7" fmla="*/ 5036820 w 10418702"/>
              <a:gd name="csY7" fmla="*/ 0 h 733077"/>
              <a:gd name="csX8" fmla="*/ 5753100 w 10418702"/>
              <a:gd name="csY8" fmla="*/ 723900 h 733077"/>
              <a:gd name="csX9" fmla="*/ 6477000 w 10418702"/>
              <a:gd name="csY9" fmla="*/ 0 h 733077"/>
              <a:gd name="csX10" fmla="*/ 7193280 w 10418702"/>
              <a:gd name="csY10" fmla="*/ 723900 h 733077"/>
              <a:gd name="csX11" fmla="*/ 7917180 w 10418702"/>
              <a:gd name="csY11" fmla="*/ 7620 h 733077"/>
              <a:gd name="csX12" fmla="*/ 8633460 w 10418702"/>
              <a:gd name="csY12" fmla="*/ 723900 h 733077"/>
              <a:gd name="csX13" fmla="*/ 9357360 w 10418702"/>
              <a:gd name="csY13" fmla="*/ 7620 h 733077"/>
              <a:gd name="csX14" fmla="*/ 10081260 w 10418702"/>
              <a:gd name="csY14" fmla="*/ 731520 h 733077"/>
              <a:gd name="csX15" fmla="*/ 10418445 w 10418702"/>
              <a:gd name="csY15" fmla="*/ 9525 h 733077"/>
              <a:gd name="csX0" fmla="*/ 0 w 10180719"/>
              <a:gd name="csY0" fmla="*/ 723900 h 1052272"/>
              <a:gd name="csX1" fmla="*/ 716280 w 10180719"/>
              <a:gd name="csY1" fmla="*/ 0 h 1052272"/>
              <a:gd name="csX2" fmla="*/ 1440180 w 10180719"/>
              <a:gd name="csY2" fmla="*/ 723900 h 1052272"/>
              <a:gd name="csX3" fmla="*/ 2156460 w 10180719"/>
              <a:gd name="csY3" fmla="*/ 7620 h 1052272"/>
              <a:gd name="csX4" fmla="*/ 2880360 w 10180719"/>
              <a:gd name="csY4" fmla="*/ 723900 h 1052272"/>
              <a:gd name="csX5" fmla="*/ 3604260 w 10180719"/>
              <a:gd name="csY5" fmla="*/ 0 h 1052272"/>
              <a:gd name="csX6" fmla="*/ 4328160 w 10180719"/>
              <a:gd name="csY6" fmla="*/ 723900 h 1052272"/>
              <a:gd name="csX7" fmla="*/ 5036820 w 10180719"/>
              <a:gd name="csY7" fmla="*/ 0 h 1052272"/>
              <a:gd name="csX8" fmla="*/ 5753100 w 10180719"/>
              <a:gd name="csY8" fmla="*/ 723900 h 1052272"/>
              <a:gd name="csX9" fmla="*/ 6477000 w 10180719"/>
              <a:gd name="csY9" fmla="*/ 0 h 1052272"/>
              <a:gd name="csX10" fmla="*/ 7193280 w 10180719"/>
              <a:gd name="csY10" fmla="*/ 723900 h 1052272"/>
              <a:gd name="csX11" fmla="*/ 7917180 w 10180719"/>
              <a:gd name="csY11" fmla="*/ 7620 h 1052272"/>
              <a:gd name="csX12" fmla="*/ 8633460 w 10180719"/>
              <a:gd name="csY12" fmla="*/ 723900 h 1052272"/>
              <a:gd name="csX13" fmla="*/ 9357360 w 10180719"/>
              <a:gd name="csY13" fmla="*/ 7620 h 1052272"/>
              <a:gd name="csX14" fmla="*/ 10081260 w 10180719"/>
              <a:gd name="csY14" fmla="*/ 731520 h 1052272"/>
              <a:gd name="csX15" fmla="*/ 10080307 w 10180719"/>
              <a:gd name="csY15" fmla="*/ 733425 h 1052272"/>
              <a:gd name="csX0" fmla="*/ 0 w 10359304"/>
              <a:gd name="csY0" fmla="*/ 723900 h 733525"/>
              <a:gd name="csX1" fmla="*/ 716280 w 10359304"/>
              <a:gd name="csY1" fmla="*/ 0 h 733525"/>
              <a:gd name="csX2" fmla="*/ 1440180 w 10359304"/>
              <a:gd name="csY2" fmla="*/ 723900 h 733525"/>
              <a:gd name="csX3" fmla="*/ 2156460 w 10359304"/>
              <a:gd name="csY3" fmla="*/ 7620 h 733525"/>
              <a:gd name="csX4" fmla="*/ 2880360 w 10359304"/>
              <a:gd name="csY4" fmla="*/ 723900 h 733525"/>
              <a:gd name="csX5" fmla="*/ 3604260 w 10359304"/>
              <a:gd name="csY5" fmla="*/ 0 h 733525"/>
              <a:gd name="csX6" fmla="*/ 4328160 w 10359304"/>
              <a:gd name="csY6" fmla="*/ 723900 h 733525"/>
              <a:gd name="csX7" fmla="*/ 5036820 w 10359304"/>
              <a:gd name="csY7" fmla="*/ 0 h 733525"/>
              <a:gd name="csX8" fmla="*/ 5753100 w 10359304"/>
              <a:gd name="csY8" fmla="*/ 723900 h 733525"/>
              <a:gd name="csX9" fmla="*/ 6477000 w 10359304"/>
              <a:gd name="csY9" fmla="*/ 0 h 733525"/>
              <a:gd name="csX10" fmla="*/ 7193280 w 10359304"/>
              <a:gd name="csY10" fmla="*/ 723900 h 733525"/>
              <a:gd name="csX11" fmla="*/ 7917180 w 10359304"/>
              <a:gd name="csY11" fmla="*/ 7620 h 733525"/>
              <a:gd name="csX12" fmla="*/ 8633460 w 10359304"/>
              <a:gd name="csY12" fmla="*/ 723900 h 733525"/>
              <a:gd name="csX13" fmla="*/ 9357360 w 10359304"/>
              <a:gd name="csY13" fmla="*/ 7620 h 733525"/>
              <a:gd name="csX14" fmla="*/ 10081260 w 10359304"/>
              <a:gd name="csY14" fmla="*/ 731520 h 733525"/>
              <a:gd name="csX15" fmla="*/ 10080307 w 10359304"/>
              <a:gd name="csY15" fmla="*/ 733425 h 733525"/>
              <a:gd name="csX0" fmla="*/ 0 w 10368372"/>
              <a:gd name="csY0" fmla="*/ 723900 h 731913"/>
              <a:gd name="csX1" fmla="*/ 716280 w 10368372"/>
              <a:gd name="csY1" fmla="*/ 0 h 731913"/>
              <a:gd name="csX2" fmla="*/ 1440180 w 10368372"/>
              <a:gd name="csY2" fmla="*/ 723900 h 731913"/>
              <a:gd name="csX3" fmla="*/ 2156460 w 10368372"/>
              <a:gd name="csY3" fmla="*/ 7620 h 731913"/>
              <a:gd name="csX4" fmla="*/ 2880360 w 10368372"/>
              <a:gd name="csY4" fmla="*/ 723900 h 731913"/>
              <a:gd name="csX5" fmla="*/ 3604260 w 10368372"/>
              <a:gd name="csY5" fmla="*/ 0 h 731913"/>
              <a:gd name="csX6" fmla="*/ 4328160 w 10368372"/>
              <a:gd name="csY6" fmla="*/ 723900 h 731913"/>
              <a:gd name="csX7" fmla="*/ 5036820 w 10368372"/>
              <a:gd name="csY7" fmla="*/ 0 h 731913"/>
              <a:gd name="csX8" fmla="*/ 5753100 w 10368372"/>
              <a:gd name="csY8" fmla="*/ 723900 h 731913"/>
              <a:gd name="csX9" fmla="*/ 6477000 w 10368372"/>
              <a:gd name="csY9" fmla="*/ 0 h 731913"/>
              <a:gd name="csX10" fmla="*/ 7193280 w 10368372"/>
              <a:gd name="csY10" fmla="*/ 723900 h 731913"/>
              <a:gd name="csX11" fmla="*/ 7917180 w 10368372"/>
              <a:gd name="csY11" fmla="*/ 7620 h 731913"/>
              <a:gd name="csX12" fmla="*/ 8633460 w 10368372"/>
              <a:gd name="csY12" fmla="*/ 723900 h 731913"/>
              <a:gd name="csX13" fmla="*/ 9357360 w 10368372"/>
              <a:gd name="csY13" fmla="*/ 7620 h 731913"/>
              <a:gd name="csX14" fmla="*/ 10081260 w 10368372"/>
              <a:gd name="csY14" fmla="*/ 731520 h 731913"/>
              <a:gd name="csX15" fmla="*/ 10094595 w 10368372"/>
              <a:gd name="csY15" fmla="*/ 576262 h 731913"/>
              <a:gd name="csX0" fmla="*/ 0 w 10183505"/>
              <a:gd name="csY0" fmla="*/ 723900 h 731967"/>
              <a:gd name="csX1" fmla="*/ 716280 w 10183505"/>
              <a:gd name="csY1" fmla="*/ 0 h 731967"/>
              <a:gd name="csX2" fmla="*/ 1440180 w 10183505"/>
              <a:gd name="csY2" fmla="*/ 723900 h 731967"/>
              <a:gd name="csX3" fmla="*/ 2156460 w 10183505"/>
              <a:gd name="csY3" fmla="*/ 7620 h 731967"/>
              <a:gd name="csX4" fmla="*/ 2880360 w 10183505"/>
              <a:gd name="csY4" fmla="*/ 723900 h 731967"/>
              <a:gd name="csX5" fmla="*/ 3604260 w 10183505"/>
              <a:gd name="csY5" fmla="*/ 0 h 731967"/>
              <a:gd name="csX6" fmla="*/ 4328160 w 10183505"/>
              <a:gd name="csY6" fmla="*/ 723900 h 731967"/>
              <a:gd name="csX7" fmla="*/ 5036820 w 10183505"/>
              <a:gd name="csY7" fmla="*/ 0 h 731967"/>
              <a:gd name="csX8" fmla="*/ 5753100 w 10183505"/>
              <a:gd name="csY8" fmla="*/ 723900 h 731967"/>
              <a:gd name="csX9" fmla="*/ 6477000 w 10183505"/>
              <a:gd name="csY9" fmla="*/ 0 h 731967"/>
              <a:gd name="csX10" fmla="*/ 7193280 w 10183505"/>
              <a:gd name="csY10" fmla="*/ 723900 h 731967"/>
              <a:gd name="csX11" fmla="*/ 7917180 w 10183505"/>
              <a:gd name="csY11" fmla="*/ 7620 h 731967"/>
              <a:gd name="csX12" fmla="*/ 8633460 w 10183505"/>
              <a:gd name="csY12" fmla="*/ 723900 h 731967"/>
              <a:gd name="csX13" fmla="*/ 9357360 w 10183505"/>
              <a:gd name="csY13" fmla="*/ 7620 h 731967"/>
              <a:gd name="csX14" fmla="*/ 10081260 w 10183505"/>
              <a:gd name="csY14" fmla="*/ 731520 h 731967"/>
              <a:gd name="csX15" fmla="*/ 10094595 w 10183505"/>
              <a:gd name="csY15" fmla="*/ 576262 h 731967"/>
              <a:gd name="csX0" fmla="*/ 0 w 10176069"/>
              <a:gd name="csY0" fmla="*/ 723900 h 731979"/>
              <a:gd name="csX1" fmla="*/ 716280 w 10176069"/>
              <a:gd name="csY1" fmla="*/ 0 h 731979"/>
              <a:gd name="csX2" fmla="*/ 1440180 w 10176069"/>
              <a:gd name="csY2" fmla="*/ 723900 h 731979"/>
              <a:gd name="csX3" fmla="*/ 2156460 w 10176069"/>
              <a:gd name="csY3" fmla="*/ 7620 h 731979"/>
              <a:gd name="csX4" fmla="*/ 2880360 w 10176069"/>
              <a:gd name="csY4" fmla="*/ 723900 h 731979"/>
              <a:gd name="csX5" fmla="*/ 3604260 w 10176069"/>
              <a:gd name="csY5" fmla="*/ 0 h 731979"/>
              <a:gd name="csX6" fmla="*/ 4328160 w 10176069"/>
              <a:gd name="csY6" fmla="*/ 723900 h 731979"/>
              <a:gd name="csX7" fmla="*/ 5036820 w 10176069"/>
              <a:gd name="csY7" fmla="*/ 0 h 731979"/>
              <a:gd name="csX8" fmla="*/ 5753100 w 10176069"/>
              <a:gd name="csY8" fmla="*/ 723900 h 731979"/>
              <a:gd name="csX9" fmla="*/ 6477000 w 10176069"/>
              <a:gd name="csY9" fmla="*/ 0 h 731979"/>
              <a:gd name="csX10" fmla="*/ 7193280 w 10176069"/>
              <a:gd name="csY10" fmla="*/ 723900 h 731979"/>
              <a:gd name="csX11" fmla="*/ 7917180 w 10176069"/>
              <a:gd name="csY11" fmla="*/ 7620 h 731979"/>
              <a:gd name="csX12" fmla="*/ 8633460 w 10176069"/>
              <a:gd name="csY12" fmla="*/ 723900 h 731979"/>
              <a:gd name="csX13" fmla="*/ 9357360 w 10176069"/>
              <a:gd name="csY13" fmla="*/ 7620 h 731979"/>
              <a:gd name="csX14" fmla="*/ 10081260 w 10176069"/>
              <a:gd name="csY14" fmla="*/ 731520 h 731979"/>
              <a:gd name="csX15" fmla="*/ 10066020 w 10176069"/>
              <a:gd name="csY15" fmla="*/ 581024 h 731979"/>
              <a:gd name="csX0" fmla="*/ 0 w 10081260"/>
              <a:gd name="csY0" fmla="*/ 723900 h 731520"/>
              <a:gd name="csX1" fmla="*/ 716280 w 10081260"/>
              <a:gd name="csY1" fmla="*/ 0 h 731520"/>
              <a:gd name="csX2" fmla="*/ 1440180 w 10081260"/>
              <a:gd name="csY2" fmla="*/ 723900 h 731520"/>
              <a:gd name="csX3" fmla="*/ 2156460 w 10081260"/>
              <a:gd name="csY3" fmla="*/ 7620 h 731520"/>
              <a:gd name="csX4" fmla="*/ 2880360 w 10081260"/>
              <a:gd name="csY4" fmla="*/ 723900 h 731520"/>
              <a:gd name="csX5" fmla="*/ 3604260 w 10081260"/>
              <a:gd name="csY5" fmla="*/ 0 h 731520"/>
              <a:gd name="csX6" fmla="*/ 4328160 w 10081260"/>
              <a:gd name="csY6" fmla="*/ 723900 h 731520"/>
              <a:gd name="csX7" fmla="*/ 5036820 w 10081260"/>
              <a:gd name="csY7" fmla="*/ 0 h 731520"/>
              <a:gd name="csX8" fmla="*/ 5753100 w 10081260"/>
              <a:gd name="csY8" fmla="*/ 723900 h 731520"/>
              <a:gd name="csX9" fmla="*/ 6477000 w 10081260"/>
              <a:gd name="csY9" fmla="*/ 0 h 731520"/>
              <a:gd name="csX10" fmla="*/ 7193280 w 10081260"/>
              <a:gd name="csY10" fmla="*/ 723900 h 731520"/>
              <a:gd name="csX11" fmla="*/ 7917180 w 10081260"/>
              <a:gd name="csY11" fmla="*/ 7620 h 731520"/>
              <a:gd name="csX12" fmla="*/ 8633460 w 10081260"/>
              <a:gd name="csY12" fmla="*/ 723900 h 731520"/>
              <a:gd name="csX13" fmla="*/ 9357360 w 10081260"/>
              <a:gd name="csY13" fmla="*/ 7620 h 731520"/>
              <a:gd name="csX14" fmla="*/ 10081260 w 10081260"/>
              <a:gd name="csY14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64980" h="731520">
                <a:moveTo>
                  <a:pt x="0" y="0"/>
                </a:moveTo>
                <a:cubicBezTo>
                  <a:pt x="240030" y="0"/>
                  <a:pt x="483870" y="722630"/>
                  <a:pt x="723900" y="723900"/>
                </a:cubicBezTo>
                <a:cubicBezTo>
                  <a:pt x="963930" y="725170"/>
                  <a:pt x="1200150" y="7620"/>
                  <a:pt x="1440180" y="7620"/>
                </a:cubicBezTo>
                <a:cubicBezTo>
                  <a:pt x="1680210" y="7620"/>
                  <a:pt x="1922780" y="725170"/>
                  <a:pt x="2164080" y="723900"/>
                </a:cubicBezTo>
                <a:cubicBezTo>
                  <a:pt x="2405380" y="722630"/>
                  <a:pt x="2646680" y="0"/>
                  <a:pt x="2887980" y="0"/>
                </a:cubicBezTo>
                <a:cubicBezTo>
                  <a:pt x="3129280" y="0"/>
                  <a:pt x="3373120" y="723900"/>
                  <a:pt x="3611880" y="723900"/>
                </a:cubicBezTo>
                <a:cubicBezTo>
                  <a:pt x="3850640" y="723900"/>
                  <a:pt x="4083050" y="0"/>
                  <a:pt x="4320540" y="0"/>
                </a:cubicBezTo>
                <a:cubicBezTo>
                  <a:pt x="4558030" y="0"/>
                  <a:pt x="4796790" y="723900"/>
                  <a:pt x="5036820" y="723900"/>
                </a:cubicBezTo>
                <a:cubicBezTo>
                  <a:pt x="5276850" y="723900"/>
                  <a:pt x="5520690" y="0"/>
                  <a:pt x="5760720" y="0"/>
                </a:cubicBezTo>
                <a:cubicBezTo>
                  <a:pt x="6000750" y="0"/>
                  <a:pt x="6236970" y="722630"/>
                  <a:pt x="6477000" y="723900"/>
                </a:cubicBezTo>
                <a:cubicBezTo>
                  <a:pt x="6717030" y="725170"/>
                  <a:pt x="6960870" y="7620"/>
                  <a:pt x="7200900" y="7620"/>
                </a:cubicBezTo>
                <a:cubicBezTo>
                  <a:pt x="7440930" y="7620"/>
                  <a:pt x="7677150" y="723900"/>
                  <a:pt x="7917180" y="723900"/>
                </a:cubicBezTo>
                <a:cubicBezTo>
                  <a:pt x="8157210" y="723900"/>
                  <a:pt x="8399780" y="6350"/>
                  <a:pt x="8641080" y="7620"/>
                </a:cubicBezTo>
                <a:cubicBezTo>
                  <a:pt x="8882380" y="8890"/>
                  <a:pt x="9144000" y="721360"/>
                  <a:pt x="9364980" y="73152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2FB2DE13-56FF-D7E7-4F85-CA39270EAC3B}"/>
              </a:ext>
            </a:extLst>
          </p:cNvPr>
          <p:cNvSpPr/>
          <p:nvPr/>
        </p:nvSpPr>
        <p:spPr>
          <a:xfrm>
            <a:off x="1413510" y="5634000"/>
            <a:ext cx="9364980" cy="731520"/>
          </a:xfrm>
          <a:custGeom>
            <a:avLst/>
            <a:gdLst>
              <a:gd name="csX0" fmla="*/ 0 w 10703002"/>
              <a:gd name="csY0" fmla="*/ 723900 h 731634"/>
              <a:gd name="csX1" fmla="*/ 716280 w 10703002"/>
              <a:gd name="csY1" fmla="*/ 0 h 731634"/>
              <a:gd name="csX2" fmla="*/ 1440180 w 10703002"/>
              <a:gd name="csY2" fmla="*/ 723900 h 731634"/>
              <a:gd name="csX3" fmla="*/ 2156460 w 10703002"/>
              <a:gd name="csY3" fmla="*/ 7620 h 731634"/>
              <a:gd name="csX4" fmla="*/ 2880360 w 10703002"/>
              <a:gd name="csY4" fmla="*/ 723900 h 731634"/>
              <a:gd name="csX5" fmla="*/ 3604260 w 10703002"/>
              <a:gd name="csY5" fmla="*/ 0 h 731634"/>
              <a:gd name="csX6" fmla="*/ 4328160 w 10703002"/>
              <a:gd name="csY6" fmla="*/ 723900 h 731634"/>
              <a:gd name="csX7" fmla="*/ 5036820 w 10703002"/>
              <a:gd name="csY7" fmla="*/ 0 h 731634"/>
              <a:gd name="csX8" fmla="*/ 5753100 w 10703002"/>
              <a:gd name="csY8" fmla="*/ 723900 h 731634"/>
              <a:gd name="csX9" fmla="*/ 6477000 w 10703002"/>
              <a:gd name="csY9" fmla="*/ 0 h 731634"/>
              <a:gd name="csX10" fmla="*/ 7193280 w 10703002"/>
              <a:gd name="csY10" fmla="*/ 723900 h 731634"/>
              <a:gd name="csX11" fmla="*/ 7917180 w 10703002"/>
              <a:gd name="csY11" fmla="*/ 7620 h 731634"/>
              <a:gd name="csX12" fmla="*/ 8633460 w 10703002"/>
              <a:gd name="csY12" fmla="*/ 723900 h 731634"/>
              <a:gd name="csX13" fmla="*/ 9357360 w 10703002"/>
              <a:gd name="csY13" fmla="*/ 7620 h 731634"/>
              <a:gd name="csX14" fmla="*/ 10081260 w 10703002"/>
              <a:gd name="csY14" fmla="*/ 731520 h 731634"/>
              <a:gd name="csX15" fmla="*/ 10683240 w 10703002"/>
              <a:gd name="csY15" fmla="*/ 68580 h 731634"/>
              <a:gd name="csX0" fmla="*/ 0 w 10806734"/>
              <a:gd name="csY0" fmla="*/ 723900 h 731623"/>
              <a:gd name="csX1" fmla="*/ 716280 w 10806734"/>
              <a:gd name="csY1" fmla="*/ 0 h 731623"/>
              <a:gd name="csX2" fmla="*/ 1440180 w 10806734"/>
              <a:gd name="csY2" fmla="*/ 723900 h 731623"/>
              <a:gd name="csX3" fmla="*/ 2156460 w 10806734"/>
              <a:gd name="csY3" fmla="*/ 7620 h 731623"/>
              <a:gd name="csX4" fmla="*/ 2880360 w 10806734"/>
              <a:gd name="csY4" fmla="*/ 723900 h 731623"/>
              <a:gd name="csX5" fmla="*/ 3604260 w 10806734"/>
              <a:gd name="csY5" fmla="*/ 0 h 731623"/>
              <a:gd name="csX6" fmla="*/ 4328160 w 10806734"/>
              <a:gd name="csY6" fmla="*/ 723900 h 731623"/>
              <a:gd name="csX7" fmla="*/ 5036820 w 10806734"/>
              <a:gd name="csY7" fmla="*/ 0 h 731623"/>
              <a:gd name="csX8" fmla="*/ 5753100 w 10806734"/>
              <a:gd name="csY8" fmla="*/ 723900 h 731623"/>
              <a:gd name="csX9" fmla="*/ 6477000 w 10806734"/>
              <a:gd name="csY9" fmla="*/ 0 h 731623"/>
              <a:gd name="csX10" fmla="*/ 7193280 w 10806734"/>
              <a:gd name="csY10" fmla="*/ 723900 h 731623"/>
              <a:gd name="csX11" fmla="*/ 7917180 w 10806734"/>
              <a:gd name="csY11" fmla="*/ 7620 h 731623"/>
              <a:gd name="csX12" fmla="*/ 8633460 w 10806734"/>
              <a:gd name="csY12" fmla="*/ 723900 h 731623"/>
              <a:gd name="csX13" fmla="*/ 9357360 w 10806734"/>
              <a:gd name="csY13" fmla="*/ 7620 h 731623"/>
              <a:gd name="csX14" fmla="*/ 10081260 w 10806734"/>
              <a:gd name="csY14" fmla="*/ 731520 h 731623"/>
              <a:gd name="csX15" fmla="*/ 10789920 w 10806734"/>
              <a:gd name="csY15" fmla="*/ 0 h 731623"/>
              <a:gd name="csX0" fmla="*/ 0 w 10789986"/>
              <a:gd name="csY0" fmla="*/ 723900 h 732889"/>
              <a:gd name="csX1" fmla="*/ 716280 w 10789986"/>
              <a:gd name="csY1" fmla="*/ 0 h 732889"/>
              <a:gd name="csX2" fmla="*/ 1440180 w 10789986"/>
              <a:gd name="csY2" fmla="*/ 723900 h 732889"/>
              <a:gd name="csX3" fmla="*/ 2156460 w 10789986"/>
              <a:gd name="csY3" fmla="*/ 7620 h 732889"/>
              <a:gd name="csX4" fmla="*/ 2880360 w 10789986"/>
              <a:gd name="csY4" fmla="*/ 723900 h 732889"/>
              <a:gd name="csX5" fmla="*/ 3604260 w 10789986"/>
              <a:gd name="csY5" fmla="*/ 0 h 732889"/>
              <a:gd name="csX6" fmla="*/ 4328160 w 10789986"/>
              <a:gd name="csY6" fmla="*/ 723900 h 732889"/>
              <a:gd name="csX7" fmla="*/ 5036820 w 10789986"/>
              <a:gd name="csY7" fmla="*/ 0 h 732889"/>
              <a:gd name="csX8" fmla="*/ 5753100 w 10789986"/>
              <a:gd name="csY8" fmla="*/ 723900 h 732889"/>
              <a:gd name="csX9" fmla="*/ 6477000 w 10789986"/>
              <a:gd name="csY9" fmla="*/ 0 h 732889"/>
              <a:gd name="csX10" fmla="*/ 7193280 w 10789986"/>
              <a:gd name="csY10" fmla="*/ 723900 h 732889"/>
              <a:gd name="csX11" fmla="*/ 7917180 w 10789986"/>
              <a:gd name="csY11" fmla="*/ 7620 h 732889"/>
              <a:gd name="csX12" fmla="*/ 8633460 w 10789986"/>
              <a:gd name="csY12" fmla="*/ 723900 h 732889"/>
              <a:gd name="csX13" fmla="*/ 9357360 w 10789986"/>
              <a:gd name="csY13" fmla="*/ 7620 h 732889"/>
              <a:gd name="csX14" fmla="*/ 10081260 w 10789986"/>
              <a:gd name="csY14" fmla="*/ 731520 h 732889"/>
              <a:gd name="csX15" fmla="*/ 10789920 w 10789986"/>
              <a:gd name="csY15" fmla="*/ 0 h 732889"/>
              <a:gd name="csX0" fmla="*/ 0 w 10418702"/>
              <a:gd name="csY0" fmla="*/ 723900 h 733077"/>
              <a:gd name="csX1" fmla="*/ 716280 w 10418702"/>
              <a:gd name="csY1" fmla="*/ 0 h 733077"/>
              <a:gd name="csX2" fmla="*/ 1440180 w 10418702"/>
              <a:gd name="csY2" fmla="*/ 723900 h 733077"/>
              <a:gd name="csX3" fmla="*/ 2156460 w 10418702"/>
              <a:gd name="csY3" fmla="*/ 7620 h 733077"/>
              <a:gd name="csX4" fmla="*/ 2880360 w 10418702"/>
              <a:gd name="csY4" fmla="*/ 723900 h 733077"/>
              <a:gd name="csX5" fmla="*/ 3604260 w 10418702"/>
              <a:gd name="csY5" fmla="*/ 0 h 733077"/>
              <a:gd name="csX6" fmla="*/ 4328160 w 10418702"/>
              <a:gd name="csY6" fmla="*/ 723900 h 733077"/>
              <a:gd name="csX7" fmla="*/ 5036820 w 10418702"/>
              <a:gd name="csY7" fmla="*/ 0 h 733077"/>
              <a:gd name="csX8" fmla="*/ 5753100 w 10418702"/>
              <a:gd name="csY8" fmla="*/ 723900 h 733077"/>
              <a:gd name="csX9" fmla="*/ 6477000 w 10418702"/>
              <a:gd name="csY9" fmla="*/ 0 h 733077"/>
              <a:gd name="csX10" fmla="*/ 7193280 w 10418702"/>
              <a:gd name="csY10" fmla="*/ 723900 h 733077"/>
              <a:gd name="csX11" fmla="*/ 7917180 w 10418702"/>
              <a:gd name="csY11" fmla="*/ 7620 h 733077"/>
              <a:gd name="csX12" fmla="*/ 8633460 w 10418702"/>
              <a:gd name="csY12" fmla="*/ 723900 h 733077"/>
              <a:gd name="csX13" fmla="*/ 9357360 w 10418702"/>
              <a:gd name="csY13" fmla="*/ 7620 h 733077"/>
              <a:gd name="csX14" fmla="*/ 10081260 w 10418702"/>
              <a:gd name="csY14" fmla="*/ 731520 h 733077"/>
              <a:gd name="csX15" fmla="*/ 10418445 w 10418702"/>
              <a:gd name="csY15" fmla="*/ 9525 h 733077"/>
              <a:gd name="csX0" fmla="*/ 0 w 10180719"/>
              <a:gd name="csY0" fmla="*/ 723900 h 1052272"/>
              <a:gd name="csX1" fmla="*/ 716280 w 10180719"/>
              <a:gd name="csY1" fmla="*/ 0 h 1052272"/>
              <a:gd name="csX2" fmla="*/ 1440180 w 10180719"/>
              <a:gd name="csY2" fmla="*/ 723900 h 1052272"/>
              <a:gd name="csX3" fmla="*/ 2156460 w 10180719"/>
              <a:gd name="csY3" fmla="*/ 7620 h 1052272"/>
              <a:gd name="csX4" fmla="*/ 2880360 w 10180719"/>
              <a:gd name="csY4" fmla="*/ 723900 h 1052272"/>
              <a:gd name="csX5" fmla="*/ 3604260 w 10180719"/>
              <a:gd name="csY5" fmla="*/ 0 h 1052272"/>
              <a:gd name="csX6" fmla="*/ 4328160 w 10180719"/>
              <a:gd name="csY6" fmla="*/ 723900 h 1052272"/>
              <a:gd name="csX7" fmla="*/ 5036820 w 10180719"/>
              <a:gd name="csY7" fmla="*/ 0 h 1052272"/>
              <a:gd name="csX8" fmla="*/ 5753100 w 10180719"/>
              <a:gd name="csY8" fmla="*/ 723900 h 1052272"/>
              <a:gd name="csX9" fmla="*/ 6477000 w 10180719"/>
              <a:gd name="csY9" fmla="*/ 0 h 1052272"/>
              <a:gd name="csX10" fmla="*/ 7193280 w 10180719"/>
              <a:gd name="csY10" fmla="*/ 723900 h 1052272"/>
              <a:gd name="csX11" fmla="*/ 7917180 w 10180719"/>
              <a:gd name="csY11" fmla="*/ 7620 h 1052272"/>
              <a:gd name="csX12" fmla="*/ 8633460 w 10180719"/>
              <a:gd name="csY12" fmla="*/ 723900 h 1052272"/>
              <a:gd name="csX13" fmla="*/ 9357360 w 10180719"/>
              <a:gd name="csY13" fmla="*/ 7620 h 1052272"/>
              <a:gd name="csX14" fmla="*/ 10081260 w 10180719"/>
              <a:gd name="csY14" fmla="*/ 731520 h 1052272"/>
              <a:gd name="csX15" fmla="*/ 10080307 w 10180719"/>
              <a:gd name="csY15" fmla="*/ 733425 h 1052272"/>
              <a:gd name="csX0" fmla="*/ 0 w 10359304"/>
              <a:gd name="csY0" fmla="*/ 723900 h 733525"/>
              <a:gd name="csX1" fmla="*/ 716280 w 10359304"/>
              <a:gd name="csY1" fmla="*/ 0 h 733525"/>
              <a:gd name="csX2" fmla="*/ 1440180 w 10359304"/>
              <a:gd name="csY2" fmla="*/ 723900 h 733525"/>
              <a:gd name="csX3" fmla="*/ 2156460 w 10359304"/>
              <a:gd name="csY3" fmla="*/ 7620 h 733525"/>
              <a:gd name="csX4" fmla="*/ 2880360 w 10359304"/>
              <a:gd name="csY4" fmla="*/ 723900 h 733525"/>
              <a:gd name="csX5" fmla="*/ 3604260 w 10359304"/>
              <a:gd name="csY5" fmla="*/ 0 h 733525"/>
              <a:gd name="csX6" fmla="*/ 4328160 w 10359304"/>
              <a:gd name="csY6" fmla="*/ 723900 h 733525"/>
              <a:gd name="csX7" fmla="*/ 5036820 w 10359304"/>
              <a:gd name="csY7" fmla="*/ 0 h 733525"/>
              <a:gd name="csX8" fmla="*/ 5753100 w 10359304"/>
              <a:gd name="csY8" fmla="*/ 723900 h 733525"/>
              <a:gd name="csX9" fmla="*/ 6477000 w 10359304"/>
              <a:gd name="csY9" fmla="*/ 0 h 733525"/>
              <a:gd name="csX10" fmla="*/ 7193280 w 10359304"/>
              <a:gd name="csY10" fmla="*/ 723900 h 733525"/>
              <a:gd name="csX11" fmla="*/ 7917180 w 10359304"/>
              <a:gd name="csY11" fmla="*/ 7620 h 733525"/>
              <a:gd name="csX12" fmla="*/ 8633460 w 10359304"/>
              <a:gd name="csY12" fmla="*/ 723900 h 733525"/>
              <a:gd name="csX13" fmla="*/ 9357360 w 10359304"/>
              <a:gd name="csY13" fmla="*/ 7620 h 733525"/>
              <a:gd name="csX14" fmla="*/ 10081260 w 10359304"/>
              <a:gd name="csY14" fmla="*/ 731520 h 733525"/>
              <a:gd name="csX15" fmla="*/ 10080307 w 10359304"/>
              <a:gd name="csY15" fmla="*/ 733425 h 733525"/>
              <a:gd name="csX0" fmla="*/ 0 w 10368372"/>
              <a:gd name="csY0" fmla="*/ 723900 h 731913"/>
              <a:gd name="csX1" fmla="*/ 716280 w 10368372"/>
              <a:gd name="csY1" fmla="*/ 0 h 731913"/>
              <a:gd name="csX2" fmla="*/ 1440180 w 10368372"/>
              <a:gd name="csY2" fmla="*/ 723900 h 731913"/>
              <a:gd name="csX3" fmla="*/ 2156460 w 10368372"/>
              <a:gd name="csY3" fmla="*/ 7620 h 731913"/>
              <a:gd name="csX4" fmla="*/ 2880360 w 10368372"/>
              <a:gd name="csY4" fmla="*/ 723900 h 731913"/>
              <a:gd name="csX5" fmla="*/ 3604260 w 10368372"/>
              <a:gd name="csY5" fmla="*/ 0 h 731913"/>
              <a:gd name="csX6" fmla="*/ 4328160 w 10368372"/>
              <a:gd name="csY6" fmla="*/ 723900 h 731913"/>
              <a:gd name="csX7" fmla="*/ 5036820 w 10368372"/>
              <a:gd name="csY7" fmla="*/ 0 h 731913"/>
              <a:gd name="csX8" fmla="*/ 5753100 w 10368372"/>
              <a:gd name="csY8" fmla="*/ 723900 h 731913"/>
              <a:gd name="csX9" fmla="*/ 6477000 w 10368372"/>
              <a:gd name="csY9" fmla="*/ 0 h 731913"/>
              <a:gd name="csX10" fmla="*/ 7193280 w 10368372"/>
              <a:gd name="csY10" fmla="*/ 723900 h 731913"/>
              <a:gd name="csX11" fmla="*/ 7917180 w 10368372"/>
              <a:gd name="csY11" fmla="*/ 7620 h 731913"/>
              <a:gd name="csX12" fmla="*/ 8633460 w 10368372"/>
              <a:gd name="csY12" fmla="*/ 723900 h 731913"/>
              <a:gd name="csX13" fmla="*/ 9357360 w 10368372"/>
              <a:gd name="csY13" fmla="*/ 7620 h 731913"/>
              <a:gd name="csX14" fmla="*/ 10081260 w 10368372"/>
              <a:gd name="csY14" fmla="*/ 731520 h 731913"/>
              <a:gd name="csX15" fmla="*/ 10094595 w 10368372"/>
              <a:gd name="csY15" fmla="*/ 576262 h 731913"/>
              <a:gd name="csX0" fmla="*/ 0 w 10183505"/>
              <a:gd name="csY0" fmla="*/ 723900 h 731967"/>
              <a:gd name="csX1" fmla="*/ 716280 w 10183505"/>
              <a:gd name="csY1" fmla="*/ 0 h 731967"/>
              <a:gd name="csX2" fmla="*/ 1440180 w 10183505"/>
              <a:gd name="csY2" fmla="*/ 723900 h 731967"/>
              <a:gd name="csX3" fmla="*/ 2156460 w 10183505"/>
              <a:gd name="csY3" fmla="*/ 7620 h 731967"/>
              <a:gd name="csX4" fmla="*/ 2880360 w 10183505"/>
              <a:gd name="csY4" fmla="*/ 723900 h 731967"/>
              <a:gd name="csX5" fmla="*/ 3604260 w 10183505"/>
              <a:gd name="csY5" fmla="*/ 0 h 731967"/>
              <a:gd name="csX6" fmla="*/ 4328160 w 10183505"/>
              <a:gd name="csY6" fmla="*/ 723900 h 731967"/>
              <a:gd name="csX7" fmla="*/ 5036820 w 10183505"/>
              <a:gd name="csY7" fmla="*/ 0 h 731967"/>
              <a:gd name="csX8" fmla="*/ 5753100 w 10183505"/>
              <a:gd name="csY8" fmla="*/ 723900 h 731967"/>
              <a:gd name="csX9" fmla="*/ 6477000 w 10183505"/>
              <a:gd name="csY9" fmla="*/ 0 h 731967"/>
              <a:gd name="csX10" fmla="*/ 7193280 w 10183505"/>
              <a:gd name="csY10" fmla="*/ 723900 h 731967"/>
              <a:gd name="csX11" fmla="*/ 7917180 w 10183505"/>
              <a:gd name="csY11" fmla="*/ 7620 h 731967"/>
              <a:gd name="csX12" fmla="*/ 8633460 w 10183505"/>
              <a:gd name="csY12" fmla="*/ 723900 h 731967"/>
              <a:gd name="csX13" fmla="*/ 9357360 w 10183505"/>
              <a:gd name="csY13" fmla="*/ 7620 h 731967"/>
              <a:gd name="csX14" fmla="*/ 10081260 w 10183505"/>
              <a:gd name="csY14" fmla="*/ 731520 h 731967"/>
              <a:gd name="csX15" fmla="*/ 10094595 w 10183505"/>
              <a:gd name="csY15" fmla="*/ 576262 h 731967"/>
              <a:gd name="csX0" fmla="*/ 0 w 10176069"/>
              <a:gd name="csY0" fmla="*/ 723900 h 731979"/>
              <a:gd name="csX1" fmla="*/ 716280 w 10176069"/>
              <a:gd name="csY1" fmla="*/ 0 h 731979"/>
              <a:gd name="csX2" fmla="*/ 1440180 w 10176069"/>
              <a:gd name="csY2" fmla="*/ 723900 h 731979"/>
              <a:gd name="csX3" fmla="*/ 2156460 w 10176069"/>
              <a:gd name="csY3" fmla="*/ 7620 h 731979"/>
              <a:gd name="csX4" fmla="*/ 2880360 w 10176069"/>
              <a:gd name="csY4" fmla="*/ 723900 h 731979"/>
              <a:gd name="csX5" fmla="*/ 3604260 w 10176069"/>
              <a:gd name="csY5" fmla="*/ 0 h 731979"/>
              <a:gd name="csX6" fmla="*/ 4328160 w 10176069"/>
              <a:gd name="csY6" fmla="*/ 723900 h 731979"/>
              <a:gd name="csX7" fmla="*/ 5036820 w 10176069"/>
              <a:gd name="csY7" fmla="*/ 0 h 731979"/>
              <a:gd name="csX8" fmla="*/ 5753100 w 10176069"/>
              <a:gd name="csY8" fmla="*/ 723900 h 731979"/>
              <a:gd name="csX9" fmla="*/ 6477000 w 10176069"/>
              <a:gd name="csY9" fmla="*/ 0 h 731979"/>
              <a:gd name="csX10" fmla="*/ 7193280 w 10176069"/>
              <a:gd name="csY10" fmla="*/ 723900 h 731979"/>
              <a:gd name="csX11" fmla="*/ 7917180 w 10176069"/>
              <a:gd name="csY11" fmla="*/ 7620 h 731979"/>
              <a:gd name="csX12" fmla="*/ 8633460 w 10176069"/>
              <a:gd name="csY12" fmla="*/ 723900 h 731979"/>
              <a:gd name="csX13" fmla="*/ 9357360 w 10176069"/>
              <a:gd name="csY13" fmla="*/ 7620 h 731979"/>
              <a:gd name="csX14" fmla="*/ 10081260 w 10176069"/>
              <a:gd name="csY14" fmla="*/ 731520 h 731979"/>
              <a:gd name="csX15" fmla="*/ 10066020 w 10176069"/>
              <a:gd name="csY15" fmla="*/ 581024 h 731979"/>
              <a:gd name="csX0" fmla="*/ 0 w 10081260"/>
              <a:gd name="csY0" fmla="*/ 723900 h 731520"/>
              <a:gd name="csX1" fmla="*/ 716280 w 10081260"/>
              <a:gd name="csY1" fmla="*/ 0 h 731520"/>
              <a:gd name="csX2" fmla="*/ 1440180 w 10081260"/>
              <a:gd name="csY2" fmla="*/ 723900 h 731520"/>
              <a:gd name="csX3" fmla="*/ 2156460 w 10081260"/>
              <a:gd name="csY3" fmla="*/ 7620 h 731520"/>
              <a:gd name="csX4" fmla="*/ 2880360 w 10081260"/>
              <a:gd name="csY4" fmla="*/ 723900 h 731520"/>
              <a:gd name="csX5" fmla="*/ 3604260 w 10081260"/>
              <a:gd name="csY5" fmla="*/ 0 h 731520"/>
              <a:gd name="csX6" fmla="*/ 4328160 w 10081260"/>
              <a:gd name="csY6" fmla="*/ 723900 h 731520"/>
              <a:gd name="csX7" fmla="*/ 5036820 w 10081260"/>
              <a:gd name="csY7" fmla="*/ 0 h 731520"/>
              <a:gd name="csX8" fmla="*/ 5753100 w 10081260"/>
              <a:gd name="csY8" fmla="*/ 723900 h 731520"/>
              <a:gd name="csX9" fmla="*/ 6477000 w 10081260"/>
              <a:gd name="csY9" fmla="*/ 0 h 731520"/>
              <a:gd name="csX10" fmla="*/ 7193280 w 10081260"/>
              <a:gd name="csY10" fmla="*/ 723900 h 731520"/>
              <a:gd name="csX11" fmla="*/ 7917180 w 10081260"/>
              <a:gd name="csY11" fmla="*/ 7620 h 731520"/>
              <a:gd name="csX12" fmla="*/ 8633460 w 10081260"/>
              <a:gd name="csY12" fmla="*/ 723900 h 731520"/>
              <a:gd name="csX13" fmla="*/ 9357360 w 10081260"/>
              <a:gd name="csY13" fmla="*/ 7620 h 731520"/>
              <a:gd name="csX14" fmla="*/ 10081260 w 10081260"/>
              <a:gd name="csY14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64980" h="731520">
                <a:moveTo>
                  <a:pt x="0" y="0"/>
                </a:moveTo>
                <a:cubicBezTo>
                  <a:pt x="240030" y="0"/>
                  <a:pt x="483870" y="722630"/>
                  <a:pt x="723900" y="723900"/>
                </a:cubicBezTo>
                <a:cubicBezTo>
                  <a:pt x="963930" y="725170"/>
                  <a:pt x="1200150" y="7620"/>
                  <a:pt x="1440180" y="7620"/>
                </a:cubicBezTo>
                <a:cubicBezTo>
                  <a:pt x="1680210" y="7620"/>
                  <a:pt x="1922780" y="725170"/>
                  <a:pt x="2164080" y="723900"/>
                </a:cubicBezTo>
                <a:cubicBezTo>
                  <a:pt x="2405380" y="722630"/>
                  <a:pt x="2646680" y="0"/>
                  <a:pt x="2887980" y="0"/>
                </a:cubicBezTo>
                <a:cubicBezTo>
                  <a:pt x="3129280" y="0"/>
                  <a:pt x="3373120" y="723900"/>
                  <a:pt x="3611880" y="723900"/>
                </a:cubicBezTo>
                <a:cubicBezTo>
                  <a:pt x="3850640" y="723900"/>
                  <a:pt x="4083050" y="0"/>
                  <a:pt x="4320540" y="0"/>
                </a:cubicBezTo>
                <a:cubicBezTo>
                  <a:pt x="4558030" y="0"/>
                  <a:pt x="4796790" y="723900"/>
                  <a:pt x="5036820" y="723900"/>
                </a:cubicBezTo>
                <a:cubicBezTo>
                  <a:pt x="5276850" y="723900"/>
                  <a:pt x="5520690" y="0"/>
                  <a:pt x="5760720" y="0"/>
                </a:cubicBezTo>
                <a:cubicBezTo>
                  <a:pt x="6000750" y="0"/>
                  <a:pt x="6236970" y="722630"/>
                  <a:pt x="6477000" y="723900"/>
                </a:cubicBezTo>
                <a:cubicBezTo>
                  <a:pt x="6717030" y="725170"/>
                  <a:pt x="6960870" y="7620"/>
                  <a:pt x="7200900" y="7620"/>
                </a:cubicBezTo>
                <a:cubicBezTo>
                  <a:pt x="7440930" y="7620"/>
                  <a:pt x="7677150" y="723900"/>
                  <a:pt x="7917180" y="723900"/>
                </a:cubicBezTo>
                <a:cubicBezTo>
                  <a:pt x="8157210" y="723900"/>
                  <a:pt x="8399780" y="6350"/>
                  <a:pt x="8641080" y="7620"/>
                </a:cubicBezTo>
                <a:cubicBezTo>
                  <a:pt x="8882380" y="8890"/>
                  <a:pt x="9144000" y="721360"/>
                  <a:pt x="9364980" y="73152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85DA2D8C-4CA5-FAFD-CDE5-13961094A041}"/>
              </a:ext>
            </a:extLst>
          </p:cNvPr>
          <p:cNvSpPr/>
          <p:nvPr/>
        </p:nvSpPr>
        <p:spPr>
          <a:xfrm>
            <a:off x="1067316" y="4570740"/>
            <a:ext cx="10079998" cy="405000"/>
          </a:xfrm>
          <a:custGeom>
            <a:avLst/>
            <a:gdLst>
              <a:gd name="csX0" fmla="*/ 0 w 10703002"/>
              <a:gd name="csY0" fmla="*/ 723900 h 731634"/>
              <a:gd name="csX1" fmla="*/ 716280 w 10703002"/>
              <a:gd name="csY1" fmla="*/ 0 h 731634"/>
              <a:gd name="csX2" fmla="*/ 1440180 w 10703002"/>
              <a:gd name="csY2" fmla="*/ 723900 h 731634"/>
              <a:gd name="csX3" fmla="*/ 2156460 w 10703002"/>
              <a:gd name="csY3" fmla="*/ 7620 h 731634"/>
              <a:gd name="csX4" fmla="*/ 2880360 w 10703002"/>
              <a:gd name="csY4" fmla="*/ 723900 h 731634"/>
              <a:gd name="csX5" fmla="*/ 3604260 w 10703002"/>
              <a:gd name="csY5" fmla="*/ 0 h 731634"/>
              <a:gd name="csX6" fmla="*/ 4328160 w 10703002"/>
              <a:gd name="csY6" fmla="*/ 723900 h 731634"/>
              <a:gd name="csX7" fmla="*/ 5036820 w 10703002"/>
              <a:gd name="csY7" fmla="*/ 0 h 731634"/>
              <a:gd name="csX8" fmla="*/ 5753100 w 10703002"/>
              <a:gd name="csY8" fmla="*/ 723900 h 731634"/>
              <a:gd name="csX9" fmla="*/ 6477000 w 10703002"/>
              <a:gd name="csY9" fmla="*/ 0 h 731634"/>
              <a:gd name="csX10" fmla="*/ 7193280 w 10703002"/>
              <a:gd name="csY10" fmla="*/ 723900 h 731634"/>
              <a:gd name="csX11" fmla="*/ 7917180 w 10703002"/>
              <a:gd name="csY11" fmla="*/ 7620 h 731634"/>
              <a:gd name="csX12" fmla="*/ 8633460 w 10703002"/>
              <a:gd name="csY12" fmla="*/ 723900 h 731634"/>
              <a:gd name="csX13" fmla="*/ 9357360 w 10703002"/>
              <a:gd name="csY13" fmla="*/ 7620 h 731634"/>
              <a:gd name="csX14" fmla="*/ 10081260 w 10703002"/>
              <a:gd name="csY14" fmla="*/ 731520 h 731634"/>
              <a:gd name="csX15" fmla="*/ 10683240 w 10703002"/>
              <a:gd name="csY15" fmla="*/ 68580 h 731634"/>
              <a:gd name="csX0" fmla="*/ 0 w 10806734"/>
              <a:gd name="csY0" fmla="*/ 723900 h 731623"/>
              <a:gd name="csX1" fmla="*/ 716280 w 10806734"/>
              <a:gd name="csY1" fmla="*/ 0 h 731623"/>
              <a:gd name="csX2" fmla="*/ 1440180 w 10806734"/>
              <a:gd name="csY2" fmla="*/ 723900 h 731623"/>
              <a:gd name="csX3" fmla="*/ 2156460 w 10806734"/>
              <a:gd name="csY3" fmla="*/ 7620 h 731623"/>
              <a:gd name="csX4" fmla="*/ 2880360 w 10806734"/>
              <a:gd name="csY4" fmla="*/ 723900 h 731623"/>
              <a:gd name="csX5" fmla="*/ 3604260 w 10806734"/>
              <a:gd name="csY5" fmla="*/ 0 h 731623"/>
              <a:gd name="csX6" fmla="*/ 4328160 w 10806734"/>
              <a:gd name="csY6" fmla="*/ 723900 h 731623"/>
              <a:gd name="csX7" fmla="*/ 5036820 w 10806734"/>
              <a:gd name="csY7" fmla="*/ 0 h 731623"/>
              <a:gd name="csX8" fmla="*/ 5753100 w 10806734"/>
              <a:gd name="csY8" fmla="*/ 723900 h 731623"/>
              <a:gd name="csX9" fmla="*/ 6477000 w 10806734"/>
              <a:gd name="csY9" fmla="*/ 0 h 731623"/>
              <a:gd name="csX10" fmla="*/ 7193280 w 10806734"/>
              <a:gd name="csY10" fmla="*/ 723900 h 731623"/>
              <a:gd name="csX11" fmla="*/ 7917180 w 10806734"/>
              <a:gd name="csY11" fmla="*/ 7620 h 731623"/>
              <a:gd name="csX12" fmla="*/ 8633460 w 10806734"/>
              <a:gd name="csY12" fmla="*/ 723900 h 731623"/>
              <a:gd name="csX13" fmla="*/ 9357360 w 10806734"/>
              <a:gd name="csY13" fmla="*/ 7620 h 731623"/>
              <a:gd name="csX14" fmla="*/ 10081260 w 10806734"/>
              <a:gd name="csY14" fmla="*/ 731520 h 731623"/>
              <a:gd name="csX15" fmla="*/ 10789920 w 10806734"/>
              <a:gd name="csY15" fmla="*/ 0 h 731623"/>
              <a:gd name="csX0" fmla="*/ 0 w 10789986"/>
              <a:gd name="csY0" fmla="*/ 723900 h 732889"/>
              <a:gd name="csX1" fmla="*/ 716280 w 10789986"/>
              <a:gd name="csY1" fmla="*/ 0 h 732889"/>
              <a:gd name="csX2" fmla="*/ 1440180 w 10789986"/>
              <a:gd name="csY2" fmla="*/ 723900 h 732889"/>
              <a:gd name="csX3" fmla="*/ 2156460 w 10789986"/>
              <a:gd name="csY3" fmla="*/ 7620 h 732889"/>
              <a:gd name="csX4" fmla="*/ 2880360 w 10789986"/>
              <a:gd name="csY4" fmla="*/ 723900 h 732889"/>
              <a:gd name="csX5" fmla="*/ 3604260 w 10789986"/>
              <a:gd name="csY5" fmla="*/ 0 h 732889"/>
              <a:gd name="csX6" fmla="*/ 4328160 w 10789986"/>
              <a:gd name="csY6" fmla="*/ 723900 h 732889"/>
              <a:gd name="csX7" fmla="*/ 5036820 w 10789986"/>
              <a:gd name="csY7" fmla="*/ 0 h 732889"/>
              <a:gd name="csX8" fmla="*/ 5753100 w 10789986"/>
              <a:gd name="csY8" fmla="*/ 723900 h 732889"/>
              <a:gd name="csX9" fmla="*/ 6477000 w 10789986"/>
              <a:gd name="csY9" fmla="*/ 0 h 732889"/>
              <a:gd name="csX10" fmla="*/ 7193280 w 10789986"/>
              <a:gd name="csY10" fmla="*/ 723900 h 732889"/>
              <a:gd name="csX11" fmla="*/ 7917180 w 10789986"/>
              <a:gd name="csY11" fmla="*/ 7620 h 732889"/>
              <a:gd name="csX12" fmla="*/ 8633460 w 10789986"/>
              <a:gd name="csY12" fmla="*/ 723900 h 732889"/>
              <a:gd name="csX13" fmla="*/ 9357360 w 10789986"/>
              <a:gd name="csY13" fmla="*/ 7620 h 732889"/>
              <a:gd name="csX14" fmla="*/ 10081260 w 10789986"/>
              <a:gd name="csY14" fmla="*/ 731520 h 732889"/>
              <a:gd name="csX15" fmla="*/ 10789920 w 10789986"/>
              <a:gd name="csY15" fmla="*/ 0 h 732889"/>
              <a:gd name="csX0" fmla="*/ 0 w 10418702"/>
              <a:gd name="csY0" fmla="*/ 723900 h 733077"/>
              <a:gd name="csX1" fmla="*/ 716280 w 10418702"/>
              <a:gd name="csY1" fmla="*/ 0 h 733077"/>
              <a:gd name="csX2" fmla="*/ 1440180 w 10418702"/>
              <a:gd name="csY2" fmla="*/ 723900 h 733077"/>
              <a:gd name="csX3" fmla="*/ 2156460 w 10418702"/>
              <a:gd name="csY3" fmla="*/ 7620 h 733077"/>
              <a:gd name="csX4" fmla="*/ 2880360 w 10418702"/>
              <a:gd name="csY4" fmla="*/ 723900 h 733077"/>
              <a:gd name="csX5" fmla="*/ 3604260 w 10418702"/>
              <a:gd name="csY5" fmla="*/ 0 h 733077"/>
              <a:gd name="csX6" fmla="*/ 4328160 w 10418702"/>
              <a:gd name="csY6" fmla="*/ 723900 h 733077"/>
              <a:gd name="csX7" fmla="*/ 5036820 w 10418702"/>
              <a:gd name="csY7" fmla="*/ 0 h 733077"/>
              <a:gd name="csX8" fmla="*/ 5753100 w 10418702"/>
              <a:gd name="csY8" fmla="*/ 723900 h 733077"/>
              <a:gd name="csX9" fmla="*/ 6477000 w 10418702"/>
              <a:gd name="csY9" fmla="*/ 0 h 733077"/>
              <a:gd name="csX10" fmla="*/ 7193280 w 10418702"/>
              <a:gd name="csY10" fmla="*/ 723900 h 733077"/>
              <a:gd name="csX11" fmla="*/ 7917180 w 10418702"/>
              <a:gd name="csY11" fmla="*/ 7620 h 733077"/>
              <a:gd name="csX12" fmla="*/ 8633460 w 10418702"/>
              <a:gd name="csY12" fmla="*/ 723900 h 733077"/>
              <a:gd name="csX13" fmla="*/ 9357360 w 10418702"/>
              <a:gd name="csY13" fmla="*/ 7620 h 733077"/>
              <a:gd name="csX14" fmla="*/ 10081260 w 10418702"/>
              <a:gd name="csY14" fmla="*/ 731520 h 733077"/>
              <a:gd name="csX15" fmla="*/ 10418445 w 10418702"/>
              <a:gd name="csY15" fmla="*/ 9525 h 733077"/>
              <a:gd name="csX0" fmla="*/ 0 w 10180719"/>
              <a:gd name="csY0" fmla="*/ 723900 h 1052272"/>
              <a:gd name="csX1" fmla="*/ 716280 w 10180719"/>
              <a:gd name="csY1" fmla="*/ 0 h 1052272"/>
              <a:gd name="csX2" fmla="*/ 1440180 w 10180719"/>
              <a:gd name="csY2" fmla="*/ 723900 h 1052272"/>
              <a:gd name="csX3" fmla="*/ 2156460 w 10180719"/>
              <a:gd name="csY3" fmla="*/ 7620 h 1052272"/>
              <a:gd name="csX4" fmla="*/ 2880360 w 10180719"/>
              <a:gd name="csY4" fmla="*/ 723900 h 1052272"/>
              <a:gd name="csX5" fmla="*/ 3604260 w 10180719"/>
              <a:gd name="csY5" fmla="*/ 0 h 1052272"/>
              <a:gd name="csX6" fmla="*/ 4328160 w 10180719"/>
              <a:gd name="csY6" fmla="*/ 723900 h 1052272"/>
              <a:gd name="csX7" fmla="*/ 5036820 w 10180719"/>
              <a:gd name="csY7" fmla="*/ 0 h 1052272"/>
              <a:gd name="csX8" fmla="*/ 5753100 w 10180719"/>
              <a:gd name="csY8" fmla="*/ 723900 h 1052272"/>
              <a:gd name="csX9" fmla="*/ 6477000 w 10180719"/>
              <a:gd name="csY9" fmla="*/ 0 h 1052272"/>
              <a:gd name="csX10" fmla="*/ 7193280 w 10180719"/>
              <a:gd name="csY10" fmla="*/ 723900 h 1052272"/>
              <a:gd name="csX11" fmla="*/ 7917180 w 10180719"/>
              <a:gd name="csY11" fmla="*/ 7620 h 1052272"/>
              <a:gd name="csX12" fmla="*/ 8633460 w 10180719"/>
              <a:gd name="csY12" fmla="*/ 723900 h 1052272"/>
              <a:gd name="csX13" fmla="*/ 9357360 w 10180719"/>
              <a:gd name="csY13" fmla="*/ 7620 h 1052272"/>
              <a:gd name="csX14" fmla="*/ 10081260 w 10180719"/>
              <a:gd name="csY14" fmla="*/ 731520 h 1052272"/>
              <a:gd name="csX15" fmla="*/ 10080307 w 10180719"/>
              <a:gd name="csY15" fmla="*/ 733425 h 1052272"/>
              <a:gd name="csX0" fmla="*/ 0 w 10359304"/>
              <a:gd name="csY0" fmla="*/ 723900 h 733525"/>
              <a:gd name="csX1" fmla="*/ 716280 w 10359304"/>
              <a:gd name="csY1" fmla="*/ 0 h 733525"/>
              <a:gd name="csX2" fmla="*/ 1440180 w 10359304"/>
              <a:gd name="csY2" fmla="*/ 723900 h 733525"/>
              <a:gd name="csX3" fmla="*/ 2156460 w 10359304"/>
              <a:gd name="csY3" fmla="*/ 7620 h 733525"/>
              <a:gd name="csX4" fmla="*/ 2880360 w 10359304"/>
              <a:gd name="csY4" fmla="*/ 723900 h 733525"/>
              <a:gd name="csX5" fmla="*/ 3604260 w 10359304"/>
              <a:gd name="csY5" fmla="*/ 0 h 733525"/>
              <a:gd name="csX6" fmla="*/ 4328160 w 10359304"/>
              <a:gd name="csY6" fmla="*/ 723900 h 733525"/>
              <a:gd name="csX7" fmla="*/ 5036820 w 10359304"/>
              <a:gd name="csY7" fmla="*/ 0 h 733525"/>
              <a:gd name="csX8" fmla="*/ 5753100 w 10359304"/>
              <a:gd name="csY8" fmla="*/ 723900 h 733525"/>
              <a:gd name="csX9" fmla="*/ 6477000 w 10359304"/>
              <a:gd name="csY9" fmla="*/ 0 h 733525"/>
              <a:gd name="csX10" fmla="*/ 7193280 w 10359304"/>
              <a:gd name="csY10" fmla="*/ 723900 h 733525"/>
              <a:gd name="csX11" fmla="*/ 7917180 w 10359304"/>
              <a:gd name="csY11" fmla="*/ 7620 h 733525"/>
              <a:gd name="csX12" fmla="*/ 8633460 w 10359304"/>
              <a:gd name="csY12" fmla="*/ 723900 h 733525"/>
              <a:gd name="csX13" fmla="*/ 9357360 w 10359304"/>
              <a:gd name="csY13" fmla="*/ 7620 h 733525"/>
              <a:gd name="csX14" fmla="*/ 10081260 w 10359304"/>
              <a:gd name="csY14" fmla="*/ 731520 h 733525"/>
              <a:gd name="csX15" fmla="*/ 10080307 w 10359304"/>
              <a:gd name="csY15" fmla="*/ 733425 h 733525"/>
              <a:gd name="csX0" fmla="*/ 0 w 10368372"/>
              <a:gd name="csY0" fmla="*/ 723900 h 731913"/>
              <a:gd name="csX1" fmla="*/ 716280 w 10368372"/>
              <a:gd name="csY1" fmla="*/ 0 h 731913"/>
              <a:gd name="csX2" fmla="*/ 1440180 w 10368372"/>
              <a:gd name="csY2" fmla="*/ 723900 h 731913"/>
              <a:gd name="csX3" fmla="*/ 2156460 w 10368372"/>
              <a:gd name="csY3" fmla="*/ 7620 h 731913"/>
              <a:gd name="csX4" fmla="*/ 2880360 w 10368372"/>
              <a:gd name="csY4" fmla="*/ 723900 h 731913"/>
              <a:gd name="csX5" fmla="*/ 3604260 w 10368372"/>
              <a:gd name="csY5" fmla="*/ 0 h 731913"/>
              <a:gd name="csX6" fmla="*/ 4328160 w 10368372"/>
              <a:gd name="csY6" fmla="*/ 723900 h 731913"/>
              <a:gd name="csX7" fmla="*/ 5036820 w 10368372"/>
              <a:gd name="csY7" fmla="*/ 0 h 731913"/>
              <a:gd name="csX8" fmla="*/ 5753100 w 10368372"/>
              <a:gd name="csY8" fmla="*/ 723900 h 731913"/>
              <a:gd name="csX9" fmla="*/ 6477000 w 10368372"/>
              <a:gd name="csY9" fmla="*/ 0 h 731913"/>
              <a:gd name="csX10" fmla="*/ 7193280 w 10368372"/>
              <a:gd name="csY10" fmla="*/ 723900 h 731913"/>
              <a:gd name="csX11" fmla="*/ 7917180 w 10368372"/>
              <a:gd name="csY11" fmla="*/ 7620 h 731913"/>
              <a:gd name="csX12" fmla="*/ 8633460 w 10368372"/>
              <a:gd name="csY12" fmla="*/ 723900 h 731913"/>
              <a:gd name="csX13" fmla="*/ 9357360 w 10368372"/>
              <a:gd name="csY13" fmla="*/ 7620 h 731913"/>
              <a:gd name="csX14" fmla="*/ 10081260 w 10368372"/>
              <a:gd name="csY14" fmla="*/ 731520 h 731913"/>
              <a:gd name="csX15" fmla="*/ 10094595 w 10368372"/>
              <a:gd name="csY15" fmla="*/ 576262 h 731913"/>
              <a:gd name="csX0" fmla="*/ 0 w 10183505"/>
              <a:gd name="csY0" fmla="*/ 723900 h 731967"/>
              <a:gd name="csX1" fmla="*/ 716280 w 10183505"/>
              <a:gd name="csY1" fmla="*/ 0 h 731967"/>
              <a:gd name="csX2" fmla="*/ 1440180 w 10183505"/>
              <a:gd name="csY2" fmla="*/ 723900 h 731967"/>
              <a:gd name="csX3" fmla="*/ 2156460 w 10183505"/>
              <a:gd name="csY3" fmla="*/ 7620 h 731967"/>
              <a:gd name="csX4" fmla="*/ 2880360 w 10183505"/>
              <a:gd name="csY4" fmla="*/ 723900 h 731967"/>
              <a:gd name="csX5" fmla="*/ 3604260 w 10183505"/>
              <a:gd name="csY5" fmla="*/ 0 h 731967"/>
              <a:gd name="csX6" fmla="*/ 4328160 w 10183505"/>
              <a:gd name="csY6" fmla="*/ 723900 h 731967"/>
              <a:gd name="csX7" fmla="*/ 5036820 w 10183505"/>
              <a:gd name="csY7" fmla="*/ 0 h 731967"/>
              <a:gd name="csX8" fmla="*/ 5753100 w 10183505"/>
              <a:gd name="csY8" fmla="*/ 723900 h 731967"/>
              <a:gd name="csX9" fmla="*/ 6477000 w 10183505"/>
              <a:gd name="csY9" fmla="*/ 0 h 731967"/>
              <a:gd name="csX10" fmla="*/ 7193280 w 10183505"/>
              <a:gd name="csY10" fmla="*/ 723900 h 731967"/>
              <a:gd name="csX11" fmla="*/ 7917180 w 10183505"/>
              <a:gd name="csY11" fmla="*/ 7620 h 731967"/>
              <a:gd name="csX12" fmla="*/ 8633460 w 10183505"/>
              <a:gd name="csY12" fmla="*/ 723900 h 731967"/>
              <a:gd name="csX13" fmla="*/ 9357360 w 10183505"/>
              <a:gd name="csY13" fmla="*/ 7620 h 731967"/>
              <a:gd name="csX14" fmla="*/ 10081260 w 10183505"/>
              <a:gd name="csY14" fmla="*/ 731520 h 731967"/>
              <a:gd name="csX15" fmla="*/ 10094595 w 10183505"/>
              <a:gd name="csY15" fmla="*/ 576262 h 731967"/>
              <a:gd name="csX0" fmla="*/ 0 w 10176069"/>
              <a:gd name="csY0" fmla="*/ 723900 h 731979"/>
              <a:gd name="csX1" fmla="*/ 716280 w 10176069"/>
              <a:gd name="csY1" fmla="*/ 0 h 731979"/>
              <a:gd name="csX2" fmla="*/ 1440180 w 10176069"/>
              <a:gd name="csY2" fmla="*/ 723900 h 731979"/>
              <a:gd name="csX3" fmla="*/ 2156460 w 10176069"/>
              <a:gd name="csY3" fmla="*/ 7620 h 731979"/>
              <a:gd name="csX4" fmla="*/ 2880360 w 10176069"/>
              <a:gd name="csY4" fmla="*/ 723900 h 731979"/>
              <a:gd name="csX5" fmla="*/ 3604260 w 10176069"/>
              <a:gd name="csY5" fmla="*/ 0 h 731979"/>
              <a:gd name="csX6" fmla="*/ 4328160 w 10176069"/>
              <a:gd name="csY6" fmla="*/ 723900 h 731979"/>
              <a:gd name="csX7" fmla="*/ 5036820 w 10176069"/>
              <a:gd name="csY7" fmla="*/ 0 h 731979"/>
              <a:gd name="csX8" fmla="*/ 5753100 w 10176069"/>
              <a:gd name="csY8" fmla="*/ 723900 h 731979"/>
              <a:gd name="csX9" fmla="*/ 6477000 w 10176069"/>
              <a:gd name="csY9" fmla="*/ 0 h 731979"/>
              <a:gd name="csX10" fmla="*/ 7193280 w 10176069"/>
              <a:gd name="csY10" fmla="*/ 723900 h 731979"/>
              <a:gd name="csX11" fmla="*/ 7917180 w 10176069"/>
              <a:gd name="csY11" fmla="*/ 7620 h 731979"/>
              <a:gd name="csX12" fmla="*/ 8633460 w 10176069"/>
              <a:gd name="csY12" fmla="*/ 723900 h 731979"/>
              <a:gd name="csX13" fmla="*/ 9357360 w 10176069"/>
              <a:gd name="csY13" fmla="*/ 7620 h 731979"/>
              <a:gd name="csX14" fmla="*/ 10081260 w 10176069"/>
              <a:gd name="csY14" fmla="*/ 731520 h 731979"/>
              <a:gd name="csX15" fmla="*/ 10066020 w 10176069"/>
              <a:gd name="csY15" fmla="*/ 581024 h 731979"/>
              <a:gd name="csX0" fmla="*/ 0 w 10081260"/>
              <a:gd name="csY0" fmla="*/ 723900 h 731520"/>
              <a:gd name="csX1" fmla="*/ 716280 w 10081260"/>
              <a:gd name="csY1" fmla="*/ 0 h 731520"/>
              <a:gd name="csX2" fmla="*/ 1440180 w 10081260"/>
              <a:gd name="csY2" fmla="*/ 723900 h 731520"/>
              <a:gd name="csX3" fmla="*/ 2156460 w 10081260"/>
              <a:gd name="csY3" fmla="*/ 7620 h 731520"/>
              <a:gd name="csX4" fmla="*/ 2880360 w 10081260"/>
              <a:gd name="csY4" fmla="*/ 723900 h 731520"/>
              <a:gd name="csX5" fmla="*/ 3604260 w 10081260"/>
              <a:gd name="csY5" fmla="*/ 0 h 731520"/>
              <a:gd name="csX6" fmla="*/ 4328160 w 10081260"/>
              <a:gd name="csY6" fmla="*/ 723900 h 731520"/>
              <a:gd name="csX7" fmla="*/ 5036820 w 10081260"/>
              <a:gd name="csY7" fmla="*/ 0 h 731520"/>
              <a:gd name="csX8" fmla="*/ 5753100 w 10081260"/>
              <a:gd name="csY8" fmla="*/ 723900 h 731520"/>
              <a:gd name="csX9" fmla="*/ 6477000 w 10081260"/>
              <a:gd name="csY9" fmla="*/ 0 h 731520"/>
              <a:gd name="csX10" fmla="*/ 7193280 w 10081260"/>
              <a:gd name="csY10" fmla="*/ 723900 h 731520"/>
              <a:gd name="csX11" fmla="*/ 7917180 w 10081260"/>
              <a:gd name="csY11" fmla="*/ 7620 h 731520"/>
              <a:gd name="csX12" fmla="*/ 8633460 w 10081260"/>
              <a:gd name="csY12" fmla="*/ 723900 h 731520"/>
              <a:gd name="csX13" fmla="*/ 9357360 w 10081260"/>
              <a:gd name="csY13" fmla="*/ 7620 h 731520"/>
              <a:gd name="csX14" fmla="*/ 10081260 w 10081260"/>
              <a:gd name="csY14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  <a:gd name="csX0" fmla="*/ 0 w 9364980"/>
              <a:gd name="csY0" fmla="*/ 0 h 731520"/>
              <a:gd name="csX1" fmla="*/ 723900 w 9364980"/>
              <a:gd name="csY1" fmla="*/ 723900 h 731520"/>
              <a:gd name="csX2" fmla="*/ 1440180 w 9364980"/>
              <a:gd name="csY2" fmla="*/ 7620 h 731520"/>
              <a:gd name="csX3" fmla="*/ 2164080 w 9364980"/>
              <a:gd name="csY3" fmla="*/ 723900 h 731520"/>
              <a:gd name="csX4" fmla="*/ 2887980 w 9364980"/>
              <a:gd name="csY4" fmla="*/ 0 h 731520"/>
              <a:gd name="csX5" fmla="*/ 3611880 w 9364980"/>
              <a:gd name="csY5" fmla="*/ 723900 h 731520"/>
              <a:gd name="csX6" fmla="*/ 4320540 w 9364980"/>
              <a:gd name="csY6" fmla="*/ 0 h 731520"/>
              <a:gd name="csX7" fmla="*/ 5036820 w 9364980"/>
              <a:gd name="csY7" fmla="*/ 723900 h 731520"/>
              <a:gd name="csX8" fmla="*/ 5760720 w 9364980"/>
              <a:gd name="csY8" fmla="*/ 0 h 731520"/>
              <a:gd name="csX9" fmla="*/ 6477000 w 9364980"/>
              <a:gd name="csY9" fmla="*/ 723900 h 731520"/>
              <a:gd name="csX10" fmla="*/ 7200900 w 9364980"/>
              <a:gd name="csY10" fmla="*/ 7620 h 731520"/>
              <a:gd name="csX11" fmla="*/ 7917180 w 9364980"/>
              <a:gd name="csY11" fmla="*/ 723900 h 731520"/>
              <a:gd name="csX12" fmla="*/ 8641080 w 9364980"/>
              <a:gd name="csY12" fmla="*/ 7620 h 731520"/>
              <a:gd name="csX13" fmla="*/ 9364980 w 9364980"/>
              <a:gd name="csY13" fmla="*/ 73152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64980" h="731520">
                <a:moveTo>
                  <a:pt x="0" y="0"/>
                </a:moveTo>
                <a:cubicBezTo>
                  <a:pt x="240030" y="0"/>
                  <a:pt x="483870" y="722630"/>
                  <a:pt x="723900" y="723900"/>
                </a:cubicBezTo>
                <a:cubicBezTo>
                  <a:pt x="963930" y="725170"/>
                  <a:pt x="1200150" y="7620"/>
                  <a:pt x="1440180" y="7620"/>
                </a:cubicBezTo>
                <a:cubicBezTo>
                  <a:pt x="1680210" y="7620"/>
                  <a:pt x="1922780" y="725170"/>
                  <a:pt x="2164080" y="723900"/>
                </a:cubicBezTo>
                <a:cubicBezTo>
                  <a:pt x="2405380" y="722630"/>
                  <a:pt x="2646680" y="0"/>
                  <a:pt x="2887980" y="0"/>
                </a:cubicBezTo>
                <a:cubicBezTo>
                  <a:pt x="3129280" y="0"/>
                  <a:pt x="3373120" y="723900"/>
                  <a:pt x="3611880" y="723900"/>
                </a:cubicBezTo>
                <a:cubicBezTo>
                  <a:pt x="3850640" y="723900"/>
                  <a:pt x="4083050" y="0"/>
                  <a:pt x="4320540" y="0"/>
                </a:cubicBezTo>
                <a:cubicBezTo>
                  <a:pt x="4558030" y="0"/>
                  <a:pt x="4796790" y="723900"/>
                  <a:pt x="5036820" y="723900"/>
                </a:cubicBezTo>
                <a:cubicBezTo>
                  <a:pt x="5276850" y="723900"/>
                  <a:pt x="5520690" y="0"/>
                  <a:pt x="5760720" y="0"/>
                </a:cubicBezTo>
                <a:cubicBezTo>
                  <a:pt x="6000750" y="0"/>
                  <a:pt x="6236970" y="722630"/>
                  <a:pt x="6477000" y="723900"/>
                </a:cubicBezTo>
                <a:cubicBezTo>
                  <a:pt x="6717030" y="725170"/>
                  <a:pt x="6960870" y="7620"/>
                  <a:pt x="7200900" y="7620"/>
                </a:cubicBezTo>
                <a:cubicBezTo>
                  <a:pt x="7440930" y="7620"/>
                  <a:pt x="7677150" y="723900"/>
                  <a:pt x="7917180" y="723900"/>
                </a:cubicBezTo>
                <a:cubicBezTo>
                  <a:pt x="8157210" y="723900"/>
                  <a:pt x="8399780" y="6350"/>
                  <a:pt x="8641080" y="7620"/>
                </a:cubicBezTo>
                <a:cubicBezTo>
                  <a:pt x="8882380" y="8890"/>
                  <a:pt x="9144000" y="721360"/>
                  <a:pt x="9364980" y="731520"/>
                </a:cubicBezTo>
              </a:path>
            </a:pathLst>
          </a:custGeom>
          <a:noFill/>
          <a:ln w="57150">
            <a:solidFill>
              <a:schemeClr val="accent1">
                <a:shade val="15000"/>
              </a:schemeClr>
            </a:solidFill>
          </a:ln>
          <a:effectLst>
            <a:outerShdw dist="165100" dir="5400000" algn="t" rotWithShape="0">
              <a:schemeClr val="tx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1120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24242AD-E084-A267-717F-8A3E880178EC}"/>
              </a:ext>
            </a:extLst>
          </p:cNvPr>
          <p:cNvGrpSpPr/>
          <p:nvPr/>
        </p:nvGrpSpPr>
        <p:grpSpPr>
          <a:xfrm>
            <a:off x="391886" y="-3241295"/>
            <a:ext cx="11210374" cy="10367809"/>
            <a:chOff x="-227804" y="198591"/>
            <a:chExt cx="11210374" cy="10367809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DCADD1E-0985-3801-AE1C-7040717B24A8}"/>
                </a:ext>
              </a:extLst>
            </p:cNvPr>
            <p:cNvSpPr/>
            <p:nvPr/>
          </p:nvSpPr>
          <p:spPr>
            <a:xfrm>
              <a:off x="-227804" y="198591"/>
              <a:ext cx="11210374" cy="102807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ja-JP"/>
              </a:defPPr>
              <a:lvl1pPr marL="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dirty="0"/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B5744D-7749-0557-44E5-20CDE70C1CCD}"/>
                </a:ext>
              </a:extLst>
            </p:cNvPr>
            <p:cNvGrpSpPr/>
            <p:nvPr/>
          </p:nvGrpSpPr>
          <p:grpSpPr>
            <a:xfrm>
              <a:off x="1169158" y="902885"/>
              <a:ext cx="8470142" cy="9663515"/>
              <a:chOff x="889758" y="226229"/>
              <a:chExt cx="10460514" cy="11934314"/>
            </a:xfrm>
          </p:grpSpPr>
          <p:pic>
            <p:nvPicPr>
              <p:cNvPr id="4" name="図 3">
                <a:extLst>
                  <a:ext uri="{FF2B5EF4-FFF2-40B4-BE49-F238E27FC236}">
                    <a16:creationId xmlns:a16="http://schemas.microsoft.com/office/drawing/2014/main" id="{C326EA64-3A13-2414-910A-696E327BC7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alphaModFix/>
              </a:blip>
              <a:srcRect l="4529" t="9223" r="3557" b="39938"/>
              <a:stretch>
                <a:fillRect/>
              </a:stretch>
            </p:blipFill>
            <p:spPr>
              <a:xfrm>
                <a:off x="966000" y="226229"/>
                <a:ext cx="10301969" cy="4459609"/>
              </a:xfrm>
              <a:prstGeom prst="rect">
                <a:avLst/>
              </a:prstGeom>
            </p:spPr>
          </p:pic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6F542B94-45EB-51AC-0F05-42649FF80E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alphaModFix/>
              </a:blip>
              <a:srcRect l="2925" t="22154" r="4032" b="2289"/>
              <a:stretch>
                <a:fillRect/>
              </a:stretch>
            </p:blipFill>
            <p:spPr>
              <a:xfrm>
                <a:off x="961238" y="5510387"/>
                <a:ext cx="10341428" cy="6650156"/>
              </a:xfrm>
              <a:prstGeom prst="rect">
                <a:avLst/>
              </a:prstGeom>
            </p:spPr>
          </p:pic>
          <p:sp>
            <p:nvSpPr>
              <p:cNvPr id="6" name="フリーフォーム: 図形 5">
                <a:extLst>
                  <a:ext uri="{FF2B5EF4-FFF2-40B4-BE49-F238E27FC236}">
                    <a16:creationId xmlns:a16="http://schemas.microsoft.com/office/drawing/2014/main" id="{EA27C95E-54AC-FB79-A105-0376377D36E4}"/>
                  </a:ext>
                </a:extLst>
              </p:cNvPr>
              <p:cNvSpPr/>
              <p:nvPr/>
            </p:nvSpPr>
            <p:spPr>
              <a:xfrm>
                <a:off x="889758" y="4832063"/>
                <a:ext cx="10460514" cy="405000"/>
              </a:xfrm>
              <a:custGeom>
                <a:avLst/>
                <a:gdLst>
                  <a:gd name="csX0" fmla="*/ 0 w 10703002"/>
                  <a:gd name="csY0" fmla="*/ 723900 h 731634"/>
                  <a:gd name="csX1" fmla="*/ 716280 w 10703002"/>
                  <a:gd name="csY1" fmla="*/ 0 h 731634"/>
                  <a:gd name="csX2" fmla="*/ 1440180 w 10703002"/>
                  <a:gd name="csY2" fmla="*/ 723900 h 731634"/>
                  <a:gd name="csX3" fmla="*/ 2156460 w 10703002"/>
                  <a:gd name="csY3" fmla="*/ 7620 h 731634"/>
                  <a:gd name="csX4" fmla="*/ 2880360 w 10703002"/>
                  <a:gd name="csY4" fmla="*/ 723900 h 731634"/>
                  <a:gd name="csX5" fmla="*/ 3604260 w 10703002"/>
                  <a:gd name="csY5" fmla="*/ 0 h 731634"/>
                  <a:gd name="csX6" fmla="*/ 4328160 w 10703002"/>
                  <a:gd name="csY6" fmla="*/ 723900 h 731634"/>
                  <a:gd name="csX7" fmla="*/ 5036820 w 10703002"/>
                  <a:gd name="csY7" fmla="*/ 0 h 731634"/>
                  <a:gd name="csX8" fmla="*/ 5753100 w 10703002"/>
                  <a:gd name="csY8" fmla="*/ 723900 h 731634"/>
                  <a:gd name="csX9" fmla="*/ 6477000 w 10703002"/>
                  <a:gd name="csY9" fmla="*/ 0 h 731634"/>
                  <a:gd name="csX10" fmla="*/ 7193280 w 10703002"/>
                  <a:gd name="csY10" fmla="*/ 723900 h 731634"/>
                  <a:gd name="csX11" fmla="*/ 7917180 w 10703002"/>
                  <a:gd name="csY11" fmla="*/ 7620 h 731634"/>
                  <a:gd name="csX12" fmla="*/ 8633460 w 10703002"/>
                  <a:gd name="csY12" fmla="*/ 723900 h 731634"/>
                  <a:gd name="csX13" fmla="*/ 9357360 w 10703002"/>
                  <a:gd name="csY13" fmla="*/ 7620 h 731634"/>
                  <a:gd name="csX14" fmla="*/ 10081260 w 10703002"/>
                  <a:gd name="csY14" fmla="*/ 731520 h 731634"/>
                  <a:gd name="csX15" fmla="*/ 10683240 w 10703002"/>
                  <a:gd name="csY15" fmla="*/ 68580 h 731634"/>
                  <a:gd name="csX0" fmla="*/ 0 w 10806734"/>
                  <a:gd name="csY0" fmla="*/ 723900 h 731623"/>
                  <a:gd name="csX1" fmla="*/ 716280 w 10806734"/>
                  <a:gd name="csY1" fmla="*/ 0 h 731623"/>
                  <a:gd name="csX2" fmla="*/ 1440180 w 10806734"/>
                  <a:gd name="csY2" fmla="*/ 723900 h 731623"/>
                  <a:gd name="csX3" fmla="*/ 2156460 w 10806734"/>
                  <a:gd name="csY3" fmla="*/ 7620 h 731623"/>
                  <a:gd name="csX4" fmla="*/ 2880360 w 10806734"/>
                  <a:gd name="csY4" fmla="*/ 723900 h 731623"/>
                  <a:gd name="csX5" fmla="*/ 3604260 w 10806734"/>
                  <a:gd name="csY5" fmla="*/ 0 h 731623"/>
                  <a:gd name="csX6" fmla="*/ 4328160 w 10806734"/>
                  <a:gd name="csY6" fmla="*/ 723900 h 731623"/>
                  <a:gd name="csX7" fmla="*/ 5036820 w 10806734"/>
                  <a:gd name="csY7" fmla="*/ 0 h 731623"/>
                  <a:gd name="csX8" fmla="*/ 5753100 w 10806734"/>
                  <a:gd name="csY8" fmla="*/ 723900 h 731623"/>
                  <a:gd name="csX9" fmla="*/ 6477000 w 10806734"/>
                  <a:gd name="csY9" fmla="*/ 0 h 731623"/>
                  <a:gd name="csX10" fmla="*/ 7193280 w 10806734"/>
                  <a:gd name="csY10" fmla="*/ 723900 h 731623"/>
                  <a:gd name="csX11" fmla="*/ 7917180 w 10806734"/>
                  <a:gd name="csY11" fmla="*/ 7620 h 731623"/>
                  <a:gd name="csX12" fmla="*/ 8633460 w 10806734"/>
                  <a:gd name="csY12" fmla="*/ 723900 h 731623"/>
                  <a:gd name="csX13" fmla="*/ 9357360 w 10806734"/>
                  <a:gd name="csY13" fmla="*/ 7620 h 731623"/>
                  <a:gd name="csX14" fmla="*/ 10081260 w 10806734"/>
                  <a:gd name="csY14" fmla="*/ 731520 h 731623"/>
                  <a:gd name="csX15" fmla="*/ 10789920 w 10806734"/>
                  <a:gd name="csY15" fmla="*/ 0 h 731623"/>
                  <a:gd name="csX0" fmla="*/ 0 w 10789986"/>
                  <a:gd name="csY0" fmla="*/ 723900 h 732889"/>
                  <a:gd name="csX1" fmla="*/ 716280 w 10789986"/>
                  <a:gd name="csY1" fmla="*/ 0 h 732889"/>
                  <a:gd name="csX2" fmla="*/ 1440180 w 10789986"/>
                  <a:gd name="csY2" fmla="*/ 723900 h 732889"/>
                  <a:gd name="csX3" fmla="*/ 2156460 w 10789986"/>
                  <a:gd name="csY3" fmla="*/ 7620 h 732889"/>
                  <a:gd name="csX4" fmla="*/ 2880360 w 10789986"/>
                  <a:gd name="csY4" fmla="*/ 723900 h 732889"/>
                  <a:gd name="csX5" fmla="*/ 3604260 w 10789986"/>
                  <a:gd name="csY5" fmla="*/ 0 h 732889"/>
                  <a:gd name="csX6" fmla="*/ 4328160 w 10789986"/>
                  <a:gd name="csY6" fmla="*/ 723900 h 732889"/>
                  <a:gd name="csX7" fmla="*/ 5036820 w 10789986"/>
                  <a:gd name="csY7" fmla="*/ 0 h 732889"/>
                  <a:gd name="csX8" fmla="*/ 5753100 w 10789986"/>
                  <a:gd name="csY8" fmla="*/ 723900 h 732889"/>
                  <a:gd name="csX9" fmla="*/ 6477000 w 10789986"/>
                  <a:gd name="csY9" fmla="*/ 0 h 732889"/>
                  <a:gd name="csX10" fmla="*/ 7193280 w 10789986"/>
                  <a:gd name="csY10" fmla="*/ 723900 h 732889"/>
                  <a:gd name="csX11" fmla="*/ 7917180 w 10789986"/>
                  <a:gd name="csY11" fmla="*/ 7620 h 732889"/>
                  <a:gd name="csX12" fmla="*/ 8633460 w 10789986"/>
                  <a:gd name="csY12" fmla="*/ 723900 h 732889"/>
                  <a:gd name="csX13" fmla="*/ 9357360 w 10789986"/>
                  <a:gd name="csY13" fmla="*/ 7620 h 732889"/>
                  <a:gd name="csX14" fmla="*/ 10081260 w 10789986"/>
                  <a:gd name="csY14" fmla="*/ 731520 h 732889"/>
                  <a:gd name="csX15" fmla="*/ 10789920 w 10789986"/>
                  <a:gd name="csY15" fmla="*/ 0 h 732889"/>
                  <a:gd name="csX0" fmla="*/ 0 w 10418702"/>
                  <a:gd name="csY0" fmla="*/ 723900 h 733077"/>
                  <a:gd name="csX1" fmla="*/ 716280 w 10418702"/>
                  <a:gd name="csY1" fmla="*/ 0 h 733077"/>
                  <a:gd name="csX2" fmla="*/ 1440180 w 10418702"/>
                  <a:gd name="csY2" fmla="*/ 723900 h 733077"/>
                  <a:gd name="csX3" fmla="*/ 2156460 w 10418702"/>
                  <a:gd name="csY3" fmla="*/ 7620 h 733077"/>
                  <a:gd name="csX4" fmla="*/ 2880360 w 10418702"/>
                  <a:gd name="csY4" fmla="*/ 723900 h 733077"/>
                  <a:gd name="csX5" fmla="*/ 3604260 w 10418702"/>
                  <a:gd name="csY5" fmla="*/ 0 h 733077"/>
                  <a:gd name="csX6" fmla="*/ 4328160 w 10418702"/>
                  <a:gd name="csY6" fmla="*/ 723900 h 733077"/>
                  <a:gd name="csX7" fmla="*/ 5036820 w 10418702"/>
                  <a:gd name="csY7" fmla="*/ 0 h 733077"/>
                  <a:gd name="csX8" fmla="*/ 5753100 w 10418702"/>
                  <a:gd name="csY8" fmla="*/ 723900 h 733077"/>
                  <a:gd name="csX9" fmla="*/ 6477000 w 10418702"/>
                  <a:gd name="csY9" fmla="*/ 0 h 733077"/>
                  <a:gd name="csX10" fmla="*/ 7193280 w 10418702"/>
                  <a:gd name="csY10" fmla="*/ 723900 h 733077"/>
                  <a:gd name="csX11" fmla="*/ 7917180 w 10418702"/>
                  <a:gd name="csY11" fmla="*/ 7620 h 733077"/>
                  <a:gd name="csX12" fmla="*/ 8633460 w 10418702"/>
                  <a:gd name="csY12" fmla="*/ 723900 h 733077"/>
                  <a:gd name="csX13" fmla="*/ 9357360 w 10418702"/>
                  <a:gd name="csY13" fmla="*/ 7620 h 733077"/>
                  <a:gd name="csX14" fmla="*/ 10081260 w 10418702"/>
                  <a:gd name="csY14" fmla="*/ 731520 h 733077"/>
                  <a:gd name="csX15" fmla="*/ 10418445 w 10418702"/>
                  <a:gd name="csY15" fmla="*/ 9525 h 733077"/>
                  <a:gd name="csX0" fmla="*/ 0 w 10180719"/>
                  <a:gd name="csY0" fmla="*/ 723900 h 1052272"/>
                  <a:gd name="csX1" fmla="*/ 716280 w 10180719"/>
                  <a:gd name="csY1" fmla="*/ 0 h 1052272"/>
                  <a:gd name="csX2" fmla="*/ 1440180 w 10180719"/>
                  <a:gd name="csY2" fmla="*/ 723900 h 1052272"/>
                  <a:gd name="csX3" fmla="*/ 2156460 w 10180719"/>
                  <a:gd name="csY3" fmla="*/ 7620 h 1052272"/>
                  <a:gd name="csX4" fmla="*/ 2880360 w 10180719"/>
                  <a:gd name="csY4" fmla="*/ 723900 h 1052272"/>
                  <a:gd name="csX5" fmla="*/ 3604260 w 10180719"/>
                  <a:gd name="csY5" fmla="*/ 0 h 1052272"/>
                  <a:gd name="csX6" fmla="*/ 4328160 w 10180719"/>
                  <a:gd name="csY6" fmla="*/ 723900 h 1052272"/>
                  <a:gd name="csX7" fmla="*/ 5036820 w 10180719"/>
                  <a:gd name="csY7" fmla="*/ 0 h 1052272"/>
                  <a:gd name="csX8" fmla="*/ 5753100 w 10180719"/>
                  <a:gd name="csY8" fmla="*/ 723900 h 1052272"/>
                  <a:gd name="csX9" fmla="*/ 6477000 w 10180719"/>
                  <a:gd name="csY9" fmla="*/ 0 h 1052272"/>
                  <a:gd name="csX10" fmla="*/ 7193280 w 10180719"/>
                  <a:gd name="csY10" fmla="*/ 723900 h 1052272"/>
                  <a:gd name="csX11" fmla="*/ 7917180 w 10180719"/>
                  <a:gd name="csY11" fmla="*/ 7620 h 1052272"/>
                  <a:gd name="csX12" fmla="*/ 8633460 w 10180719"/>
                  <a:gd name="csY12" fmla="*/ 723900 h 1052272"/>
                  <a:gd name="csX13" fmla="*/ 9357360 w 10180719"/>
                  <a:gd name="csY13" fmla="*/ 7620 h 1052272"/>
                  <a:gd name="csX14" fmla="*/ 10081260 w 10180719"/>
                  <a:gd name="csY14" fmla="*/ 731520 h 1052272"/>
                  <a:gd name="csX15" fmla="*/ 10080307 w 10180719"/>
                  <a:gd name="csY15" fmla="*/ 733425 h 1052272"/>
                  <a:gd name="csX0" fmla="*/ 0 w 10359304"/>
                  <a:gd name="csY0" fmla="*/ 723900 h 733525"/>
                  <a:gd name="csX1" fmla="*/ 716280 w 10359304"/>
                  <a:gd name="csY1" fmla="*/ 0 h 733525"/>
                  <a:gd name="csX2" fmla="*/ 1440180 w 10359304"/>
                  <a:gd name="csY2" fmla="*/ 723900 h 733525"/>
                  <a:gd name="csX3" fmla="*/ 2156460 w 10359304"/>
                  <a:gd name="csY3" fmla="*/ 7620 h 733525"/>
                  <a:gd name="csX4" fmla="*/ 2880360 w 10359304"/>
                  <a:gd name="csY4" fmla="*/ 723900 h 733525"/>
                  <a:gd name="csX5" fmla="*/ 3604260 w 10359304"/>
                  <a:gd name="csY5" fmla="*/ 0 h 733525"/>
                  <a:gd name="csX6" fmla="*/ 4328160 w 10359304"/>
                  <a:gd name="csY6" fmla="*/ 723900 h 733525"/>
                  <a:gd name="csX7" fmla="*/ 5036820 w 10359304"/>
                  <a:gd name="csY7" fmla="*/ 0 h 733525"/>
                  <a:gd name="csX8" fmla="*/ 5753100 w 10359304"/>
                  <a:gd name="csY8" fmla="*/ 723900 h 733525"/>
                  <a:gd name="csX9" fmla="*/ 6477000 w 10359304"/>
                  <a:gd name="csY9" fmla="*/ 0 h 733525"/>
                  <a:gd name="csX10" fmla="*/ 7193280 w 10359304"/>
                  <a:gd name="csY10" fmla="*/ 723900 h 733525"/>
                  <a:gd name="csX11" fmla="*/ 7917180 w 10359304"/>
                  <a:gd name="csY11" fmla="*/ 7620 h 733525"/>
                  <a:gd name="csX12" fmla="*/ 8633460 w 10359304"/>
                  <a:gd name="csY12" fmla="*/ 723900 h 733525"/>
                  <a:gd name="csX13" fmla="*/ 9357360 w 10359304"/>
                  <a:gd name="csY13" fmla="*/ 7620 h 733525"/>
                  <a:gd name="csX14" fmla="*/ 10081260 w 10359304"/>
                  <a:gd name="csY14" fmla="*/ 731520 h 733525"/>
                  <a:gd name="csX15" fmla="*/ 10080307 w 10359304"/>
                  <a:gd name="csY15" fmla="*/ 733425 h 733525"/>
                  <a:gd name="csX0" fmla="*/ 0 w 10368372"/>
                  <a:gd name="csY0" fmla="*/ 723900 h 731913"/>
                  <a:gd name="csX1" fmla="*/ 716280 w 10368372"/>
                  <a:gd name="csY1" fmla="*/ 0 h 731913"/>
                  <a:gd name="csX2" fmla="*/ 1440180 w 10368372"/>
                  <a:gd name="csY2" fmla="*/ 723900 h 731913"/>
                  <a:gd name="csX3" fmla="*/ 2156460 w 10368372"/>
                  <a:gd name="csY3" fmla="*/ 7620 h 731913"/>
                  <a:gd name="csX4" fmla="*/ 2880360 w 10368372"/>
                  <a:gd name="csY4" fmla="*/ 723900 h 731913"/>
                  <a:gd name="csX5" fmla="*/ 3604260 w 10368372"/>
                  <a:gd name="csY5" fmla="*/ 0 h 731913"/>
                  <a:gd name="csX6" fmla="*/ 4328160 w 10368372"/>
                  <a:gd name="csY6" fmla="*/ 723900 h 731913"/>
                  <a:gd name="csX7" fmla="*/ 5036820 w 10368372"/>
                  <a:gd name="csY7" fmla="*/ 0 h 731913"/>
                  <a:gd name="csX8" fmla="*/ 5753100 w 10368372"/>
                  <a:gd name="csY8" fmla="*/ 723900 h 731913"/>
                  <a:gd name="csX9" fmla="*/ 6477000 w 10368372"/>
                  <a:gd name="csY9" fmla="*/ 0 h 731913"/>
                  <a:gd name="csX10" fmla="*/ 7193280 w 10368372"/>
                  <a:gd name="csY10" fmla="*/ 723900 h 731913"/>
                  <a:gd name="csX11" fmla="*/ 7917180 w 10368372"/>
                  <a:gd name="csY11" fmla="*/ 7620 h 731913"/>
                  <a:gd name="csX12" fmla="*/ 8633460 w 10368372"/>
                  <a:gd name="csY12" fmla="*/ 723900 h 731913"/>
                  <a:gd name="csX13" fmla="*/ 9357360 w 10368372"/>
                  <a:gd name="csY13" fmla="*/ 7620 h 731913"/>
                  <a:gd name="csX14" fmla="*/ 10081260 w 10368372"/>
                  <a:gd name="csY14" fmla="*/ 731520 h 731913"/>
                  <a:gd name="csX15" fmla="*/ 10094595 w 10368372"/>
                  <a:gd name="csY15" fmla="*/ 576262 h 731913"/>
                  <a:gd name="csX0" fmla="*/ 0 w 10183505"/>
                  <a:gd name="csY0" fmla="*/ 723900 h 731967"/>
                  <a:gd name="csX1" fmla="*/ 716280 w 10183505"/>
                  <a:gd name="csY1" fmla="*/ 0 h 731967"/>
                  <a:gd name="csX2" fmla="*/ 1440180 w 10183505"/>
                  <a:gd name="csY2" fmla="*/ 723900 h 731967"/>
                  <a:gd name="csX3" fmla="*/ 2156460 w 10183505"/>
                  <a:gd name="csY3" fmla="*/ 7620 h 731967"/>
                  <a:gd name="csX4" fmla="*/ 2880360 w 10183505"/>
                  <a:gd name="csY4" fmla="*/ 723900 h 731967"/>
                  <a:gd name="csX5" fmla="*/ 3604260 w 10183505"/>
                  <a:gd name="csY5" fmla="*/ 0 h 731967"/>
                  <a:gd name="csX6" fmla="*/ 4328160 w 10183505"/>
                  <a:gd name="csY6" fmla="*/ 723900 h 731967"/>
                  <a:gd name="csX7" fmla="*/ 5036820 w 10183505"/>
                  <a:gd name="csY7" fmla="*/ 0 h 731967"/>
                  <a:gd name="csX8" fmla="*/ 5753100 w 10183505"/>
                  <a:gd name="csY8" fmla="*/ 723900 h 731967"/>
                  <a:gd name="csX9" fmla="*/ 6477000 w 10183505"/>
                  <a:gd name="csY9" fmla="*/ 0 h 731967"/>
                  <a:gd name="csX10" fmla="*/ 7193280 w 10183505"/>
                  <a:gd name="csY10" fmla="*/ 723900 h 731967"/>
                  <a:gd name="csX11" fmla="*/ 7917180 w 10183505"/>
                  <a:gd name="csY11" fmla="*/ 7620 h 731967"/>
                  <a:gd name="csX12" fmla="*/ 8633460 w 10183505"/>
                  <a:gd name="csY12" fmla="*/ 723900 h 731967"/>
                  <a:gd name="csX13" fmla="*/ 9357360 w 10183505"/>
                  <a:gd name="csY13" fmla="*/ 7620 h 731967"/>
                  <a:gd name="csX14" fmla="*/ 10081260 w 10183505"/>
                  <a:gd name="csY14" fmla="*/ 731520 h 731967"/>
                  <a:gd name="csX15" fmla="*/ 10094595 w 10183505"/>
                  <a:gd name="csY15" fmla="*/ 576262 h 731967"/>
                  <a:gd name="csX0" fmla="*/ 0 w 10176069"/>
                  <a:gd name="csY0" fmla="*/ 723900 h 731979"/>
                  <a:gd name="csX1" fmla="*/ 716280 w 10176069"/>
                  <a:gd name="csY1" fmla="*/ 0 h 731979"/>
                  <a:gd name="csX2" fmla="*/ 1440180 w 10176069"/>
                  <a:gd name="csY2" fmla="*/ 723900 h 731979"/>
                  <a:gd name="csX3" fmla="*/ 2156460 w 10176069"/>
                  <a:gd name="csY3" fmla="*/ 7620 h 731979"/>
                  <a:gd name="csX4" fmla="*/ 2880360 w 10176069"/>
                  <a:gd name="csY4" fmla="*/ 723900 h 731979"/>
                  <a:gd name="csX5" fmla="*/ 3604260 w 10176069"/>
                  <a:gd name="csY5" fmla="*/ 0 h 731979"/>
                  <a:gd name="csX6" fmla="*/ 4328160 w 10176069"/>
                  <a:gd name="csY6" fmla="*/ 723900 h 731979"/>
                  <a:gd name="csX7" fmla="*/ 5036820 w 10176069"/>
                  <a:gd name="csY7" fmla="*/ 0 h 731979"/>
                  <a:gd name="csX8" fmla="*/ 5753100 w 10176069"/>
                  <a:gd name="csY8" fmla="*/ 723900 h 731979"/>
                  <a:gd name="csX9" fmla="*/ 6477000 w 10176069"/>
                  <a:gd name="csY9" fmla="*/ 0 h 731979"/>
                  <a:gd name="csX10" fmla="*/ 7193280 w 10176069"/>
                  <a:gd name="csY10" fmla="*/ 723900 h 731979"/>
                  <a:gd name="csX11" fmla="*/ 7917180 w 10176069"/>
                  <a:gd name="csY11" fmla="*/ 7620 h 731979"/>
                  <a:gd name="csX12" fmla="*/ 8633460 w 10176069"/>
                  <a:gd name="csY12" fmla="*/ 723900 h 731979"/>
                  <a:gd name="csX13" fmla="*/ 9357360 w 10176069"/>
                  <a:gd name="csY13" fmla="*/ 7620 h 731979"/>
                  <a:gd name="csX14" fmla="*/ 10081260 w 10176069"/>
                  <a:gd name="csY14" fmla="*/ 731520 h 731979"/>
                  <a:gd name="csX15" fmla="*/ 10066020 w 10176069"/>
                  <a:gd name="csY15" fmla="*/ 581024 h 731979"/>
                  <a:gd name="csX0" fmla="*/ 0 w 10081260"/>
                  <a:gd name="csY0" fmla="*/ 723900 h 731520"/>
                  <a:gd name="csX1" fmla="*/ 716280 w 10081260"/>
                  <a:gd name="csY1" fmla="*/ 0 h 731520"/>
                  <a:gd name="csX2" fmla="*/ 1440180 w 10081260"/>
                  <a:gd name="csY2" fmla="*/ 723900 h 731520"/>
                  <a:gd name="csX3" fmla="*/ 2156460 w 10081260"/>
                  <a:gd name="csY3" fmla="*/ 7620 h 731520"/>
                  <a:gd name="csX4" fmla="*/ 2880360 w 10081260"/>
                  <a:gd name="csY4" fmla="*/ 723900 h 731520"/>
                  <a:gd name="csX5" fmla="*/ 3604260 w 10081260"/>
                  <a:gd name="csY5" fmla="*/ 0 h 731520"/>
                  <a:gd name="csX6" fmla="*/ 4328160 w 10081260"/>
                  <a:gd name="csY6" fmla="*/ 723900 h 731520"/>
                  <a:gd name="csX7" fmla="*/ 5036820 w 10081260"/>
                  <a:gd name="csY7" fmla="*/ 0 h 731520"/>
                  <a:gd name="csX8" fmla="*/ 5753100 w 10081260"/>
                  <a:gd name="csY8" fmla="*/ 723900 h 731520"/>
                  <a:gd name="csX9" fmla="*/ 6477000 w 10081260"/>
                  <a:gd name="csY9" fmla="*/ 0 h 731520"/>
                  <a:gd name="csX10" fmla="*/ 7193280 w 10081260"/>
                  <a:gd name="csY10" fmla="*/ 723900 h 731520"/>
                  <a:gd name="csX11" fmla="*/ 7917180 w 10081260"/>
                  <a:gd name="csY11" fmla="*/ 7620 h 731520"/>
                  <a:gd name="csX12" fmla="*/ 8633460 w 10081260"/>
                  <a:gd name="csY12" fmla="*/ 723900 h 731520"/>
                  <a:gd name="csX13" fmla="*/ 9357360 w 10081260"/>
                  <a:gd name="csY13" fmla="*/ 7620 h 731520"/>
                  <a:gd name="csX14" fmla="*/ 10081260 w 10081260"/>
                  <a:gd name="csY14" fmla="*/ 731520 h 731520"/>
                  <a:gd name="csX0" fmla="*/ 0 w 9364980"/>
                  <a:gd name="csY0" fmla="*/ 0 h 731520"/>
                  <a:gd name="csX1" fmla="*/ 723900 w 9364980"/>
                  <a:gd name="csY1" fmla="*/ 723900 h 731520"/>
                  <a:gd name="csX2" fmla="*/ 1440180 w 9364980"/>
                  <a:gd name="csY2" fmla="*/ 7620 h 731520"/>
                  <a:gd name="csX3" fmla="*/ 2164080 w 9364980"/>
                  <a:gd name="csY3" fmla="*/ 723900 h 731520"/>
                  <a:gd name="csX4" fmla="*/ 2887980 w 9364980"/>
                  <a:gd name="csY4" fmla="*/ 0 h 731520"/>
                  <a:gd name="csX5" fmla="*/ 3611880 w 9364980"/>
                  <a:gd name="csY5" fmla="*/ 723900 h 731520"/>
                  <a:gd name="csX6" fmla="*/ 4320540 w 9364980"/>
                  <a:gd name="csY6" fmla="*/ 0 h 731520"/>
                  <a:gd name="csX7" fmla="*/ 5036820 w 9364980"/>
                  <a:gd name="csY7" fmla="*/ 723900 h 731520"/>
                  <a:gd name="csX8" fmla="*/ 5760720 w 9364980"/>
                  <a:gd name="csY8" fmla="*/ 0 h 731520"/>
                  <a:gd name="csX9" fmla="*/ 6477000 w 9364980"/>
                  <a:gd name="csY9" fmla="*/ 723900 h 731520"/>
                  <a:gd name="csX10" fmla="*/ 7200900 w 9364980"/>
                  <a:gd name="csY10" fmla="*/ 7620 h 731520"/>
                  <a:gd name="csX11" fmla="*/ 7917180 w 9364980"/>
                  <a:gd name="csY11" fmla="*/ 723900 h 731520"/>
                  <a:gd name="csX12" fmla="*/ 8641080 w 9364980"/>
                  <a:gd name="csY12" fmla="*/ 7620 h 731520"/>
                  <a:gd name="csX13" fmla="*/ 9364980 w 9364980"/>
                  <a:gd name="csY13" fmla="*/ 731520 h 731520"/>
                  <a:gd name="csX0" fmla="*/ 0 w 9364980"/>
                  <a:gd name="csY0" fmla="*/ 0 h 731520"/>
                  <a:gd name="csX1" fmla="*/ 723900 w 9364980"/>
                  <a:gd name="csY1" fmla="*/ 723900 h 731520"/>
                  <a:gd name="csX2" fmla="*/ 1440180 w 9364980"/>
                  <a:gd name="csY2" fmla="*/ 7620 h 731520"/>
                  <a:gd name="csX3" fmla="*/ 2164080 w 9364980"/>
                  <a:gd name="csY3" fmla="*/ 723900 h 731520"/>
                  <a:gd name="csX4" fmla="*/ 2887980 w 9364980"/>
                  <a:gd name="csY4" fmla="*/ 0 h 731520"/>
                  <a:gd name="csX5" fmla="*/ 3611880 w 9364980"/>
                  <a:gd name="csY5" fmla="*/ 723900 h 731520"/>
                  <a:gd name="csX6" fmla="*/ 4320540 w 9364980"/>
                  <a:gd name="csY6" fmla="*/ 0 h 731520"/>
                  <a:gd name="csX7" fmla="*/ 5036820 w 9364980"/>
                  <a:gd name="csY7" fmla="*/ 723900 h 731520"/>
                  <a:gd name="csX8" fmla="*/ 5760720 w 9364980"/>
                  <a:gd name="csY8" fmla="*/ 0 h 731520"/>
                  <a:gd name="csX9" fmla="*/ 6477000 w 9364980"/>
                  <a:gd name="csY9" fmla="*/ 723900 h 731520"/>
                  <a:gd name="csX10" fmla="*/ 7200900 w 9364980"/>
                  <a:gd name="csY10" fmla="*/ 7620 h 731520"/>
                  <a:gd name="csX11" fmla="*/ 7917180 w 9364980"/>
                  <a:gd name="csY11" fmla="*/ 723900 h 731520"/>
                  <a:gd name="csX12" fmla="*/ 8641080 w 9364980"/>
                  <a:gd name="csY12" fmla="*/ 7620 h 731520"/>
                  <a:gd name="csX13" fmla="*/ 9364980 w 9364980"/>
                  <a:gd name="csY13" fmla="*/ 731520 h 731520"/>
                  <a:gd name="csX0" fmla="*/ 0 w 9364980"/>
                  <a:gd name="csY0" fmla="*/ 0 h 731520"/>
                  <a:gd name="csX1" fmla="*/ 723900 w 9364980"/>
                  <a:gd name="csY1" fmla="*/ 723900 h 731520"/>
                  <a:gd name="csX2" fmla="*/ 1440180 w 9364980"/>
                  <a:gd name="csY2" fmla="*/ 7620 h 731520"/>
                  <a:gd name="csX3" fmla="*/ 2164080 w 9364980"/>
                  <a:gd name="csY3" fmla="*/ 723900 h 731520"/>
                  <a:gd name="csX4" fmla="*/ 2887980 w 9364980"/>
                  <a:gd name="csY4" fmla="*/ 0 h 731520"/>
                  <a:gd name="csX5" fmla="*/ 3611880 w 9364980"/>
                  <a:gd name="csY5" fmla="*/ 723900 h 731520"/>
                  <a:gd name="csX6" fmla="*/ 4320540 w 9364980"/>
                  <a:gd name="csY6" fmla="*/ 0 h 731520"/>
                  <a:gd name="csX7" fmla="*/ 5036820 w 9364980"/>
                  <a:gd name="csY7" fmla="*/ 723900 h 731520"/>
                  <a:gd name="csX8" fmla="*/ 5760720 w 9364980"/>
                  <a:gd name="csY8" fmla="*/ 0 h 731520"/>
                  <a:gd name="csX9" fmla="*/ 6477000 w 9364980"/>
                  <a:gd name="csY9" fmla="*/ 723900 h 731520"/>
                  <a:gd name="csX10" fmla="*/ 7200900 w 9364980"/>
                  <a:gd name="csY10" fmla="*/ 7620 h 731520"/>
                  <a:gd name="csX11" fmla="*/ 7917180 w 9364980"/>
                  <a:gd name="csY11" fmla="*/ 723900 h 731520"/>
                  <a:gd name="csX12" fmla="*/ 8641080 w 9364980"/>
                  <a:gd name="csY12" fmla="*/ 7620 h 731520"/>
                  <a:gd name="csX13" fmla="*/ 9364980 w 9364980"/>
                  <a:gd name="csY13" fmla="*/ 731520 h 731520"/>
                  <a:gd name="csX0" fmla="*/ 0 w 9364980"/>
                  <a:gd name="csY0" fmla="*/ 0 h 731520"/>
                  <a:gd name="csX1" fmla="*/ 723900 w 9364980"/>
                  <a:gd name="csY1" fmla="*/ 723900 h 731520"/>
                  <a:gd name="csX2" fmla="*/ 1440180 w 9364980"/>
                  <a:gd name="csY2" fmla="*/ 7620 h 731520"/>
                  <a:gd name="csX3" fmla="*/ 2164080 w 9364980"/>
                  <a:gd name="csY3" fmla="*/ 723900 h 731520"/>
                  <a:gd name="csX4" fmla="*/ 2887980 w 9364980"/>
                  <a:gd name="csY4" fmla="*/ 0 h 731520"/>
                  <a:gd name="csX5" fmla="*/ 3611880 w 9364980"/>
                  <a:gd name="csY5" fmla="*/ 723900 h 731520"/>
                  <a:gd name="csX6" fmla="*/ 4320540 w 9364980"/>
                  <a:gd name="csY6" fmla="*/ 0 h 731520"/>
                  <a:gd name="csX7" fmla="*/ 5036820 w 9364980"/>
                  <a:gd name="csY7" fmla="*/ 723900 h 731520"/>
                  <a:gd name="csX8" fmla="*/ 5760720 w 9364980"/>
                  <a:gd name="csY8" fmla="*/ 0 h 731520"/>
                  <a:gd name="csX9" fmla="*/ 6477000 w 9364980"/>
                  <a:gd name="csY9" fmla="*/ 723900 h 731520"/>
                  <a:gd name="csX10" fmla="*/ 7200900 w 9364980"/>
                  <a:gd name="csY10" fmla="*/ 7620 h 731520"/>
                  <a:gd name="csX11" fmla="*/ 7917180 w 9364980"/>
                  <a:gd name="csY11" fmla="*/ 723900 h 731520"/>
                  <a:gd name="csX12" fmla="*/ 8641080 w 9364980"/>
                  <a:gd name="csY12" fmla="*/ 7620 h 731520"/>
                  <a:gd name="csX13" fmla="*/ 9364980 w 9364980"/>
                  <a:gd name="csY13" fmla="*/ 731520 h 731520"/>
                  <a:gd name="csX0" fmla="*/ 0 w 9364980"/>
                  <a:gd name="csY0" fmla="*/ 0 h 731520"/>
                  <a:gd name="csX1" fmla="*/ 723900 w 9364980"/>
                  <a:gd name="csY1" fmla="*/ 723900 h 731520"/>
                  <a:gd name="csX2" fmla="*/ 1440180 w 9364980"/>
                  <a:gd name="csY2" fmla="*/ 7620 h 731520"/>
                  <a:gd name="csX3" fmla="*/ 2164080 w 9364980"/>
                  <a:gd name="csY3" fmla="*/ 723900 h 731520"/>
                  <a:gd name="csX4" fmla="*/ 2887980 w 9364980"/>
                  <a:gd name="csY4" fmla="*/ 0 h 731520"/>
                  <a:gd name="csX5" fmla="*/ 3611880 w 9364980"/>
                  <a:gd name="csY5" fmla="*/ 723900 h 731520"/>
                  <a:gd name="csX6" fmla="*/ 4320540 w 9364980"/>
                  <a:gd name="csY6" fmla="*/ 0 h 731520"/>
                  <a:gd name="csX7" fmla="*/ 5036820 w 9364980"/>
                  <a:gd name="csY7" fmla="*/ 723900 h 731520"/>
                  <a:gd name="csX8" fmla="*/ 5760720 w 9364980"/>
                  <a:gd name="csY8" fmla="*/ 0 h 731520"/>
                  <a:gd name="csX9" fmla="*/ 6477000 w 9364980"/>
                  <a:gd name="csY9" fmla="*/ 723900 h 731520"/>
                  <a:gd name="csX10" fmla="*/ 7200900 w 9364980"/>
                  <a:gd name="csY10" fmla="*/ 7620 h 731520"/>
                  <a:gd name="csX11" fmla="*/ 7917180 w 9364980"/>
                  <a:gd name="csY11" fmla="*/ 723900 h 731520"/>
                  <a:gd name="csX12" fmla="*/ 8641080 w 9364980"/>
                  <a:gd name="csY12" fmla="*/ 7620 h 731520"/>
                  <a:gd name="csX13" fmla="*/ 9364980 w 9364980"/>
                  <a:gd name="csY13" fmla="*/ 731520 h 731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9364980" h="731520">
                    <a:moveTo>
                      <a:pt x="0" y="0"/>
                    </a:moveTo>
                    <a:cubicBezTo>
                      <a:pt x="240030" y="0"/>
                      <a:pt x="483870" y="722630"/>
                      <a:pt x="723900" y="723900"/>
                    </a:cubicBezTo>
                    <a:cubicBezTo>
                      <a:pt x="963930" y="725170"/>
                      <a:pt x="1200150" y="7620"/>
                      <a:pt x="1440180" y="7620"/>
                    </a:cubicBezTo>
                    <a:cubicBezTo>
                      <a:pt x="1680210" y="7620"/>
                      <a:pt x="1922780" y="725170"/>
                      <a:pt x="2164080" y="723900"/>
                    </a:cubicBezTo>
                    <a:cubicBezTo>
                      <a:pt x="2405380" y="722630"/>
                      <a:pt x="2646680" y="0"/>
                      <a:pt x="2887980" y="0"/>
                    </a:cubicBezTo>
                    <a:cubicBezTo>
                      <a:pt x="3129280" y="0"/>
                      <a:pt x="3373120" y="723900"/>
                      <a:pt x="3611880" y="723900"/>
                    </a:cubicBezTo>
                    <a:cubicBezTo>
                      <a:pt x="3850640" y="723900"/>
                      <a:pt x="4083050" y="0"/>
                      <a:pt x="4320540" y="0"/>
                    </a:cubicBezTo>
                    <a:cubicBezTo>
                      <a:pt x="4558030" y="0"/>
                      <a:pt x="4796790" y="723900"/>
                      <a:pt x="5036820" y="723900"/>
                    </a:cubicBezTo>
                    <a:cubicBezTo>
                      <a:pt x="5276850" y="723900"/>
                      <a:pt x="5520690" y="0"/>
                      <a:pt x="5760720" y="0"/>
                    </a:cubicBezTo>
                    <a:cubicBezTo>
                      <a:pt x="6000750" y="0"/>
                      <a:pt x="6236970" y="722630"/>
                      <a:pt x="6477000" y="723900"/>
                    </a:cubicBezTo>
                    <a:cubicBezTo>
                      <a:pt x="6717030" y="725170"/>
                      <a:pt x="6960870" y="7620"/>
                      <a:pt x="7200900" y="7620"/>
                    </a:cubicBezTo>
                    <a:cubicBezTo>
                      <a:pt x="7440930" y="7620"/>
                      <a:pt x="7677150" y="723900"/>
                      <a:pt x="7917180" y="723900"/>
                    </a:cubicBezTo>
                    <a:cubicBezTo>
                      <a:pt x="8157210" y="723900"/>
                      <a:pt x="8399780" y="6350"/>
                      <a:pt x="8641080" y="7620"/>
                    </a:cubicBezTo>
                    <a:cubicBezTo>
                      <a:pt x="8882380" y="8890"/>
                      <a:pt x="9144000" y="721360"/>
                      <a:pt x="9364980" y="731520"/>
                    </a:cubicBezTo>
                  </a:path>
                </a:pathLst>
              </a:custGeom>
              <a:noFill/>
              <a:ln w="57150">
                <a:solidFill>
                  <a:schemeClr val="accent1">
                    <a:shade val="15000"/>
                  </a:schemeClr>
                </a:solidFill>
              </a:ln>
              <a:effectLst>
                <a:outerShdw dist="165100" dir="5400000" algn="t" rotWithShape="0">
                  <a:schemeClr val="tx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10A502D-AC79-633A-55B5-6E3244F00B67}"/>
                </a:ext>
              </a:extLst>
            </p:cNvPr>
            <p:cNvSpPr/>
            <p:nvPr/>
          </p:nvSpPr>
          <p:spPr>
            <a:xfrm>
              <a:off x="1230805" y="1272092"/>
              <a:ext cx="2430266" cy="4906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6A5980CD-5F52-0E08-7E44-BCA67EA7097E}"/>
                </a:ext>
              </a:extLst>
            </p:cNvPr>
            <p:cNvCxnSpPr>
              <a:stCxn id="22" idx="1"/>
              <a:endCxn id="20" idx="3"/>
            </p:cNvCxnSpPr>
            <p:nvPr/>
          </p:nvCxnSpPr>
          <p:spPr>
            <a:xfrm flipH="1">
              <a:off x="3661071" y="1514278"/>
              <a:ext cx="588858" cy="31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70809E8-4657-14A3-1982-B8C3F9B7F4F2}"/>
                </a:ext>
              </a:extLst>
            </p:cNvPr>
            <p:cNvSpPr/>
            <p:nvPr/>
          </p:nvSpPr>
          <p:spPr>
            <a:xfrm>
              <a:off x="4249929" y="1220292"/>
              <a:ext cx="1421920" cy="58797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 dirty="0">
                  <a:solidFill>
                    <a:srgbClr val="FF0000"/>
                  </a:solidFill>
                </a:rPr>
                <a:t>①タブの切り替え</a:t>
              </a: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EBAE4E-AE95-D98E-94A0-17D2A598AD1A}"/>
                </a:ext>
              </a:extLst>
            </p:cNvPr>
            <p:cNvSpPr/>
            <p:nvPr/>
          </p:nvSpPr>
          <p:spPr>
            <a:xfrm>
              <a:off x="1456397" y="7445117"/>
              <a:ext cx="7934346" cy="20907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1494FE8A-82E4-785F-62B9-69B7F50EBED9}"/>
                </a:ext>
              </a:extLst>
            </p:cNvPr>
            <p:cNvSpPr/>
            <p:nvPr/>
          </p:nvSpPr>
          <p:spPr>
            <a:xfrm>
              <a:off x="7022005" y="9719405"/>
              <a:ext cx="2354224" cy="4551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37BEDA1C-8FA3-24EB-8CEC-B4095372F9A0}"/>
                </a:ext>
              </a:extLst>
            </p:cNvPr>
            <p:cNvCxnSpPr>
              <a:cxnSpLocks/>
            </p:cNvCxnSpPr>
            <p:nvPr/>
          </p:nvCxnSpPr>
          <p:spPr>
            <a:xfrm>
              <a:off x="6647543" y="9950225"/>
              <a:ext cx="37737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9DD442DF-8B4A-8F81-F54B-C3E6F7B6079B}"/>
                </a:ext>
              </a:extLst>
            </p:cNvPr>
            <p:cNvSpPr/>
            <p:nvPr/>
          </p:nvSpPr>
          <p:spPr>
            <a:xfrm>
              <a:off x="4934857" y="9653092"/>
              <a:ext cx="1709449" cy="58797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 dirty="0">
                  <a:solidFill>
                    <a:srgbClr val="FF0000"/>
                  </a:solidFill>
                </a:rPr>
                <a:t>④</a:t>
              </a:r>
              <a:r>
                <a:rPr lang="ja-JP" altLang="en-US" sz="1200" b="1" dirty="0">
                  <a:solidFill>
                    <a:srgbClr val="FF0000"/>
                  </a:solidFill>
                </a:rPr>
                <a:t>データファイル出力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CC2F1245-81AC-1F8C-87A3-53D6B2B905CB}"/>
                </a:ext>
              </a:extLst>
            </p:cNvPr>
            <p:cNvCxnSpPr/>
            <p:nvPr/>
          </p:nvCxnSpPr>
          <p:spPr>
            <a:xfrm>
              <a:off x="7852228" y="7053942"/>
              <a:ext cx="0" cy="3918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ADBB93EF-B0AF-CD72-BA95-21FE12CD3C6D}"/>
                </a:ext>
              </a:extLst>
            </p:cNvPr>
            <p:cNvSpPr/>
            <p:nvPr/>
          </p:nvSpPr>
          <p:spPr>
            <a:xfrm>
              <a:off x="1456397" y="2205459"/>
              <a:ext cx="7934346" cy="48775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3BBA5F6-74BB-708F-E231-F64EB82C02B3}"/>
                </a:ext>
              </a:extLst>
            </p:cNvPr>
            <p:cNvSpPr/>
            <p:nvPr/>
          </p:nvSpPr>
          <p:spPr>
            <a:xfrm>
              <a:off x="6296440" y="1365433"/>
              <a:ext cx="1715446" cy="58797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ja-JP" altLang="en-US" sz="1200" b="1" dirty="0">
                  <a:solidFill>
                    <a:srgbClr val="FF0000"/>
                  </a:solidFill>
                </a:rPr>
                <a:t>②</a:t>
              </a:r>
              <a:r>
                <a:rPr kumimoji="1" lang="ja-JP" altLang="en-US" sz="1200" b="1" dirty="0">
                  <a:solidFill>
                    <a:srgbClr val="FF0000"/>
                  </a:solidFill>
                </a:rPr>
                <a:t>エネミーデータ確認</a:t>
              </a:r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774674FF-C8B1-47B6-DD2E-BA11F583BE01}"/>
                </a:ext>
              </a:extLst>
            </p:cNvPr>
            <p:cNvCxnSpPr>
              <a:cxnSpLocks/>
            </p:cNvCxnSpPr>
            <p:nvPr/>
          </p:nvCxnSpPr>
          <p:spPr>
            <a:xfrm>
              <a:off x="7141029" y="1959427"/>
              <a:ext cx="0" cy="27577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44BF4C7-A25A-5F65-8C1C-B782C474FB9E}"/>
                </a:ext>
              </a:extLst>
            </p:cNvPr>
            <p:cNvSpPr/>
            <p:nvPr/>
          </p:nvSpPr>
          <p:spPr>
            <a:xfrm>
              <a:off x="7138270" y="6648633"/>
              <a:ext cx="1541271" cy="58797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ja-JP" altLang="en-US" sz="1200" b="1" dirty="0">
                  <a:solidFill>
                    <a:srgbClr val="FF0000"/>
                  </a:solidFill>
                </a:rPr>
                <a:t>③</a:t>
              </a:r>
              <a:r>
                <a:rPr kumimoji="1" lang="en-US" altLang="ja-JP" sz="1200" b="1" dirty="0">
                  <a:solidFill>
                    <a:srgbClr val="FF0000"/>
                  </a:solidFill>
                </a:rPr>
                <a:t>CCFOLIA</a:t>
              </a:r>
              <a:r>
                <a:rPr kumimoji="1" lang="ja-JP" altLang="en-US" sz="1200" b="1" dirty="0">
                  <a:solidFill>
                    <a:srgbClr val="FF0000"/>
                  </a:solidFill>
                </a:rPr>
                <a:t>用出力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8653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BE652-523C-DA0F-06BB-B347DFA1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0856F552-CD69-828F-E68F-5A1E953894B3}"/>
              </a:ext>
            </a:extLst>
          </p:cNvPr>
          <p:cNvGrpSpPr/>
          <p:nvPr/>
        </p:nvGrpSpPr>
        <p:grpSpPr>
          <a:xfrm>
            <a:off x="277586" y="1847850"/>
            <a:ext cx="11210374" cy="3333750"/>
            <a:chOff x="-227804" y="6449786"/>
            <a:chExt cx="11210374" cy="3333750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9EB724B-031D-B712-5443-53C35EEB9EF3}"/>
                </a:ext>
              </a:extLst>
            </p:cNvPr>
            <p:cNvSpPr/>
            <p:nvPr/>
          </p:nvSpPr>
          <p:spPr>
            <a:xfrm>
              <a:off x="-227804" y="6449786"/>
              <a:ext cx="11210374" cy="33337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ja-JP"/>
              </a:defPPr>
              <a:lvl1pPr marL="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dirty="0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B01CD7E-3329-EE3B-0468-C779BBB2C6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/>
            </a:blip>
            <a:srcRect l="2925" t="45831" r="4032" b="14877"/>
            <a:stretch>
              <a:fillRect/>
            </a:stretch>
          </p:blipFill>
          <p:spPr>
            <a:xfrm>
              <a:off x="1227037" y="6868887"/>
              <a:ext cx="8373716" cy="280035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AFCA02D-B0E4-1D28-C8E6-C8E7EE1AE578}"/>
                </a:ext>
              </a:extLst>
            </p:cNvPr>
            <p:cNvSpPr/>
            <p:nvPr/>
          </p:nvSpPr>
          <p:spPr>
            <a:xfrm>
              <a:off x="1456397" y="7445117"/>
              <a:ext cx="7934346" cy="20907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F6EDFA3D-4E3A-5D96-AD3A-B699A076FD0D}"/>
                </a:ext>
              </a:extLst>
            </p:cNvPr>
            <p:cNvCxnSpPr/>
            <p:nvPr/>
          </p:nvCxnSpPr>
          <p:spPr>
            <a:xfrm>
              <a:off x="7852228" y="7053942"/>
              <a:ext cx="0" cy="3918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38D6F110-073A-084B-5BE8-ABFA4AECB223}"/>
                </a:ext>
              </a:extLst>
            </p:cNvPr>
            <p:cNvSpPr/>
            <p:nvPr/>
          </p:nvSpPr>
          <p:spPr>
            <a:xfrm>
              <a:off x="7138270" y="6648633"/>
              <a:ext cx="1541271" cy="58797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ja-JP" altLang="en-US" sz="1200" b="1" dirty="0">
                  <a:solidFill>
                    <a:srgbClr val="FF0000"/>
                  </a:solidFill>
                </a:rPr>
                <a:t>③</a:t>
              </a:r>
              <a:r>
                <a:rPr kumimoji="1" lang="en-US" altLang="ja-JP" sz="1200" b="1" dirty="0">
                  <a:solidFill>
                    <a:srgbClr val="FF0000"/>
                  </a:solidFill>
                </a:rPr>
                <a:t>CCFOLIA</a:t>
              </a:r>
              <a:r>
                <a:rPr kumimoji="1" lang="ja-JP" altLang="en-US" sz="1200" b="1" dirty="0">
                  <a:solidFill>
                    <a:srgbClr val="FF0000"/>
                  </a:solidFill>
                </a:rPr>
                <a:t>用出力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6332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6E224-374D-D273-7C76-88F2DCDF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1878DC1D-B1FC-963E-E9F1-93DD191EE4D9}"/>
              </a:ext>
            </a:extLst>
          </p:cNvPr>
          <p:cNvGrpSpPr/>
          <p:nvPr/>
        </p:nvGrpSpPr>
        <p:grpSpPr>
          <a:xfrm>
            <a:off x="525236" y="2057400"/>
            <a:ext cx="11210374" cy="3505200"/>
            <a:chOff x="-227804" y="7173686"/>
            <a:chExt cx="11210374" cy="3505200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23A71E6-9F50-010D-B348-DE9C7672B45C}"/>
                </a:ext>
              </a:extLst>
            </p:cNvPr>
            <p:cNvSpPr/>
            <p:nvPr/>
          </p:nvSpPr>
          <p:spPr>
            <a:xfrm>
              <a:off x="-227804" y="7173686"/>
              <a:ext cx="11210374" cy="3505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/>
            <a:lstStyle>
              <a:defPPr>
                <a:defRPr lang="ja-JP"/>
              </a:defPPr>
              <a:lvl1pPr marL="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dirty="0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582EC4D0-A002-1384-D3E1-EC0E92FC86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/>
            </a:blip>
            <a:srcRect l="2925" t="51978" r="4032" b="2288"/>
            <a:stretch>
              <a:fillRect/>
            </a:stretch>
          </p:blipFill>
          <p:spPr>
            <a:xfrm>
              <a:off x="1227037" y="7307036"/>
              <a:ext cx="8373715" cy="3259364"/>
            </a:xfrm>
            <a:prstGeom prst="rect">
              <a:avLst/>
            </a:prstGeom>
          </p:spPr>
        </p:pic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514DD1C-654E-89ED-B07E-182D9BEDB235}"/>
                </a:ext>
              </a:extLst>
            </p:cNvPr>
            <p:cNvSpPr/>
            <p:nvPr/>
          </p:nvSpPr>
          <p:spPr>
            <a:xfrm>
              <a:off x="7022005" y="9719405"/>
              <a:ext cx="2354224" cy="4551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89CCC90B-BD0B-2DD2-F642-71B44EA99F24}"/>
                </a:ext>
              </a:extLst>
            </p:cNvPr>
            <p:cNvCxnSpPr>
              <a:cxnSpLocks/>
            </p:cNvCxnSpPr>
            <p:nvPr/>
          </p:nvCxnSpPr>
          <p:spPr>
            <a:xfrm>
              <a:off x="6647543" y="9950225"/>
              <a:ext cx="37737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A1FD2BA-47C2-6E57-858B-A3889027BFDE}"/>
                </a:ext>
              </a:extLst>
            </p:cNvPr>
            <p:cNvSpPr/>
            <p:nvPr/>
          </p:nvSpPr>
          <p:spPr>
            <a:xfrm>
              <a:off x="4934857" y="9653092"/>
              <a:ext cx="1709449" cy="587972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1200" b="1" dirty="0">
                  <a:solidFill>
                    <a:srgbClr val="FF0000"/>
                  </a:solidFill>
                </a:rPr>
                <a:t>④</a:t>
              </a:r>
              <a:r>
                <a:rPr lang="ja-JP" altLang="en-US" sz="1200" b="1" dirty="0">
                  <a:solidFill>
                    <a:srgbClr val="FF0000"/>
                  </a:solidFill>
                </a:rPr>
                <a:t>データファイル出力</a:t>
              </a:r>
              <a:endParaRPr kumimoji="1" lang="ja-JP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78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872C2C5-250A-C120-82D3-BF91F13B4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7500" b="25531"/>
          <a:stretch>
            <a:fillRect/>
          </a:stretch>
        </p:blipFill>
        <p:spPr>
          <a:xfrm>
            <a:off x="174172" y="623464"/>
            <a:ext cx="6400799" cy="406174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0D457F4-59B6-647E-19D7-F67F20DD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237" y="0"/>
            <a:ext cx="5677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68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8270</TotalTime>
  <Words>115</Words>
  <Application>Microsoft Office PowerPoint</Application>
  <PresentationFormat>ワイド画面</PresentationFormat>
  <Paragraphs>37</Paragraphs>
  <Slides>16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克利 寳迫</dc:creator>
  <cp:lastModifiedBy>寳迫 克利</cp:lastModifiedBy>
  <cp:revision>7</cp:revision>
  <dcterms:created xsi:type="dcterms:W3CDTF">2026-04-25T16:47:26Z</dcterms:created>
  <dcterms:modified xsi:type="dcterms:W3CDTF">2026-05-22T04:50:45Z</dcterms:modified>
</cp:coreProperties>
</file>