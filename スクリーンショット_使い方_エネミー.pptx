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78" r:id="rId6"/>
    <p:sldId id="279" r:id="rId7"/>
    <p:sldId id="280" r:id="rId8"/>
    <p:sldId id="265" r:id="rId9"/>
    <p:sldId id="263" r:id="rId10"/>
    <p:sldId id="264" r:id="rId11"/>
    <p:sldId id="266" r:id="rId12"/>
    <p:sldId id="270" r:id="rId13"/>
    <p:sldId id="271" r:id="rId14"/>
    <p:sldId id="272" r:id="rId15"/>
    <p:sldId id="273" r:id="rId16"/>
    <p:sldId id="274" r:id="rId17"/>
    <p:sldId id="276" r:id="rId18"/>
    <p:sldId id="277" r:id="rId19"/>
    <p:sldId id="297" r:id="rId20"/>
    <p:sldId id="298" r:id="rId21"/>
    <p:sldId id="281" r:id="rId22"/>
    <p:sldId id="284" r:id="rId23"/>
    <p:sldId id="290" r:id="rId24"/>
    <p:sldId id="292" r:id="rId25"/>
    <p:sldId id="285" r:id="rId26"/>
    <p:sldId id="282" r:id="rId27"/>
    <p:sldId id="299" r:id="rId28"/>
    <p:sldId id="286" r:id="rId29"/>
    <p:sldId id="287" r:id="rId30"/>
    <p:sldId id="300" r:id="rId31"/>
    <p:sldId id="293" r:id="rId32"/>
    <p:sldId id="301" r:id="rId33"/>
    <p:sldId id="294" r:id="rId34"/>
    <p:sldId id="296" r:id="rId35"/>
    <p:sldId id="275" r:id="rId3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49D7A8-C516-43C9-917B-91CB7D224941}" v="85" dt="2026-05-24T05:04:27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4660"/>
  </p:normalViewPr>
  <p:slideViewPr>
    <p:cSldViewPr snapToGrid="0">
      <p:cViewPr>
        <p:scale>
          <a:sx n="75" d="100"/>
          <a:sy n="75" d="100"/>
        </p:scale>
        <p:origin x="1788" y="8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custSel addSld delSld modSld sldOrd">
      <pc:chgData name="克利 寳迫" userId="d1807dd80cee582b" providerId="LiveId" clId="{F79782EE-D85D-46E2-B3E9-FAE15D6BED98}" dt="2026-05-24T05:06:16.061" v="1424" actId="478"/>
      <pc:docMkLst>
        <pc:docMk/>
      </pc:docMkLst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2949499669" sldId="262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773752062" sldId="263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701427094" sldId="264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1138528472" sldId="265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940630575" sldId="266"/>
        </pc:sldMkLst>
      </pc:sldChg>
      <pc:sldChg chg="addSp delSp modSp mod modShow">
        <pc:chgData name="克利 寳迫" userId="d1807dd80cee582b" providerId="LiveId" clId="{F79782EE-D85D-46E2-B3E9-FAE15D6BED98}" dt="2026-05-22T18:40:20.830" v="336" actId="729"/>
        <pc:sldMkLst>
          <pc:docMk/>
          <pc:sldMk cId="1896282833" sldId="270"/>
        </pc:sldMkLst>
        <pc:spChg chg="add mod ord">
          <ac:chgData name="克利 寳迫" userId="d1807dd80cee582b" providerId="LiveId" clId="{F79782EE-D85D-46E2-B3E9-FAE15D6BED98}" dt="2026-05-20T15:53:19.799" v="305"/>
          <ac:spMkLst>
            <pc:docMk/>
            <pc:sldMk cId="1896282833" sldId="270"/>
            <ac:spMk id="9" creationId="{01CE8B1A-7AC7-9D1E-10CE-ACA3234A23B3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28" creationId="{82EFC521-04B3-A544-B2A4-7B412D68067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3" creationId="{3B945DF4-4807-DD83-FE6D-A22E020EA53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4" creationId="{8DAE86F7-ED40-C142-4AD4-A28F50B75186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7" creationId="{B8AB9CC2-1187-A04F-8E08-52F86CC8C888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8" creationId="{A124CAFD-D2FD-5BB6-3A36-0F7C7E54BC8B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41" creationId="{4921E6F5-3086-5ACA-48AE-1EE7A949899F}"/>
          </ac:spMkLst>
        </pc:spChg>
        <pc:grpChg chg="mod">
          <ac:chgData name="克利 寳迫" userId="d1807dd80cee582b" providerId="LiveId" clId="{F79782EE-D85D-46E2-B3E9-FAE15D6BED98}" dt="2026-05-20T15:52:32.818" v="286" actId="1076"/>
          <ac:grpSpMkLst>
            <pc:docMk/>
            <pc:sldMk cId="1896282833" sldId="270"/>
            <ac:grpSpMk id="4" creationId="{D34AD894-73F6-D0BE-9775-55BC5794939C}"/>
          </ac:grpSpMkLst>
        </pc:grpChg>
        <pc:picChg chg="mod">
          <ac:chgData name="克利 寳迫" userId="d1807dd80cee582b" providerId="LiveId" clId="{F79782EE-D85D-46E2-B3E9-FAE15D6BED98}" dt="2026-05-20T15:52:24.895" v="283" actId="571"/>
          <ac:picMkLst>
            <pc:docMk/>
            <pc:sldMk cId="1896282833" sldId="270"/>
            <ac:picMk id="44" creationId="{B46A3AEA-0088-3F49-C5A2-2D610BACF850}"/>
          </ac:picMkLst>
        </pc:picChg>
        <pc:picChg chg="mod">
          <ac:chgData name="克利 寳迫" userId="d1807dd80cee582b" providerId="LiveId" clId="{F79782EE-D85D-46E2-B3E9-FAE15D6BED98}" dt="2026-05-20T15:52:13.883" v="278" actId="571"/>
          <ac:picMkLst>
            <pc:docMk/>
            <pc:sldMk cId="1896282833" sldId="270"/>
            <ac:picMk id="45" creationId="{E415B419-0472-861A-0E05-E2E5FA0C8931}"/>
          </ac:picMkLst>
        </pc:picChg>
        <pc:cxnChg chg="mod">
          <ac:chgData name="克利 寳迫" userId="d1807dd80cee582b" providerId="LiveId" clId="{F79782EE-D85D-46E2-B3E9-FAE15D6BED98}" dt="2026-05-20T15:52:48.495" v="293" actId="14100"/>
          <ac:cxnSpMkLst>
            <pc:docMk/>
            <pc:sldMk cId="1896282833" sldId="270"/>
            <ac:cxnSpMk id="32" creationId="{F48CF319-1286-8005-6CDE-1348AEF0F36D}"/>
          </ac:cxnSpMkLst>
        </pc:cxnChg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3640006775" sldId="271"/>
        </pc:sldMkLst>
      </pc:sldChg>
      <pc:sldChg chg="delSp modSp mod modShow">
        <pc:chgData name="克利 寳迫" userId="d1807dd80cee582b" providerId="LiveId" clId="{F79782EE-D85D-46E2-B3E9-FAE15D6BED98}" dt="2026-05-22T18:40:20.830" v="336" actId="729"/>
        <pc:sldMkLst>
          <pc:docMk/>
          <pc:sldMk cId="1756455467" sldId="272"/>
        </pc:sldMkLst>
        <pc:spChg chg="mod">
          <ac:chgData name="克利 寳迫" userId="d1807dd80cee582b" providerId="LiveId" clId="{F79782EE-D85D-46E2-B3E9-FAE15D6BED98}" dt="2026-05-20T15:54:02.400" v="324" actId="14100"/>
          <ac:spMkLst>
            <pc:docMk/>
            <pc:sldMk cId="1756455467" sldId="272"/>
            <ac:spMk id="7" creationId="{259965BE-6F31-3694-FEC6-95C7C9701470}"/>
          </ac:spMkLst>
        </pc:spChg>
        <pc:spChg chg="mod">
          <ac:chgData name="克利 寳迫" userId="d1807dd80cee582b" providerId="LiveId" clId="{F79782EE-D85D-46E2-B3E9-FAE15D6BED98}" dt="2026-05-20T15:53:44.438" v="316" actId="14100"/>
          <ac:spMkLst>
            <pc:docMk/>
            <pc:sldMk cId="1756455467" sldId="272"/>
            <ac:spMk id="14" creationId="{524FFAF7-04AC-357F-A046-B2BB65C3BDC7}"/>
          </ac:spMkLst>
        </pc:spChg>
        <pc:spChg chg="mod">
          <ac:chgData name="克利 寳迫" userId="d1807dd80cee582b" providerId="LiveId" clId="{F79782EE-D85D-46E2-B3E9-FAE15D6BED98}" dt="2026-05-20T15:53:49.493" v="320" actId="1035"/>
          <ac:spMkLst>
            <pc:docMk/>
            <pc:sldMk cId="1756455467" sldId="272"/>
            <ac:spMk id="15" creationId="{518C7AB8-C111-A4F7-5441-EAC15C81D7E8}"/>
          </ac:spMkLst>
        </pc:spChg>
        <pc:grpChg chg="mod">
          <ac:chgData name="克利 寳迫" userId="d1807dd80cee582b" providerId="LiveId" clId="{F79782EE-D85D-46E2-B3E9-FAE15D6BED98}" dt="2026-05-20T15:53:10.975" v="294" actId="1076"/>
          <ac:grpSpMkLst>
            <pc:docMk/>
            <pc:sldMk cId="1756455467" sldId="272"/>
            <ac:grpSpMk id="6" creationId="{34422385-AB94-0DDF-A3BB-0760260918A5}"/>
          </ac:grpSpMkLst>
        </pc:grpChg>
        <pc:picChg chg="mod modCrop">
          <ac:chgData name="克利 寳迫" userId="d1807dd80cee582b" providerId="LiveId" clId="{F79782EE-D85D-46E2-B3E9-FAE15D6BED98}" dt="2026-05-20T15:53:54.024" v="321" actId="732"/>
          <ac:picMkLst>
            <pc:docMk/>
            <pc:sldMk cId="1756455467" sldId="272"/>
            <ac:picMk id="16" creationId="{C68341EB-8B79-6364-A68D-2A5B6E407882}"/>
          </ac:picMkLst>
        </pc:picChg>
        <pc:cxnChg chg="mod">
          <ac:chgData name="克利 寳迫" userId="d1807dd80cee582b" providerId="LiveId" clId="{F79782EE-D85D-46E2-B3E9-FAE15D6BED98}" dt="2026-05-20T15:53:49.493" v="320" actId="1035"/>
          <ac:cxnSpMkLst>
            <pc:docMk/>
            <pc:sldMk cId="1756455467" sldId="272"/>
            <ac:cxnSpMk id="10" creationId="{EF8C64C6-AE19-3031-E195-2DA1209387ED}"/>
          </ac:cxnSpMkLst>
        </pc:cxnChg>
      </pc:sldChg>
      <pc:sldChg chg="addSp delSp modSp mod modShow">
        <pc:chgData name="克利 寳迫" userId="d1807dd80cee582b" providerId="LiveId" clId="{F79782EE-D85D-46E2-B3E9-FAE15D6BED98}" dt="2026-05-22T18:40:20.830" v="336" actId="729"/>
        <pc:sldMkLst>
          <pc:docMk/>
          <pc:sldMk cId="3211206668" sldId="273"/>
        </pc:sldMkLst>
        <pc:spChg chg="add mod">
          <ac:chgData name="克利 寳迫" userId="d1807dd80cee582b" providerId="LiveId" clId="{F79782EE-D85D-46E2-B3E9-FAE15D6BED98}" dt="2026-05-20T14:23:22.371" v="5"/>
          <ac:spMkLst>
            <pc:docMk/>
            <pc:sldMk cId="3211206668" sldId="273"/>
            <ac:spMk id="2" creationId="{85DA2D8C-4CA5-FAFD-CDE5-13961094A041}"/>
          </ac:spMkLst>
        </pc:spChg>
      </pc:sldChg>
      <pc:sldChg chg="addSp delSp modSp new mod modShow">
        <pc:chgData name="克利 寳迫" userId="d1807dd80cee582b" providerId="LiveId" clId="{F79782EE-D85D-46E2-B3E9-FAE15D6BED98}" dt="2026-05-22T18:40:20.830" v="336" actId="729"/>
        <pc:sldMkLst>
          <pc:docMk/>
          <pc:sldMk cId="4128653299" sldId="274"/>
        </pc:sldMkLst>
        <pc:spChg chg="add mod">
          <ac:chgData name="克利 寳迫" userId="d1807dd80cee582b" providerId="LiveId" clId="{F79782EE-D85D-46E2-B3E9-FAE15D6BED98}" dt="2026-05-20T15:06:34.905" v="222" actId="14100"/>
          <ac:spMkLst>
            <pc:docMk/>
            <pc:sldMk cId="4128653299" sldId="274"/>
            <ac:spMk id="3" creationId="{ADBB93EF-B0AF-CD72-BA95-21FE12CD3C6D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6" creationId="{EA27C95E-54AC-FB79-A105-0376377D36E4}"/>
          </ac:spMkLst>
        </pc:spChg>
        <pc:spChg chg="add mod">
          <ac:chgData name="克利 寳迫" userId="d1807dd80cee582b" providerId="LiveId" clId="{F79782EE-D85D-46E2-B3E9-FAE15D6BED98}" dt="2026-05-20T15:07:21.145" v="249" actId="14100"/>
          <ac:spMkLst>
            <pc:docMk/>
            <pc:sldMk cId="4128653299" sldId="274"/>
            <ac:spMk id="8" creationId="{23BBA5F6-74BB-708F-E231-F64EB82C02B3}"/>
          </ac:spMkLst>
        </pc:spChg>
        <pc:spChg chg="add del mod ord topLvl">
          <ac:chgData name="克利 寳迫" userId="d1807dd80cee582b" providerId="LiveId" clId="{F79782EE-D85D-46E2-B3E9-FAE15D6BED98}" dt="2026-05-20T15:07:56.131" v="259" actId="14100"/>
          <ac:spMkLst>
            <pc:docMk/>
            <pc:sldMk cId="4128653299" sldId="274"/>
            <ac:spMk id="11" creationId="{BDCADD1E-0985-3801-AE1C-7040717B24A8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0" creationId="{610A502D-AC79-633A-55B5-6E3244F00B67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2" creationId="{770809E8-4657-14A3-1982-B8C3F9B7F4F2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3" creationId="{6EEBAE4E-AE95-D98E-94A0-17D2A598AD1A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6" creationId="{1494FE8A-82E4-785F-62B9-69B7F50EBED9}"/>
          </ac:spMkLst>
        </pc:spChg>
        <pc:spChg chg="add mod ord">
          <ac:chgData name="克利 寳迫" userId="d1807dd80cee582b" providerId="LiveId" clId="{F79782EE-D85D-46E2-B3E9-FAE15D6BED98}" dt="2026-05-20T15:06:47.106" v="229" actId="6549"/>
          <ac:spMkLst>
            <pc:docMk/>
            <pc:sldMk cId="4128653299" sldId="274"/>
            <ac:spMk id="28" creationId="{244BF4C7-A25A-5F65-8C1C-B782C474FB9E}"/>
          </ac:spMkLst>
        </pc:spChg>
        <pc:spChg chg="add mod">
          <ac:chgData name="克利 寳迫" userId="d1807dd80cee582b" providerId="LiveId" clId="{F79782EE-D85D-46E2-B3E9-FAE15D6BED98}" dt="2026-05-20T16:09:19.711" v="329"/>
          <ac:spMkLst>
            <pc:docMk/>
            <pc:sldMk cId="4128653299" sldId="274"/>
            <ac:spMk id="30" creationId="{9DD442DF-8B4A-8F81-F54B-C3E6F7B6079B}"/>
          </ac:spMkLst>
        </pc:spChg>
        <pc:grpChg chg="add del mod">
          <ac:chgData name="克利 寳迫" userId="d1807dd80cee582b" providerId="LiveId" clId="{F79782EE-D85D-46E2-B3E9-FAE15D6BED98}" dt="2026-05-20T14:29:24.298" v="108" actId="164"/>
          <ac:grpSpMkLst>
            <pc:docMk/>
            <pc:sldMk cId="4128653299" sldId="274"/>
            <ac:grpSpMk id="7" creationId="{48B5744D-7749-0557-44E5-20CDE70C1CCD}"/>
          </ac:grpSpMkLst>
        </pc:grpChg>
        <pc:grpChg chg="add mod">
          <ac:chgData name="克利 寳迫" userId="d1807dd80cee582b" providerId="LiveId" clId="{F79782EE-D85D-46E2-B3E9-FAE15D6BED98}" dt="2026-05-20T15:07:57.511" v="260" actId="1076"/>
          <ac:grpSpMkLst>
            <pc:docMk/>
            <pc:sldMk cId="4128653299" sldId="274"/>
            <ac:grpSpMk id="35" creationId="{F24242AD-E084-A267-717F-8A3E880178EC}"/>
          </ac:grpSpMkLst>
        </pc:grpChg>
        <pc:picChg chg="add mod modCrop">
          <ac:chgData name="克利 寳迫" userId="d1807dd80cee582b" providerId="LiveId" clId="{F79782EE-D85D-46E2-B3E9-FAE15D6BED98}" dt="2026-05-20T15:05:44.473" v="208" actId="571"/>
          <ac:picMkLst>
            <pc:docMk/>
            <pc:sldMk cId="4128653299" sldId="274"/>
            <ac:picMk id="4" creationId="{C326EA64-3A13-2414-910A-696E327BC751}"/>
          </ac:picMkLst>
        </pc:picChg>
        <pc:picChg chg="add mod modCrop">
          <ac:chgData name="克利 寳迫" userId="d1807dd80cee582b" providerId="LiveId" clId="{F79782EE-D85D-46E2-B3E9-FAE15D6BED98}" dt="2026-05-20T15:07:52.464" v="258" actId="732"/>
          <ac:picMkLst>
            <pc:docMk/>
            <pc:sldMk cId="4128653299" sldId="274"/>
            <ac:picMk id="5" creationId="{6F542B94-45EB-51AC-0F05-42649FF80ED0}"/>
          </ac:picMkLst>
        </pc:picChg>
        <pc:cxnChg chg="mod">
          <ac:chgData name="克利 寳迫" userId="d1807dd80cee582b" providerId="LiveId" clId="{F79782EE-D85D-46E2-B3E9-FAE15D6BED98}" dt="2026-05-20T15:06:16.457" v="218" actId="14100"/>
          <ac:cxnSpMkLst>
            <pc:docMk/>
            <pc:sldMk cId="4128653299" sldId="274"/>
            <ac:cxnSpMk id="13" creationId="{774674FF-C8B1-47B6-DD2E-BA11F583BE01}"/>
          </ac:cxnSpMkLst>
        </pc:cxnChg>
        <pc:cxnChg chg="add mod">
          <ac:chgData name="克利 寳迫" userId="d1807dd80cee582b" providerId="LiveId" clId="{F79782EE-D85D-46E2-B3E9-FAE15D6BED98}" dt="2026-05-20T14:27:34.584" v="64" actId="1076"/>
          <ac:cxnSpMkLst>
            <pc:docMk/>
            <pc:sldMk cId="4128653299" sldId="274"/>
            <ac:cxnSpMk id="21" creationId="{6A5980CD-5F52-0E08-7E44-BCA67EA7097E}"/>
          </ac:cxnSpMkLst>
        </pc:cxnChg>
        <pc:cxnChg chg="add mod">
          <ac:chgData name="克利 寳迫" userId="d1807dd80cee582b" providerId="LiveId" clId="{F79782EE-D85D-46E2-B3E9-FAE15D6BED98}" dt="2026-05-20T15:05:17.468" v="202" actId="1076"/>
          <ac:cxnSpMkLst>
            <pc:docMk/>
            <pc:sldMk cId="4128653299" sldId="274"/>
            <ac:cxnSpMk id="29" creationId="{37BEDA1C-8FA3-24EB-8CEC-B4095372F9A0}"/>
          </ac:cxnSpMkLst>
        </pc:cxnChg>
        <pc:cxnChg chg="add mod">
          <ac:chgData name="克利 寳迫" userId="d1807dd80cee582b" providerId="LiveId" clId="{F79782EE-D85D-46E2-B3E9-FAE15D6BED98}" dt="2026-05-20T15:06:21.469" v="219" actId="1076"/>
          <ac:cxnSpMkLst>
            <pc:docMk/>
            <pc:sldMk cId="4128653299" sldId="274"/>
            <ac:cxnSpMk id="34" creationId="{CC2F1245-81AC-1F8C-87A3-53D6B2B905CB}"/>
          </ac:cxnSpMkLst>
        </pc:cxnChg>
      </pc:sldChg>
      <pc:sldChg chg="addSp delSp modSp new mod">
        <pc:chgData name="克利 寳迫" userId="d1807dd80cee582b" providerId="LiveId" clId="{F79782EE-D85D-46E2-B3E9-FAE15D6BED98}" dt="2026-05-20T15:27:34.141" v="267" actId="732"/>
        <pc:sldMkLst>
          <pc:docMk/>
          <pc:sldMk cId="1558768036" sldId="275"/>
        </pc:sldMkLst>
        <pc:picChg chg="add mod modCrop">
          <ac:chgData name="克利 寳迫" userId="d1807dd80cee582b" providerId="LiveId" clId="{F79782EE-D85D-46E2-B3E9-FAE15D6BED98}" dt="2026-05-20T15:27:34.141" v="267" actId="732"/>
          <ac:picMkLst>
            <pc:docMk/>
            <pc:sldMk cId="1558768036" sldId="275"/>
            <ac:picMk id="5" creationId="{5872C2C5-250A-C120-82D3-BF91F13B4745}"/>
          </ac:picMkLst>
        </pc:picChg>
        <pc:picChg chg="add">
          <ac:chgData name="克利 寳迫" userId="d1807dd80cee582b" providerId="LiveId" clId="{F79782EE-D85D-46E2-B3E9-FAE15D6BED98}" dt="2026-05-20T15:26:58.594" v="265" actId="22"/>
          <ac:picMkLst>
            <pc:docMk/>
            <pc:sldMk cId="1558768036" sldId="275"/>
            <ac:picMk id="7" creationId="{40D457F4-59B6-647E-19D7-F67F20DD63F7}"/>
          </ac:picMkLst>
        </pc:picChg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816332800" sldId="276"/>
        </pc:sldMkLst>
      </pc:sldChg>
      <pc:sldChg chg="add del mod modShow">
        <pc:chgData name="克利 寳迫" userId="d1807dd80cee582b" providerId="LiveId" clId="{F79782EE-D85D-46E2-B3E9-FAE15D6BED98}" dt="2026-05-22T18:40:20.830" v="336" actId="729"/>
        <pc:sldMkLst>
          <pc:docMk/>
          <pc:sldMk cId="3046786260" sldId="277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473762481" sldId="278"/>
        </pc:sldMkLst>
      </pc:sldChg>
      <pc:sldChg chg="mod modShow">
        <pc:chgData name="克利 寳迫" userId="d1807dd80cee582b" providerId="LiveId" clId="{F79782EE-D85D-46E2-B3E9-FAE15D6BED98}" dt="2026-05-22T18:40:20.830" v="336" actId="729"/>
        <pc:sldMkLst>
          <pc:docMk/>
          <pc:sldMk cId="1181273484" sldId="279"/>
        </pc:sldMkLst>
      </pc:sldChg>
      <pc:sldChg chg="addSp modSp mod modShow">
        <pc:chgData name="克利 寳迫" userId="d1807dd80cee582b" providerId="LiveId" clId="{F79782EE-D85D-46E2-B3E9-FAE15D6BED98}" dt="2026-05-22T18:40:20.830" v="336" actId="729"/>
        <pc:sldMkLst>
          <pc:docMk/>
          <pc:sldMk cId="495831895" sldId="280"/>
        </pc:sldMkLst>
        <pc:grpChg chg="add mod">
          <ac:chgData name="克利 寳迫" userId="d1807dd80cee582b" providerId="LiveId" clId="{F79782EE-D85D-46E2-B3E9-FAE15D6BED98}" dt="2026-05-22T10:17:59.719" v="330" actId="164"/>
          <ac:grpSpMkLst>
            <pc:docMk/>
            <pc:sldMk cId="495831895" sldId="280"/>
            <ac:grpSpMk id="2" creationId="{24AC3170-354E-77EE-7F36-3479C3AB7E58}"/>
          </ac:grpSpMkLst>
        </pc:grpChg>
        <pc:picChg chg="mod">
          <ac:chgData name="克利 寳迫" userId="d1807dd80cee582b" providerId="LiveId" clId="{F79782EE-D85D-46E2-B3E9-FAE15D6BED98}" dt="2026-05-22T10:17:59.719" v="330" actId="164"/>
          <ac:picMkLst>
            <pc:docMk/>
            <pc:sldMk cId="495831895" sldId="280"/>
            <ac:picMk id="7" creationId="{64CCC063-5CA4-FEF7-E700-68CB6864080A}"/>
          </ac:picMkLst>
        </pc:picChg>
        <pc:picChg chg="mod">
          <ac:chgData name="克利 寳迫" userId="d1807dd80cee582b" providerId="LiveId" clId="{F79782EE-D85D-46E2-B3E9-FAE15D6BED98}" dt="2026-05-22T10:17:59.719" v="330" actId="164"/>
          <ac:picMkLst>
            <pc:docMk/>
            <pc:sldMk cId="495831895" sldId="280"/>
            <ac:picMk id="42" creationId="{EEBCC856-D25B-CD91-FD2D-168CDEF4A727}"/>
          </ac:picMkLst>
        </pc:picChg>
      </pc:sldChg>
      <pc:sldChg chg="addSp delSp modSp new mod modShow">
        <pc:chgData name="克利 寳迫" userId="d1807dd80cee582b" providerId="LiveId" clId="{F79782EE-D85D-46E2-B3E9-FAE15D6BED98}" dt="2026-05-24T04:23:32.932" v="1234" actId="729"/>
        <pc:sldMkLst>
          <pc:docMk/>
          <pc:sldMk cId="256250063" sldId="281"/>
        </pc:sldMkLst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39" creationId="{5BDEB930-E198-11B1-9E26-54DB96182DB9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1" creationId="{59E3523C-C975-3D3E-85D9-B25DFF572188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3" creationId="{BD6A8DA8-5538-0254-B624-82C975705896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4" creationId="{F9D24FA2-623B-AF72-AA80-D5E185CF79CA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7" creationId="{6D5CFD43-9A65-4631-A723-1573A87B92EB}"/>
          </ac:spMkLst>
        </pc:spChg>
        <pc:spChg chg="add 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49" creationId="{4D48CB0A-9B1C-497A-BA1D-25F933A7C3FF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0" creationId="{5F227F5C-615C-E984-CAEF-3631D912A0F4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1" creationId="{61AD6498-2A57-1D00-550B-10A294E0EC51}"/>
          </ac:spMkLst>
        </pc:spChg>
        <pc:spChg chg="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2" creationId="{90B131B5-F8F2-1424-7CA4-9A62F441314D}"/>
          </ac:spMkLst>
        </pc:spChg>
        <pc:spChg chg="add mod">
          <ac:chgData name="克利 寳迫" userId="d1807dd80cee582b" providerId="LiveId" clId="{F79782EE-D85D-46E2-B3E9-FAE15D6BED98}" dt="2026-05-22T18:46:09.426" v="405" actId="571"/>
          <ac:spMkLst>
            <pc:docMk/>
            <pc:sldMk cId="256250063" sldId="281"/>
            <ac:spMk id="53" creationId="{EAD2B3D0-6E0B-3538-B431-2837A44D5583}"/>
          </ac:spMkLst>
        </pc:spChg>
        <pc:spChg chg="mod">
          <ac:chgData name="克利 寳迫" userId="d1807dd80cee582b" providerId="LiveId" clId="{F79782EE-D85D-46E2-B3E9-FAE15D6BED98}" dt="2026-05-22T18:46:51.267" v="424" actId="1076"/>
          <ac:spMkLst>
            <pc:docMk/>
            <pc:sldMk cId="256250063" sldId="281"/>
            <ac:spMk id="61" creationId="{A60A22E2-BD2E-396A-BFB3-B753F2ADA340}"/>
          </ac:spMkLst>
        </pc:spChg>
        <pc:grpChg chg="mod">
          <ac:chgData name="克利 寳迫" userId="d1807dd80cee582b" providerId="LiveId" clId="{F79782EE-D85D-46E2-B3E9-FAE15D6BED98}" dt="2026-05-22T18:48:42.906" v="452" actId="1076"/>
          <ac:grpSpMkLst>
            <pc:docMk/>
            <pc:sldMk cId="256250063" sldId="281"/>
            <ac:grpSpMk id="4" creationId="{FAD160C9-9824-AD0E-44D5-A3E1CD37F8C7}"/>
          </ac:grpSpMkLst>
        </pc:grpChg>
        <pc:cxnChg chg="mod">
          <ac:chgData name="克利 寳迫" userId="d1807dd80cee582b" providerId="LiveId" clId="{F79782EE-D85D-46E2-B3E9-FAE15D6BED98}" dt="2026-05-22T18:46:51.267" v="424" actId="1076"/>
          <ac:cxnSpMkLst>
            <pc:docMk/>
            <pc:sldMk cId="256250063" sldId="281"/>
            <ac:cxnSpMk id="62" creationId="{085DBE40-E917-1D10-8ACE-85C1394A87CB}"/>
          </ac:cxnSpMkLst>
        </pc:cxnChg>
      </pc:sldChg>
      <pc:sldChg chg="delSp modSp add mod modShow">
        <pc:chgData name="克利 寳迫" userId="d1807dd80cee582b" providerId="LiveId" clId="{F79782EE-D85D-46E2-B3E9-FAE15D6BED98}" dt="2026-05-24T04:26:39.683" v="1265" actId="729"/>
        <pc:sldMkLst>
          <pc:docMk/>
          <pc:sldMk cId="2053805010" sldId="282"/>
        </pc:sldMkLst>
        <pc:grpChg chg="mod">
          <ac:chgData name="克利 寳迫" userId="d1807dd80cee582b" providerId="LiveId" clId="{F79782EE-D85D-46E2-B3E9-FAE15D6BED98}" dt="2026-05-22T18:40:58.231" v="345" actId="1076"/>
          <ac:grpSpMkLst>
            <pc:docMk/>
            <pc:sldMk cId="2053805010" sldId="282"/>
            <ac:grpSpMk id="5" creationId="{E3552745-4B2A-DC7D-C175-6E439777AD5D}"/>
          </ac:grpSpMkLst>
        </pc:grpChg>
      </pc:sldChg>
      <pc:sldChg chg="addSp delSp modSp add mod">
        <pc:chgData name="克利 寳迫" userId="d1807dd80cee582b" providerId="LiveId" clId="{F79782EE-D85D-46E2-B3E9-FAE15D6BED98}" dt="2026-05-23T03:34:06.013" v="1033" actId="14100"/>
        <pc:sldMkLst>
          <pc:docMk/>
          <pc:sldMk cId="3457853736" sldId="284"/>
        </pc:sldMkLst>
        <pc:spChg chg="mod">
          <ac:chgData name="克利 寳迫" userId="d1807dd80cee582b" providerId="LiveId" clId="{F79782EE-D85D-46E2-B3E9-FAE15D6BED98}" dt="2026-05-23T03:27:02.502" v="969" actId="1035"/>
          <ac:spMkLst>
            <pc:docMk/>
            <pc:sldMk cId="3457853736" sldId="284"/>
            <ac:spMk id="3" creationId="{4515BDDA-781E-E1D4-84FA-B4E504B4ACCC}"/>
          </ac:spMkLst>
        </pc:spChg>
        <pc:spChg chg="mod">
          <ac:chgData name="克利 寳迫" userId="d1807dd80cee582b" providerId="LiveId" clId="{F79782EE-D85D-46E2-B3E9-FAE15D6BED98}" dt="2026-05-23T03:25:39.311" v="941" actId="571"/>
          <ac:spMkLst>
            <pc:docMk/>
            <pc:sldMk cId="3457853736" sldId="284"/>
            <ac:spMk id="6" creationId="{2884B1EB-08D0-4C63-0AF2-29F1AA231D91}"/>
          </ac:spMkLst>
        </pc:spChg>
        <pc:spChg chg="mod">
          <ac:chgData name="克利 寳迫" userId="d1807dd80cee582b" providerId="LiveId" clId="{F79782EE-D85D-46E2-B3E9-FAE15D6BED98}" dt="2026-05-23T03:34:06.013" v="1033" actId="14100"/>
          <ac:spMkLst>
            <pc:docMk/>
            <pc:sldMk cId="3457853736" sldId="284"/>
            <ac:spMk id="8" creationId="{A8B19ED9-F4D0-024F-54FD-7576F3E3F51E}"/>
          </ac:spMkLst>
        </pc:spChg>
        <pc:spChg chg="mod">
          <ac:chgData name="克利 寳迫" userId="d1807dd80cee582b" providerId="LiveId" clId="{F79782EE-D85D-46E2-B3E9-FAE15D6BED98}" dt="2026-05-23T03:25:39.311" v="941" actId="571"/>
          <ac:spMkLst>
            <pc:docMk/>
            <pc:sldMk cId="3457853736" sldId="284"/>
            <ac:spMk id="9" creationId="{80114A2B-B366-C9C3-0D3A-C2D9C5676672}"/>
          </ac:spMkLst>
        </pc:spChg>
        <pc:spChg chg="mod">
          <ac:chgData name="克利 寳迫" userId="d1807dd80cee582b" providerId="LiveId" clId="{F79782EE-D85D-46E2-B3E9-FAE15D6BED98}" dt="2026-05-23T03:34:06.013" v="1033" actId="14100"/>
          <ac:spMkLst>
            <pc:docMk/>
            <pc:sldMk cId="3457853736" sldId="284"/>
            <ac:spMk id="11" creationId="{976E8379-4D89-FF92-8F59-27E026BD0D42}"/>
          </ac:spMkLst>
        </pc:spChg>
        <pc:spChg chg="del mod">
          <ac:chgData name="克利 寳迫" userId="d1807dd80cee582b" providerId="LiveId" clId="{F79782EE-D85D-46E2-B3E9-FAE15D6BED98}" dt="2026-05-23T03:25:42.962" v="942" actId="478"/>
          <ac:spMkLst>
            <pc:docMk/>
            <pc:sldMk cId="3457853736" sldId="284"/>
            <ac:spMk id="12" creationId="{F56764EA-F5F7-F1D7-7B74-48A9FC8A9D82}"/>
          </ac:spMkLst>
        </pc:spChg>
        <pc:spChg chg="del mod">
          <ac:chgData name="克利 寳迫" userId="d1807dd80cee582b" providerId="LiveId" clId="{F79782EE-D85D-46E2-B3E9-FAE15D6BED98}" dt="2026-05-23T03:25:42.962" v="942" actId="478"/>
          <ac:spMkLst>
            <pc:docMk/>
            <pc:sldMk cId="3457853736" sldId="284"/>
            <ac:spMk id="14" creationId="{3870B576-A286-6C92-ACCE-AD6BFCF160EC}"/>
          </ac:spMkLst>
        </pc:spChg>
        <pc:spChg chg="mod">
          <ac:chgData name="克利 寳迫" userId="d1807dd80cee582b" providerId="LiveId" clId="{F79782EE-D85D-46E2-B3E9-FAE15D6BED98}" dt="2026-05-22T18:45:13.850" v="401" actId="14100"/>
          <ac:spMkLst>
            <pc:docMk/>
            <pc:sldMk cId="3457853736" sldId="284"/>
            <ac:spMk id="39" creationId="{A446BB2A-9A0C-AD7F-9698-5EDE0EBF6D47}"/>
          </ac:spMkLst>
        </pc:spChg>
        <pc:grpChg chg="add mod">
          <ac:chgData name="克利 寳迫" userId="d1807dd80cee582b" providerId="LiveId" clId="{F79782EE-D85D-46E2-B3E9-FAE15D6BED98}" dt="2026-05-23T03:26:55.892" v="961" actId="1076"/>
          <ac:grpSpMkLst>
            <pc:docMk/>
            <pc:sldMk cId="3457853736" sldId="284"/>
            <ac:grpSpMk id="2" creationId="{C8A66361-FAC3-2E65-0D1C-AFB804162D59}"/>
          </ac:grpSpMkLst>
        </pc:grpChg>
        <pc:grpChg chg="mod">
          <ac:chgData name="克利 寳迫" userId="d1807dd80cee582b" providerId="LiveId" clId="{F79782EE-D85D-46E2-B3E9-FAE15D6BED98}" dt="2026-05-23T03:25:38.028" v="940" actId="1076"/>
          <ac:grpSpMkLst>
            <pc:docMk/>
            <pc:sldMk cId="3457853736" sldId="284"/>
            <ac:grpSpMk id="4" creationId="{C2D82B08-9157-955E-3566-9A5AB65D96D3}"/>
          </ac:grpSpMkLst>
        </pc:grpChg>
        <pc:picChg chg="mod modCrop">
          <ac:chgData name="克利 寳迫" userId="d1807dd80cee582b" providerId="LiveId" clId="{F79782EE-D85D-46E2-B3E9-FAE15D6BED98}" dt="2026-05-23T03:26:50.885" v="960" actId="12788"/>
          <ac:picMkLst>
            <pc:docMk/>
            <pc:sldMk cId="3457853736" sldId="284"/>
            <ac:picMk id="5" creationId="{D21F1A47-7AB5-A88E-C31F-511B0D285923}"/>
          </ac:picMkLst>
        </pc:picChg>
        <pc:picChg chg="mod modCrop">
          <ac:chgData name="克利 寳迫" userId="d1807dd80cee582b" providerId="LiveId" clId="{F79782EE-D85D-46E2-B3E9-FAE15D6BED98}" dt="2026-05-22T18:44:42.014" v="397" actId="732"/>
          <ac:picMkLst>
            <pc:docMk/>
            <pc:sldMk cId="3457853736" sldId="284"/>
            <ac:picMk id="57" creationId="{C76E63D1-4B1B-D390-E1B9-A14B70A26A7D}"/>
          </ac:picMkLst>
        </pc:picChg>
        <pc:cxnChg chg="del mod">
          <ac:chgData name="克利 寳迫" userId="d1807dd80cee582b" providerId="LiveId" clId="{F79782EE-D85D-46E2-B3E9-FAE15D6BED98}" dt="2026-05-23T03:25:42.962" v="942" actId="478"/>
          <ac:cxnSpMkLst>
            <pc:docMk/>
            <pc:sldMk cId="3457853736" sldId="284"/>
            <ac:cxnSpMk id="13" creationId="{E89300C2-CBDB-EEAC-52DE-398154ED2C74}"/>
          </ac:cxnSpMkLst>
        </pc:cxnChg>
      </pc:sldChg>
      <pc:sldChg chg="addSp delSp modSp add mod">
        <pc:chgData name="克利 寳迫" userId="d1807dd80cee582b" providerId="LiveId" clId="{F79782EE-D85D-46E2-B3E9-FAE15D6BED98}" dt="2026-05-23T08:10:29.134" v="1232" actId="1076"/>
        <pc:sldMkLst>
          <pc:docMk/>
          <pc:sldMk cId="3985033960" sldId="285"/>
        </pc:sldMkLst>
        <pc:spChg chg="mod">
          <ac:chgData name="克利 寳迫" userId="d1807dd80cee582b" providerId="LiveId" clId="{F79782EE-D85D-46E2-B3E9-FAE15D6BED98}" dt="2026-05-22T18:52:30.669" v="501" actId="14100"/>
          <ac:spMkLst>
            <pc:docMk/>
            <pc:sldMk cId="3985033960" sldId="285"/>
            <ac:spMk id="39" creationId="{9B4B9CA8-8094-4CF8-4F5E-CEA34DB8BC07}"/>
          </ac:spMkLst>
        </pc:spChg>
        <pc:grpChg chg="mod">
          <ac:chgData name="克利 寳迫" userId="d1807dd80cee582b" providerId="LiveId" clId="{F79782EE-D85D-46E2-B3E9-FAE15D6BED98}" dt="2026-05-23T08:10:29.134" v="1232" actId="1076"/>
          <ac:grpSpMkLst>
            <pc:docMk/>
            <pc:sldMk cId="3985033960" sldId="285"/>
            <ac:grpSpMk id="4" creationId="{023D63E6-F9CD-8291-84A7-94F73F12EBB9}"/>
          </ac:grpSpMkLst>
        </pc:grpChg>
        <pc:grpChg chg="add del">
          <ac:chgData name="克利 寳迫" userId="d1807dd80cee582b" providerId="LiveId" clId="{F79782EE-D85D-46E2-B3E9-FAE15D6BED98}" dt="2026-05-22T18:52:10.630" v="495" actId="478"/>
          <ac:grpSpMkLst>
            <pc:docMk/>
            <pc:sldMk cId="3985033960" sldId="285"/>
            <ac:grpSpMk id="40" creationId="{3857686E-C4DE-A405-75FA-AA82740B7886}"/>
          </ac:grpSpMkLst>
        </pc:grpChg>
        <pc:picChg chg="add del mod modCrop">
          <ac:chgData name="克利 寳迫" userId="d1807dd80cee582b" providerId="LiveId" clId="{F79782EE-D85D-46E2-B3E9-FAE15D6BED98}" dt="2026-05-22T18:52:38.402" v="504" actId="732"/>
          <ac:picMkLst>
            <pc:docMk/>
            <pc:sldMk cId="3985033960" sldId="285"/>
            <ac:picMk id="59" creationId="{4FDAC5E2-482F-63B6-3047-F536247F2557}"/>
          </ac:picMkLst>
        </pc:picChg>
        <pc:picChg chg="mod">
          <ac:chgData name="克利 寳迫" userId="d1807dd80cee582b" providerId="LiveId" clId="{F79782EE-D85D-46E2-B3E9-FAE15D6BED98}" dt="2026-05-22T18:52:10.630" v="495" actId="478"/>
          <ac:picMkLst>
            <pc:docMk/>
            <pc:sldMk cId="3985033960" sldId="285"/>
            <ac:picMk id="60" creationId="{D7C52BB7-FEAD-FDE3-A2A7-110B7B4025A0}"/>
          </ac:picMkLst>
        </pc:picChg>
      </pc:sldChg>
      <pc:sldChg chg="delSp modSp add mod">
        <pc:chgData name="克利 寳迫" userId="d1807dd80cee582b" providerId="LiveId" clId="{F79782EE-D85D-46E2-B3E9-FAE15D6BED98}" dt="2026-05-24T05:03:46.166" v="1400" actId="478"/>
        <pc:sldMkLst>
          <pc:docMk/>
          <pc:sldMk cId="478716382" sldId="286"/>
        </pc:sldMkLst>
        <pc:spChg chg="mod">
          <ac:chgData name="克利 寳迫" userId="d1807dd80cee582b" providerId="LiveId" clId="{F79782EE-D85D-46E2-B3E9-FAE15D6BED98}" dt="2026-05-22T18:53:40.773" v="517" actId="14100"/>
          <ac:spMkLst>
            <pc:docMk/>
            <pc:sldMk cId="478716382" sldId="286"/>
            <ac:spMk id="23" creationId="{0E456273-4599-D047-BC79-05B04F358F6B}"/>
          </ac:spMkLst>
        </pc:spChg>
        <pc:spChg chg="del">
          <ac:chgData name="克利 寳迫" userId="d1807dd80cee582b" providerId="LiveId" clId="{F79782EE-D85D-46E2-B3E9-FAE15D6BED98}" dt="2026-05-24T05:03:46.166" v="1400" actId="478"/>
          <ac:spMkLst>
            <pc:docMk/>
            <pc:sldMk cId="478716382" sldId="286"/>
            <ac:spMk id="25" creationId="{506E0228-2A0B-602D-6B68-7D0EC8FC6590}"/>
          </ac:spMkLst>
        </pc:spChg>
        <pc:spChg chg="del">
          <ac:chgData name="克利 寳迫" userId="d1807dd80cee582b" providerId="LiveId" clId="{F79782EE-D85D-46E2-B3E9-FAE15D6BED98}" dt="2026-05-24T05:03:46.166" v="1400" actId="478"/>
          <ac:spMkLst>
            <pc:docMk/>
            <pc:sldMk cId="478716382" sldId="286"/>
            <ac:spMk id="27" creationId="{F7221CFA-65DF-8CA7-0C48-E0CE4F272B6B}"/>
          </ac:spMkLst>
        </pc:spChg>
        <pc:grpChg chg="mod">
          <ac:chgData name="克利 寳迫" userId="d1807dd80cee582b" providerId="LiveId" clId="{F79782EE-D85D-46E2-B3E9-FAE15D6BED98}" dt="2026-05-22T18:53:58.928" v="521" actId="1076"/>
          <ac:grpSpMkLst>
            <pc:docMk/>
            <pc:sldMk cId="478716382" sldId="286"/>
            <ac:grpSpMk id="5" creationId="{5E418DC0-CB86-63AF-41EB-7DC6EFA85FB2}"/>
          </ac:grpSpMkLst>
        </pc:grpChg>
        <pc:picChg chg="mod modCrop">
          <ac:chgData name="克利 寳迫" userId="d1807dd80cee582b" providerId="LiveId" clId="{F79782EE-D85D-46E2-B3E9-FAE15D6BED98}" dt="2026-05-22T18:53:56.186" v="520" actId="732"/>
          <ac:picMkLst>
            <pc:docMk/>
            <pc:sldMk cId="478716382" sldId="286"/>
            <ac:picMk id="37" creationId="{A697899E-01D7-1D95-464C-ABC765F285BF}"/>
          </ac:picMkLst>
        </pc:picChg>
        <pc:cxnChg chg="del">
          <ac:chgData name="克利 寳迫" userId="d1807dd80cee582b" providerId="LiveId" clId="{F79782EE-D85D-46E2-B3E9-FAE15D6BED98}" dt="2026-05-24T05:03:46.166" v="1400" actId="478"/>
          <ac:cxnSpMkLst>
            <pc:docMk/>
            <pc:sldMk cId="478716382" sldId="286"/>
            <ac:cxnSpMk id="26" creationId="{D2F50FF3-9EE1-1C41-E31C-BB4F516BD25C}"/>
          </ac:cxnSpMkLst>
        </pc:cxnChg>
      </pc:sldChg>
      <pc:sldChg chg="delSp modSp add mod">
        <pc:chgData name="克利 寳迫" userId="d1807dd80cee582b" providerId="LiveId" clId="{F79782EE-D85D-46E2-B3E9-FAE15D6BED98}" dt="2026-05-22T18:54:57.602" v="532" actId="1076"/>
        <pc:sldMkLst>
          <pc:docMk/>
          <pc:sldMk cId="2337832243" sldId="287"/>
        </pc:sldMkLst>
        <pc:spChg chg="mod">
          <ac:chgData name="克利 寳迫" userId="d1807dd80cee582b" providerId="LiveId" clId="{F79782EE-D85D-46E2-B3E9-FAE15D6BED98}" dt="2026-05-22T18:54:55.098" v="531" actId="14100"/>
          <ac:spMkLst>
            <pc:docMk/>
            <pc:sldMk cId="2337832243" sldId="287"/>
            <ac:spMk id="23" creationId="{6FE475EB-F7E6-1044-6C94-DDD781149D80}"/>
          </ac:spMkLst>
        </pc:spChg>
        <pc:grpChg chg="mod">
          <ac:chgData name="克利 寳迫" userId="d1807dd80cee582b" providerId="LiveId" clId="{F79782EE-D85D-46E2-B3E9-FAE15D6BED98}" dt="2026-05-22T18:54:57.602" v="532" actId="1076"/>
          <ac:grpSpMkLst>
            <pc:docMk/>
            <pc:sldMk cId="2337832243" sldId="287"/>
            <ac:grpSpMk id="5" creationId="{535A9D26-7105-0562-FEA9-DBE610984589}"/>
          </ac:grpSpMkLst>
        </pc:grpChg>
        <pc:picChg chg="mod modCrop">
          <ac:chgData name="克利 寳迫" userId="d1807dd80cee582b" providerId="LiveId" clId="{F79782EE-D85D-46E2-B3E9-FAE15D6BED98}" dt="2026-05-22T18:54:45.994" v="530" actId="732"/>
          <ac:picMkLst>
            <pc:docMk/>
            <pc:sldMk cId="2337832243" sldId="287"/>
            <ac:picMk id="37" creationId="{64CB2D62-2E8A-B9F5-E613-6A34F2264BA9}"/>
          </ac:picMkLst>
        </pc:picChg>
      </pc:sldChg>
      <pc:sldChg chg="addSp delSp modSp add mod">
        <pc:chgData name="克利 寳迫" userId="d1807dd80cee582b" providerId="LiveId" clId="{F79782EE-D85D-46E2-B3E9-FAE15D6BED98}" dt="2026-05-23T07:56:36.915" v="1169" actId="1038"/>
        <pc:sldMkLst>
          <pc:docMk/>
          <pc:sldMk cId="3599266888" sldId="290"/>
        </pc:sldMkLst>
        <pc:spChg chg="add mod">
          <ac:chgData name="克利 寳迫" userId="d1807dd80cee582b" providerId="LiveId" clId="{F79782EE-D85D-46E2-B3E9-FAE15D6BED98}" dt="2026-05-23T07:56:36.915" v="1169" actId="1038"/>
          <ac:spMkLst>
            <pc:docMk/>
            <pc:sldMk cId="3599266888" sldId="290"/>
            <ac:spMk id="2" creationId="{7EB6CB21-D3CF-99D3-A168-14343B7D25FC}"/>
          </ac:spMkLst>
        </pc:spChg>
        <pc:spChg chg="add mod">
          <ac:chgData name="克利 寳迫" userId="d1807dd80cee582b" providerId="LiveId" clId="{F79782EE-D85D-46E2-B3E9-FAE15D6BED98}" dt="2026-05-23T03:32:37.011" v="983" actId="164"/>
          <ac:spMkLst>
            <pc:docMk/>
            <pc:sldMk cId="3599266888" sldId="290"/>
            <ac:spMk id="6" creationId="{78617074-5512-F479-CFDC-CF788D9CFCD8}"/>
          </ac:spMkLst>
        </pc:spChg>
        <pc:spChg chg="add mod">
          <ac:chgData name="克利 寳迫" userId="d1807dd80cee582b" providerId="LiveId" clId="{F79782EE-D85D-46E2-B3E9-FAE15D6BED98}" dt="2026-05-23T07:55:41.280" v="1096" actId="1038"/>
          <ac:spMkLst>
            <pc:docMk/>
            <pc:sldMk cId="3599266888" sldId="290"/>
            <ac:spMk id="8" creationId="{9FFDF7C5-0240-04F2-F4D0-C0C4EF257410}"/>
          </ac:spMkLst>
        </pc:spChg>
        <pc:spChg chg="mod">
          <ac:chgData name="克利 寳迫" userId="d1807dd80cee582b" providerId="LiveId" clId="{F79782EE-D85D-46E2-B3E9-FAE15D6BED98}" dt="2026-05-23T03:33:08.954" v="998" actId="1036"/>
          <ac:spMkLst>
            <pc:docMk/>
            <pc:sldMk cId="3599266888" sldId="290"/>
            <ac:spMk id="39" creationId="{DF37BE55-9ED3-4753-0F53-67346845592A}"/>
          </ac:spMkLst>
        </pc:spChg>
        <pc:grpChg chg="mod">
          <ac:chgData name="克利 寳迫" userId="d1807dd80cee582b" providerId="LiveId" clId="{F79782EE-D85D-46E2-B3E9-FAE15D6BED98}" dt="2026-05-22T18:48:38.396" v="449" actId="164"/>
          <ac:grpSpMkLst>
            <pc:docMk/>
            <pc:sldMk cId="3599266888" sldId="290"/>
            <ac:grpSpMk id="4" creationId="{1F3CC6AE-1A7B-C323-C957-C3B0EC1C2C05}"/>
          </ac:grpSpMkLst>
        </pc:grpChg>
        <pc:grpChg chg="add mod">
          <ac:chgData name="克利 寳迫" userId="d1807dd80cee582b" providerId="LiveId" clId="{F79782EE-D85D-46E2-B3E9-FAE15D6BED98}" dt="2026-05-23T03:32:37.011" v="983" actId="164"/>
          <ac:grpSpMkLst>
            <pc:docMk/>
            <pc:sldMk cId="3599266888" sldId="290"/>
            <ac:grpSpMk id="5" creationId="{37278648-8EE5-33F9-06DF-533702F93321}"/>
          </ac:grpSpMkLst>
        </pc:grpChg>
        <pc:grpChg chg="add mod">
          <ac:chgData name="克利 寳迫" userId="d1807dd80cee582b" providerId="LiveId" clId="{F79782EE-D85D-46E2-B3E9-FAE15D6BED98}" dt="2026-05-23T03:32:37.011" v="983" actId="164"/>
          <ac:grpSpMkLst>
            <pc:docMk/>
            <pc:sldMk cId="3599266888" sldId="290"/>
            <ac:grpSpMk id="9" creationId="{7B1B4795-5BA4-8730-1FE7-560A87D5AB62}"/>
          </ac:grpSpMkLst>
        </pc:grpChg>
        <pc:picChg chg="mod modCrop">
          <ac:chgData name="克利 寳迫" userId="d1807dd80cee582b" providerId="LiveId" clId="{F79782EE-D85D-46E2-B3E9-FAE15D6BED98}" dt="2026-05-22T18:48:16.424" v="444" actId="732"/>
          <ac:picMkLst>
            <pc:docMk/>
            <pc:sldMk cId="3599266888" sldId="290"/>
            <ac:picMk id="57" creationId="{6E3EDB17-E493-A63B-0EC1-64525278E3F6}"/>
          </ac:picMkLst>
        </pc:picChg>
        <pc:cxnChg chg="add mod">
          <ac:chgData name="克利 寳迫" userId="d1807dd80cee582b" providerId="LiveId" clId="{F79782EE-D85D-46E2-B3E9-FAE15D6BED98}" dt="2026-05-23T07:56:36.915" v="1169" actId="1038"/>
          <ac:cxnSpMkLst>
            <pc:docMk/>
            <pc:sldMk cId="3599266888" sldId="290"/>
            <ac:cxnSpMk id="3" creationId="{2EFCEC65-7A7F-1E78-1035-65AECE1D2A62}"/>
          </ac:cxnSpMkLst>
        </pc:cxnChg>
        <pc:cxnChg chg="add mod">
          <ac:chgData name="克利 寳迫" userId="d1807dd80cee582b" providerId="LiveId" clId="{F79782EE-D85D-46E2-B3E9-FAE15D6BED98}" dt="2026-05-23T03:32:37.011" v="983" actId="164"/>
          <ac:cxnSpMkLst>
            <pc:docMk/>
            <pc:sldMk cId="3599266888" sldId="290"/>
            <ac:cxnSpMk id="7" creationId="{17FDA359-9D6D-A7A8-BE20-282F943DE32B}"/>
          </ac:cxnSpMkLst>
        </pc:cxnChg>
      </pc:sldChg>
      <pc:sldChg chg="delSp modSp add mod ord">
        <pc:chgData name="克利 寳迫" userId="d1807dd80cee582b" providerId="LiveId" clId="{F79782EE-D85D-46E2-B3E9-FAE15D6BED98}" dt="2026-05-22T18:51:26.080" v="485"/>
        <pc:sldMkLst>
          <pc:docMk/>
          <pc:sldMk cId="3122026839" sldId="292"/>
        </pc:sldMkLst>
        <pc:spChg chg="mod">
          <ac:chgData name="克利 寳迫" userId="d1807dd80cee582b" providerId="LiveId" clId="{F79782EE-D85D-46E2-B3E9-FAE15D6BED98}" dt="2026-05-22T18:50:53.172" v="480" actId="1035"/>
          <ac:spMkLst>
            <pc:docMk/>
            <pc:sldMk cId="3122026839" sldId="292"/>
            <ac:spMk id="39" creationId="{2FF889D0-A0C2-A636-C1F0-65F38385CEB3}"/>
          </ac:spMkLst>
        </pc:spChg>
        <pc:grpChg chg="mod">
          <ac:chgData name="克利 寳迫" userId="d1807dd80cee582b" providerId="LiveId" clId="{F79782EE-D85D-46E2-B3E9-FAE15D6BED98}" dt="2026-05-22T18:51:15.890" v="483" actId="1076"/>
          <ac:grpSpMkLst>
            <pc:docMk/>
            <pc:sldMk cId="3122026839" sldId="292"/>
            <ac:grpSpMk id="4" creationId="{57C5BA6F-1E4A-63E8-E13E-ACF24FCF776E}"/>
          </ac:grpSpMkLst>
        </pc:grpChg>
        <pc:picChg chg="mod modCrop">
          <ac:chgData name="克利 寳迫" userId="d1807dd80cee582b" providerId="LiveId" clId="{F79782EE-D85D-46E2-B3E9-FAE15D6BED98}" dt="2026-05-22T18:50:38.660" v="475" actId="732"/>
          <ac:picMkLst>
            <pc:docMk/>
            <pc:sldMk cId="3122026839" sldId="292"/>
            <ac:picMk id="59" creationId="{86CB041F-538C-1C74-0EFF-D52124EE904E}"/>
          </ac:picMkLst>
        </pc:picChg>
      </pc:sldChg>
      <pc:sldChg chg="modSp add mod">
        <pc:chgData name="克利 寳迫" userId="d1807dd80cee582b" providerId="LiveId" clId="{F79782EE-D85D-46E2-B3E9-FAE15D6BED98}" dt="2026-05-24T04:34:02.946" v="1380" actId="1036"/>
        <pc:sldMkLst>
          <pc:docMk/>
          <pc:sldMk cId="1099447480" sldId="293"/>
        </pc:sldMkLst>
        <pc:spChg chg="mod">
          <ac:chgData name="克利 寳迫" userId="d1807dd80cee582b" providerId="LiveId" clId="{F79782EE-D85D-46E2-B3E9-FAE15D6BED98}" dt="2026-05-24T04:34:02.946" v="1380" actId="1036"/>
          <ac:spMkLst>
            <pc:docMk/>
            <pc:sldMk cId="1099447480" sldId="293"/>
            <ac:spMk id="62" creationId="{46A5EB4F-14FB-9659-4CBD-BDBF36771E82}"/>
          </ac:spMkLst>
        </pc:spChg>
      </pc:sldChg>
      <pc:sldChg chg="addSp delSp modSp add mod">
        <pc:chgData name="克利 寳迫" userId="d1807dd80cee582b" providerId="LiveId" clId="{F79782EE-D85D-46E2-B3E9-FAE15D6BED98}" dt="2026-05-24T05:04:07.340" v="1401" actId="478"/>
        <pc:sldMkLst>
          <pc:docMk/>
          <pc:sldMk cId="1676903469" sldId="294"/>
        </pc:sldMkLst>
        <pc:spChg chg="del">
          <ac:chgData name="克利 寳迫" userId="d1807dd80cee582b" providerId="LiveId" clId="{F79782EE-D85D-46E2-B3E9-FAE15D6BED98}" dt="2026-05-24T05:04:07.340" v="1401" actId="478"/>
          <ac:spMkLst>
            <pc:docMk/>
            <pc:sldMk cId="1676903469" sldId="294"/>
            <ac:spMk id="3" creationId="{B8BB001F-5403-EBEA-D4DA-A2584C9EC237}"/>
          </ac:spMkLst>
        </pc:spChg>
        <pc:spChg chg="add del mod">
          <ac:chgData name="克利 寳迫" userId="d1807dd80cee582b" providerId="LiveId" clId="{F79782EE-D85D-46E2-B3E9-FAE15D6BED98}" dt="2026-05-22T19:01:00.939" v="665" actId="1035"/>
          <ac:spMkLst>
            <pc:docMk/>
            <pc:sldMk cId="1676903469" sldId="294"/>
            <ac:spMk id="7" creationId="{594DA5AF-650D-BC84-F88A-86C148F19EF9}"/>
          </ac:spMkLst>
        </pc:spChg>
        <pc:spChg chg="del">
          <ac:chgData name="克利 寳迫" userId="d1807dd80cee582b" providerId="LiveId" clId="{F79782EE-D85D-46E2-B3E9-FAE15D6BED98}" dt="2026-05-24T05:04:07.340" v="1401" actId="478"/>
          <ac:spMkLst>
            <pc:docMk/>
            <pc:sldMk cId="1676903469" sldId="294"/>
            <ac:spMk id="14" creationId="{335FEA3F-407D-8D4C-C650-F724D269001F}"/>
          </ac:spMkLst>
        </pc:spChg>
        <pc:grpChg chg="mod">
          <ac:chgData name="克利 寳迫" userId="d1807dd80cee582b" providerId="LiveId" clId="{F79782EE-D85D-46E2-B3E9-FAE15D6BED98}" dt="2026-05-22T19:02:03.666" v="691" actId="1076"/>
          <ac:grpSpMkLst>
            <pc:docMk/>
            <pc:sldMk cId="1676903469" sldId="294"/>
            <ac:grpSpMk id="65" creationId="{CB893D8F-A4D9-B29B-4C3B-8B8F539C4A31}"/>
          </ac:grpSpMkLst>
        </pc:grpChg>
        <pc:picChg chg="add del mod modCrop">
          <ac:chgData name="克利 寳迫" userId="d1807dd80cee582b" providerId="LiveId" clId="{F79782EE-D85D-46E2-B3E9-FAE15D6BED98}" dt="2026-05-22T19:00:46.043" v="656" actId="732"/>
          <ac:picMkLst>
            <pc:docMk/>
            <pc:sldMk cId="1676903469" sldId="294"/>
            <ac:picMk id="22" creationId="{88691271-80CF-58CB-CB5F-494CBEC8D299}"/>
          </ac:picMkLst>
        </pc:picChg>
        <pc:cxnChg chg="del">
          <ac:chgData name="克利 寳迫" userId="d1807dd80cee582b" providerId="LiveId" clId="{F79782EE-D85D-46E2-B3E9-FAE15D6BED98}" dt="2026-05-24T05:04:07.340" v="1401" actId="478"/>
          <ac:cxnSpMkLst>
            <pc:docMk/>
            <pc:sldMk cId="1676903469" sldId="294"/>
            <ac:cxnSpMk id="15" creationId="{911A2C2C-3AC1-B5A2-BB16-391FC885005D}"/>
          </ac:cxnSpMkLst>
        </pc:cxnChg>
      </pc:sldChg>
      <pc:sldChg chg="delSp modSp add mod">
        <pc:chgData name="克利 寳迫" userId="d1807dd80cee582b" providerId="LiveId" clId="{F79782EE-D85D-46E2-B3E9-FAE15D6BED98}" dt="2026-05-22T19:01:49.235" v="690" actId="1035"/>
        <pc:sldMkLst>
          <pc:docMk/>
          <pc:sldMk cId="1156615243" sldId="296"/>
        </pc:sldMkLst>
        <pc:spChg chg="mod">
          <ac:chgData name="克利 寳迫" userId="d1807dd80cee582b" providerId="LiveId" clId="{F79782EE-D85D-46E2-B3E9-FAE15D6BED98}" dt="2026-05-22T19:01:49.235" v="690" actId="1035"/>
          <ac:spMkLst>
            <pc:docMk/>
            <pc:sldMk cId="1156615243" sldId="296"/>
            <ac:spMk id="7" creationId="{03CA7EE3-D661-9B98-EDA1-DD8487B2D69C}"/>
          </ac:spMkLst>
        </pc:spChg>
        <pc:grpChg chg="mod">
          <ac:chgData name="克利 寳迫" userId="d1807dd80cee582b" providerId="LiveId" clId="{F79782EE-D85D-46E2-B3E9-FAE15D6BED98}" dt="2026-05-22T19:01:31.389" v="681" actId="1076"/>
          <ac:grpSpMkLst>
            <pc:docMk/>
            <pc:sldMk cId="1156615243" sldId="296"/>
            <ac:grpSpMk id="65" creationId="{75966339-1095-7EC8-F875-21615F5C3F7A}"/>
          </ac:grpSpMkLst>
        </pc:grpChg>
        <pc:picChg chg="mod modCrop">
          <ac:chgData name="克利 寳迫" userId="d1807dd80cee582b" providerId="LiveId" clId="{F79782EE-D85D-46E2-B3E9-FAE15D6BED98}" dt="2026-05-22T19:01:41.363" v="682" actId="732"/>
          <ac:picMkLst>
            <pc:docMk/>
            <pc:sldMk cId="1156615243" sldId="296"/>
            <ac:picMk id="22" creationId="{1738B2E8-5C10-063C-8E2A-B42D76095B5C}"/>
          </ac:picMkLst>
        </pc:picChg>
      </pc:sldChg>
      <pc:sldChg chg="addSp delSp modSp new mod">
        <pc:chgData name="克利 寳迫" userId="d1807dd80cee582b" providerId="LiveId" clId="{F79782EE-D85D-46E2-B3E9-FAE15D6BED98}" dt="2026-05-24T04:31:56.446" v="1332" actId="1076"/>
        <pc:sldMkLst>
          <pc:docMk/>
          <pc:sldMk cId="2923256187" sldId="297"/>
        </pc:sldMkLst>
        <pc:spChg chg="del">
          <ac:chgData name="克利 寳迫" userId="d1807dd80cee582b" providerId="LiveId" clId="{F79782EE-D85D-46E2-B3E9-FAE15D6BED98}" dt="2026-05-23T02:48:21.315" v="697" actId="478"/>
          <ac:spMkLst>
            <pc:docMk/>
            <pc:sldMk cId="2923256187" sldId="297"/>
            <ac:spMk id="2" creationId="{95261F61-EF27-B70D-06D6-895BE727173F}"/>
          </ac:spMkLst>
        </pc:spChg>
        <pc:spChg chg="del mod">
          <ac:chgData name="克利 寳迫" userId="d1807dd80cee582b" providerId="LiveId" clId="{F79782EE-D85D-46E2-B3E9-FAE15D6BED98}" dt="2026-05-23T02:48:21.315" v="697" actId="478"/>
          <ac:spMkLst>
            <pc:docMk/>
            <pc:sldMk cId="2923256187" sldId="297"/>
            <ac:spMk id="3" creationId="{FDE1F013-82ED-B63E-6CD5-9C2903D054FB}"/>
          </ac:spMkLst>
        </pc:spChg>
        <pc:spChg chg="add del mod">
          <ac:chgData name="克利 寳迫" userId="d1807dd80cee582b" providerId="LiveId" clId="{F79782EE-D85D-46E2-B3E9-FAE15D6BED98}" dt="2026-05-23T02:48:25.119" v="698" actId="478"/>
          <ac:spMkLst>
            <pc:docMk/>
            <pc:sldMk cId="2923256187" sldId="297"/>
            <ac:spMk id="5" creationId="{6A778CE7-708D-3980-CA3C-BFD07C3CC294}"/>
          </ac:spMkLst>
        </pc:spChg>
        <pc:spChg chg="mod">
          <ac:chgData name="克利 寳迫" userId="d1807dd80cee582b" providerId="LiveId" clId="{F79782EE-D85D-46E2-B3E9-FAE15D6BED98}" dt="2026-05-23T03:06:02.491" v="920" actId="208"/>
          <ac:spMkLst>
            <pc:docMk/>
            <pc:sldMk cId="2923256187" sldId="297"/>
            <ac:spMk id="10" creationId="{56E2FE23-7AE2-FACA-DBDB-415E06D236FA}"/>
          </ac:spMkLst>
        </pc:spChg>
        <pc:spChg chg="del">
          <ac:chgData name="克利 寳迫" userId="d1807dd80cee582b" providerId="LiveId" clId="{F79782EE-D85D-46E2-B3E9-FAE15D6BED98}" dt="2026-05-23T03:31:50.737" v="970" actId="478"/>
          <ac:spMkLst>
            <pc:docMk/>
            <pc:sldMk cId="2923256187" sldId="297"/>
            <ac:spMk id="12" creationId="{1452C11D-E4E0-DD8C-296B-E55646DAD1C3}"/>
          </ac:spMkLst>
        </pc:spChg>
        <pc:spChg chg="add del mod">
          <ac:chgData name="克利 寳迫" userId="d1807dd80cee582b" providerId="LiveId" clId="{F79782EE-D85D-46E2-B3E9-FAE15D6BED98}" dt="2026-05-23T03:31:50.737" v="970" actId="478"/>
          <ac:spMkLst>
            <pc:docMk/>
            <pc:sldMk cId="2923256187" sldId="297"/>
            <ac:spMk id="14" creationId="{7AB11E37-E17B-5CA0-22FD-81E464FAAB61}"/>
          </ac:spMkLst>
        </pc:spChg>
        <pc:spChg chg="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16" creationId="{3AABF4AF-B47B-2466-0BBF-4D571FBCE4D9}"/>
          </ac:spMkLst>
        </pc:spChg>
        <pc:spChg chg="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17" creationId="{CAF1ED12-04C6-35CD-23B7-D42D21B52168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19" creationId="{C04AF138-0CC5-E550-FA62-D1487AB8B792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20" creationId="{2383D6EA-A2F0-25DB-FF29-D35379CCDF04}"/>
          </ac:spMkLst>
        </pc:spChg>
        <pc:spChg chg="add 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22" creationId="{53F7465E-B332-CCEC-2A9D-BC3EDEE2C1B0}"/>
          </ac:spMkLst>
        </pc:spChg>
        <pc:spChg chg="add mod">
          <ac:chgData name="克利 寳迫" userId="d1807dd80cee582b" providerId="LiveId" clId="{F79782EE-D85D-46E2-B3E9-FAE15D6BED98}" dt="2026-05-23T03:07:36.384" v="934" actId="208"/>
          <ac:spMkLst>
            <pc:docMk/>
            <pc:sldMk cId="2923256187" sldId="297"/>
            <ac:spMk id="26" creationId="{A4E43C84-F4AA-9DCE-53EF-94C34676925E}"/>
          </ac:spMkLst>
        </pc:spChg>
        <pc:spChg chg="add del mod">
          <ac:chgData name="克利 寳迫" userId="d1807dd80cee582b" providerId="LiveId" clId="{F79782EE-D85D-46E2-B3E9-FAE15D6BED98}" dt="2026-05-23T03:31:50.737" v="970" actId="478"/>
          <ac:spMkLst>
            <pc:docMk/>
            <pc:sldMk cId="2923256187" sldId="297"/>
            <ac:spMk id="28" creationId="{7B79B9B9-0A00-9045-F28C-B82460D4EEEB}"/>
          </ac:spMkLst>
        </pc:spChg>
        <pc:spChg chg="add del mod">
          <ac:chgData name="克利 寳迫" userId="d1807dd80cee582b" providerId="LiveId" clId="{F79782EE-D85D-46E2-B3E9-FAE15D6BED98}" dt="2026-05-23T03:31:50.737" v="970" actId="478"/>
          <ac:spMkLst>
            <pc:docMk/>
            <pc:sldMk cId="2923256187" sldId="297"/>
            <ac:spMk id="30" creationId="{8A62FAB2-43C4-8FE9-0DA3-CF8ADC3E5993}"/>
          </ac:spMkLst>
        </pc:spChg>
        <pc:spChg chg="add 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31" creationId="{3B7541E9-65DA-7E77-6647-9A11D68E4038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33" creationId="{86651245-674E-77B6-630B-BB8ED436D8A1}"/>
          </ac:spMkLst>
        </pc:spChg>
        <pc:spChg chg="add mod">
          <ac:chgData name="克利 寳迫" userId="d1807dd80cee582b" providerId="LiveId" clId="{F79782EE-D85D-46E2-B3E9-FAE15D6BED98}" dt="2026-05-23T07:57:40.867" v="1230" actId="1038"/>
          <ac:spMkLst>
            <pc:docMk/>
            <pc:sldMk cId="2923256187" sldId="297"/>
            <ac:spMk id="36" creationId="{4597EFAB-4783-9FBD-9568-5383433AB52B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38" creationId="{58480D40-DEAA-F9C8-A337-0AA37D13D857}"/>
          </ac:spMkLst>
        </pc:spChg>
        <pc:spChg chg="add mod">
          <ac:chgData name="克利 寳迫" userId="d1807dd80cee582b" providerId="LiveId" clId="{F79782EE-D85D-46E2-B3E9-FAE15D6BED98}" dt="2026-05-23T03:06:28.518" v="925" actId="1582"/>
          <ac:spMkLst>
            <pc:docMk/>
            <pc:sldMk cId="2923256187" sldId="297"/>
            <ac:spMk id="42" creationId="{69B31F37-58FD-2094-6159-1C5ADEB2E28E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46" creationId="{59C226F6-CF86-87B9-6576-C45CFCA6227E}"/>
          </ac:spMkLst>
        </pc:spChg>
        <pc:spChg chg="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47" creationId="{EA5C9E43-0A87-4E6F-B967-F20485402328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49" creationId="{4CF3CCB2-37EC-4B80-7D7C-B962D68838FB}"/>
          </ac:spMkLst>
        </pc:spChg>
        <pc:spChg chg="mod">
          <ac:chgData name="克利 寳迫" userId="d1807dd80cee582b" providerId="LiveId" clId="{F79782EE-D85D-46E2-B3E9-FAE15D6BED98}" dt="2026-05-23T07:56:13.692" v="1129" actId="1038"/>
          <ac:spMkLst>
            <pc:docMk/>
            <pc:sldMk cId="2923256187" sldId="297"/>
            <ac:spMk id="52" creationId="{862A54C5-B4EA-5707-7BD8-CC7A4D1B10A6}"/>
          </ac:spMkLst>
        </pc:spChg>
        <pc:spChg chg="add 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53" creationId="{3E1C8ED4-64E8-195D-FF7B-06819EB17086}"/>
          </ac:spMkLst>
        </pc:spChg>
        <pc:spChg chg="mod">
          <ac:chgData name="克利 寳迫" userId="d1807dd80cee582b" providerId="LiveId" clId="{F79782EE-D85D-46E2-B3E9-FAE15D6BED98}" dt="2026-05-23T02:56:46.401" v="703" actId="122"/>
          <ac:spMkLst>
            <pc:docMk/>
            <pc:sldMk cId="2923256187" sldId="297"/>
            <ac:spMk id="54" creationId="{946284A8-B85D-B118-1377-46C65EC4D751}"/>
          </ac:spMkLst>
        </pc:spChg>
        <pc:spChg chg="add mod">
          <ac:chgData name="克利 寳迫" userId="d1807dd80cee582b" providerId="LiveId" clId="{F79782EE-D85D-46E2-B3E9-FAE15D6BED98}" dt="2026-05-23T02:48:30.936" v="699"/>
          <ac:spMkLst>
            <pc:docMk/>
            <pc:sldMk cId="2923256187" sldId="297"/>
            <ac:spMk id="55" creationId="{CDBBFB33-1377-75DB-134B-3CB93A1DC1B0}"/>
          </ac:spMkLst>
        </pc:spChg>
        <pc:spChg chg="mod">
          <ac:chgData name="克利 寳迫" userId="d1807dd80cee582b" providerId="LiveId" clId="{F79782EE-D85D-46E2-B3E9-FAE15D6BED98}" dt="2026-05-23T03:34:59.214" v="1042" actId="14100"/>
          <ac:spMkLst>
            <pc:docMk/>
            <pc:sldMk cId="2923256187" sldId="297"/>
            <ac:spMk id="58" creationId="{CCEBBDA7-223C-B9E4-BE86-D03E96C12D68}"/>
          </ac:spMkLst>
        </pc:spChg>
        <pc:spChg chg="add mod ord">
          <ac:chgData name="克利 寳迫" userId="d1807dd80cee582b" providerId="LiveId" clId="{F79782EE-D85D-46E2-B3E9-FAE15D6BED98}" dt="2026-05-23T03:11:25.937" v="938" actId="14100"/>
          <ac:spMkLst>
            <pc:docMk/>
            <pc:sldMk cId="2923256187" sldId="297"/>
            <ac:spMk id="64" creationId="{4ECCAEBB-7189-B415-8F1B-E616F66EA497}"/>
          </ac:spMkLst>
        </pc:spChg>
        <pc:spChg chg="add mod">
          <ac:chgData name="克利 寳迫" userId="d1807dd80cee582b" providerId="LiveId" clId="{F79782EE-D85D-46E2-B3E9-FAE15D6BED98}" dt="2026-05-24T04:31:56.446" v="1332" actId="1076"/>
          <ac:spMkLst>
            <pc:docMk/>
            <pc:sldMk cId="2923256187" sldId="297"/>
            <ac:spMk id="66" creationId="{CA56102D-3911-F7E7-D805-B8E9EB8189BD}"/>
          </ac:spMkLst>
        </pc:spChg>
        <pc:spChg chg="add mod">
          <ac:chgData name="克利 寳迫" userId="d1807dd80cee582b" providerId="LiveId" clId="{F79782EE-D85D-46E2-B3E9-FAE15D6BED98}" dt="2026-05-24T04:31:40.842" v="1328" actId="1076"/>
          <ac:spMkLst>
            <pc:docMk/>
            <pc:sldMk cId="2923256187" sldId="297"/>
            <ac:spMk id="74" creationId="{D9364643-BA69-EB25-22E5-FDA6AC1BAE62}"/>
          </ac:spMkLst>
        </pc:spChg>
        <pc:spChg chg="add mod">
          <ac:chgData name="克利 寳迫" userId="d1807dd80cee582b" providerId="LiveId" clId="{F79782EE-D85D-46E2-B3E9-FAE15D6BED98}" dt="2026-05-24T04:31:38.710" v="1327" actId="1076"/>
          <ac:spMkLst>
            <pc:docMk/>
            <pc:sldMk cId="2923256187" sldId="297"/>
            <ac:spMk id="76" creationId="{B81E814E-7B5D-0482-19D9-CB14E8176879}"/>
          </ac:spMkLst>
        </pc:spChg>
        <pc:spChg chg="add mod">
          <ac:chgData name="克利 寳迫" userId="d1807dd80cee582b" providerId="LiveId" clId="{F79782EE-D85D-46E2-B3E9-FAE15D6BED98}" dt="2026-05-23T07:57:48.630" v="1231" actId="164"/>
          <ac:spMkLst>
            <pc:docMk/>
            <pc:sldMk cId="2923256187" sldId="297"/>
            <ac:spMk id="83" creationId="{9BAC9C93-9BE3-602B-8993-78A2BCAAB4F6}"/>
          </ac:spMkLst>
        </pc:spChg>
        <pc:grpChg chg="mod">
          <ac:chgData name="克利 寳迫" userId="d1807dd80cee582b" providerId="LiveId" clId="{F79782EE-D85D-46E2-B3E9-FAE15D6BED98}" dt="2026-05-23T02:58:20.971" v="750" actId="164"/>
          <ac:grpSpMkLst>
            <pc:docMk/>
            <pc:sldMk cId="2923256187" sldId="297"/>
            <ac:grpSpMk id="6" creationId="{5D1EF9C4-CF2A-15F9-0E81-84DE2C6E8F97}"/>
          </ac:grpSpMkLst>
        </pc:grpChg>
        <pc:grpChg chg="add mod">
          <ac:chgData name="克利 寳迫" userId="d1807dd80cee582b" providerId="LiveId" clId="{F79782EE-D85D-46E2-B3E9-FAE15D6BED98}" dt="2026-05-23T03:07:52.341" v="936" actId="164"/>
          <ac:grpSpMkLst>
            <pc:docMk/>
            <pc:sldMk cId="2923256187" sldId="297"/>
            <ac:grpSpMk id="65" creationId="{B15A4969-ED47-D8DF-5CAC-2B0B5FF499F8}"/>
          </ac:grpSpMkLst>
        </pc:grpChg>
        <pc:grpChg chg="add mod">
          <ac:chgData name="克利 寳迫" userId="d1807dd80cee582b" providerId="LiveId" clId="{F79782EE-D85D-46E2-B3E9-FAE15D6BED98}" dt="2026-05-23T07:57:48.630" v="1231" actId="164"/>
          <ac:grpSpMkLst>
            <pc:docMk/>
            <pc:sldMk cId="2923256187" sldId="297"/>
            <ac:grpSpMk id="82" creationId="{5DEEF5B9-2DC1-E114-CD68-6B83B1D0C2EB}"/>
          </ac:grpSpMkLst>
        </pc:grpChg>
        <pc:grpChg chg="add mod">
          <ac:chgData name="克利 寳迫" userId="d1807dd80cee582b" providerId="LiveId" clId="{F79782EE-D85D-46E2-B3E9-FAE15D6BED98}" dt="2026-05-23T07:57:48.630" v="1231" actId="164"/>
          <ac:grpSpMkLst>
            <pc:docMk/>
            <pc:sldMk cId="2923256187" sldId="297"/>
            <ac:grpSpMk id="85" creationId="{298AB442-4273-6DE6-B47F-5159757D4C6C}"/>
          </ac:grpSpMkLst>
        </pc:grpChg>
        <pc:cxnChg chg="del">
          <ac:chgData name="克利 寳迫" userId="d1807dd80cee582b" providerId="LiveId" clId="{F79782EE-D85D-46E2-B3E9-FAE15D6BED98}" dt="2026-05-23T03:31:50.737" v="970" actId="478"/>
          <ac:cxnSpMkLst>
            <pc:docMk/>
            <pc:sldMk cId="2923256187" sldId="297"/>
            <ac:cxnSpMk id="13" creationId="{FA417E72-709E-6000-904F-D2366B12E5E0}"/>
          </ac:cxnSpMkLst>
        </pc:cxnChg>
        <pc:cxnChg chg="mod">
          <ac:chgData name="克利 寳迫" userId="d1807dd80cee582b" providerId="LiveId" clId="{F79782EE-D85D-46E2-B3E9-FAE15D6BED98}" dt="2026-05-23T02:56:33.092" v="702" actId="14100"/>
          <ac:cxnSpMkLst>
            <pc:docMk/>
            <pc:sldMk cId="2923256187" sldId="297"/>
            <ac:cxnSpMk id="23" creationId="{6405F71E-1230-7420-0E8E-C580AD3FF734}"/>
          </ac:cxnSpMkLst>
        </pc:cxnChg>
        <pc:cxnChg chg="del">
          <ac:chgData name="克利 寳迫" userId="d1807dd80cee582b" providerId="LiveId" clId="{F79782EE-D85D-46E2-B3E9-FAE15D6BED98}" dt="2026-05-23T03:31:50.737" v="970" actId="478"/>
          <ac:cxnSpMkLst>
            <pc:docMk/>
            <pc:sldMk cId="2923256187" sldId="297"/>
            <ac:cxnSpMk id="29" creationId="{56D4771F-D7C6-E03C-FCDB-79D86896BAF0}"/>
          </ac:cxnSpMkLst>
        </pc:cxnChg>
        <pc:cxnChg chg="add del mod">
          <ac:chgData name="克利 寳迫" userId="d1807dd80cee582b" providerId="LiveId" clId="{F79782EE-D85D-46E2-B3E9-FAE15D6BED98}" dt="2026-05-23T03:01:35.750" v="814" actId="478"/>
          <ac:cxnSpMkLst>
            <pc:docMk/>
            <pc:sldMk cId="2923256187" sldId="297"/>
            <ac:cxnSpMk id="68" creationId="{C5E520A6-E9F5-7FA6-B2BC-10FAF2B355B4}"/>
          </ac:cxnSpMkLst>
        </pc:cxnChg>
        <pc:cxnChg chg="add del mod">
          <ac:chgData name="克利 寳迫" userId="d1807dd80cee582b" providerId="LiveId" clId="{F79782EE-D85D-46E2-B3E9-FAE15D6BED98}" dt="2026-05-23T03:03:10.993" v="827" actId="478"/>
          <ac:cxnSpMkLst>
            <pc:docMk/>
            <pc:sldMk cId="2923256187" sldId="297"/>
            <ac:cxnSpMk id="70" creationId="{F1FE6E7B-DA78-F695-C095-CB72B022899E}"/>
          </ac:cxnSpMkLst>
        </pc:cxnChg>
        <pc:cxnChg chg="add del mod">
          <ac:chgData name="克利 寳迫" userId="d1807dd80cee582b" providerId="LiveId" clId="{F79782EE-D85D-46E2-B3E9-FAE15D6BED98}" dt="2026-05-23T03:06:34.900" v="926" actId="478"/>
          <ac:cxnSpMkLst>
            <pc:docMk/>
            <pc:sldMk cId="2923256187" sldId="297"/>
            <ac:cxnSpMk id="75" creationId="{A41EBFC0-C7CC-FC94-B42B-C8520E6BC4DC}"/>
          </ac:cxnSpMkLst>
        </pc:cxnChg>
        <pc:cxnChg chg="add del mod">
          <ac:chgData name="克利 寳迫" userId="d1807dd80cee582b" providerId="LiveId" clId="{F79782EE-D85D-46E2-B3E9-FAE15D6BED98}" dt="2026-05-23T03:06:34.900" v="926" actId="478"/>
          <ac:cxnSpMkLst>
            <pc:docMk/>
            <pc:sldMk cId="2923256187" sldId="297"/>
            <ac:cxnSpMk id="77" creationId="{55EE617C-4A1E-3DC1-E84E-43392C189678}"/>
          </ac:cxnSpMkLst>
        </pc:cxnChg>
        <pc:cxnChg chg="add mod">
          <ac:chgData name="克利 寳迫" userId="d1807dd80cee582b" providerId="LiveId" clId="{F79782EE-D85D-46E2-B3E9-FAE15D6BED98}" dt="2026-05-23T07:57:48.630" v="1231" actId="164"/>
          <ac:cxnSpMkLst>
            <pc:docMk/>
            <pc:sldMk cId="2923256187" sldId="297"/>
            <ac:cxnSpMk id="84" creationId="{ECA278EF-F9F3-5186-CF34-3650130A4029}"/>
          </ac:cxnSpMkLst>
        </pc:cxnChg>
      </pc:sldChg>
      <pc:sldChg chg="addSp delSp modSp add mod">
        <pc:chgData name="克利 寳迫" userId="d1807dd80cee582b" providerId="LiveId" clId="{F79782EE-D85D-46E2-B3E9-FAE15D6BED98}" dt="2026-05-24T05:03:06.513" v="1399" actId="478"/>
        <pc:sldMkLst>
          <pc:docMk/>
          <pc:sldMk cId="796311115" sldId="298"/>
        </pc:sldMkLst>
        <pc:spChg chg="del mod topLv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10" creationId="{5CA0BEE5-AB59-0E2D-65CD-13925D4DE993}"/>
          </ac:spMkLst>
        </pc:spChg>
        <pc:spChg chg="del mod topLv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15" creationId="{2452D5C2-FF45-9CB6-EA94-E986D7A39EBA}"/>
          </ac:spMkLst>
        </pc:spChg>
        <pc:spChg chg="mod topLvl">
          <ac:chgData name="克利 寳迫" userId="d1807dd80cee582b" providerId="LiveId" clId="{F79782EE-D85D-46E2-B3E9-FAE15D6BED98}" dt="2026-05-24T04:24:00.770" v="1239" actId="165"/>
          <ac:spMkLst>
            <pc:docMk/>
            <pc:sldMk cId="796311115" sldId="298"/>
            <ac:spMk id="16" creationId="{A4115727-5AF6-F1D0-A29A-9D8EBEBE3199}"/>
          </ac:spMkLst>
        </pc:spChg>
        <pc:spChg chg="del mod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17" creationId="{6881B1A7-DF18-1FCA-78D0-765728859B98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19" creationId="{136D0BE4-68EA-3870-42B4-26FD8174A0D8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22" creationId="{CD96E6A5-BA47-07AB-4F2C-87DACBF69726}"/>
          </ac:spMkLst>
        </pc:spChg>
        <pc:spChg chg="del mod topLvl">
          <ac:chgData name="克利 寳迫" userId="d1807dd80cee582b" providerId="LiveId" clId="{F79782EE-D85D-46E2-B3E9-FAE15D6BED98}" dt="2026-05-24T04:24:28.809" v="1242" actId="478"/>
          <ac:spMkLst>
            <pc:docMk/>
            <pc:sldMk cId="796311115" sldId="298"/>
            <ac:spMk id="26" creationId="{38DAD6C9-0872-9991-DFCF-FEDD315C5A7A}"/>
          </ac:spMkLst>
        </pc:spChg>
        <pc:spChg chg="del">
          <ac:chgData name="克利 寳迫" userId="d1807dd80cee582b" providerId="LiveId" clId="{F79782EE-D85D-46E2-B3E9-FAE15D6BED98}" dt="2026-05-24T04:24:28.809" v="1242" actId="478"/>
          <ac:spMkLst>
            <pc:docMk/>
            <pc:sldMk cId="796311115" sldId="298"/>
            <ac:spMk id="31" creationId="{90B2A4B1-9DFD-CD5B-BE4D-13DB7A087632}"/>
          </ac:spMkLst>
        </pc:spChg>
        <pc:spChg chg="del mod">
          <ac:chgData name="克利 寳迫" userId="d1807dd80cee582b" providerId="LiveId" clId="{F79782EE-D85D-46E2-B3E9-FAE15D6BED98}" dt="2026-05-24T04:24:28.809" v="1242" actId="478"/>
          <ac:spMkLst>
            <pc:docMk/>
            <pc:sldMk cId="796311115" sldId="298"/>
            <ac:spMk id="32" creationId="{A63E2497-8FA8-3FED-F779-FFA150C8CCEE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33" creationId="{F1422F01-CE23-9F4B-958C-3297C0BC9D98}"/>
          </ac:spMkLst>
        </pc:spChg>
        <pc:spChg chg="del mod topLv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36" creationId="{2B77F27C-7226-6113-B161-C2C801FA0A4C}"/>
          </ac:spMkLst>
        </pc:spChg>
        <pc:spChg chg="del mod">
          <ac:chgData name="克利 寳迫" userId="d1807dd80cee582b" providerId="LiveId" clId="{F79782EE-D85D-46E2-B3E9-FAE15D6BED98}" dt="2026-05-24T04:24:28.809" v="1242" actId="478"/>
          <ac:spMkLst>
            <pc:docMk/>
            <pc:sldMk cId="796311115" sldId="298"/>
            <ac:spMk id="37" creationId="{D287E457-34B6-2F2F-E477-FDC51BBDBE65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38" creationId="{0D3A7654-A065-594C-18E4-9336EFBA7106}"/>
          </ac:spMkLst>
        </pc:spChg>
        <pc:spChg chg="mod topLvl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42" creationId="{497BE7B4-5301-A60D-9FE3-2DF2A12D87D6}"/>
          </ac:spMkLst>
        </pc:spChg>
        <pc:spChg chg="del mod">
          <ac:chgData name="克利 寳迫" userId="d1807dd80cee582b" providerId="LiveId" clId="{F79782EE-D85D-46E2-B3E9-FAE15D6BED98}" dt="2026-05-24T05:03:06.513" v="1399" actId="478"/>
          <ac:spMkLst>
            <pc:docMk/>
            <pc:sldMk cId="796311115" sldId="298"/>
            <ac:spMk id="44" creationId="{0F03B6BB-9568-F04F-ECA6-B5B4DA3E359D}"/>
          </ac:spMkLst>
        </pc:spChg>
        <pc:spChg chg="del">
          <ac:chgData name="克利 寳迫" userId="d1807dd80cee582b" providerId="LiveId" clId="{F79782EE-D85D-46E2-B3E9-FAE15D6BED98}" dt="2026-05-24T05:03:06.513" v="1399" actId="478"/>
          <ac:spMkLst>
            <pc:docMk/>
            <pc:sldMk cId="796311115" sldId="298"/>
            <ac:spMk id="46" creationId="{DEC088D3-2078-7E48-0ABF-A46087BFAA72}"/>
          </ac:spMkLst>
        </pc:spChg>
        <pc:spChg chg="del mod topLvl">
          <ac:chgData name="克利 寳迫" userId="d1807dd80cee582b" providerId="LiveId" clId="{F79782EE-D85D-46E2-B3E9-FAE15D6BED98}" dt="2026-05-24T05:03:06.513" v="1399" actId="478"/>
          <ac:spMkLst>
            <pc:docMk/>
            <pc:sldMk cId="796311115" sldId="298"/>
            <ac:spMk id="47" creationId="{7A748431-7401-9AAC-CB1A-2933F4A823A7}"/>
          </ac:spMkLst>
        </pc:spChg>
        <pc:spChg chg="del mod">
          <ac:chgData name="克利 寳迫" userId="d1807dd80cee582b" providerId="LiveId" clId="{F79782EE-D85D-46E2-B3E9-FAE15D6BED98}" dt="2026-05-24T05:03:06.513" v="1399" actId="478"/>
          <ac:spMkLst>
            <pc:docMk/>
            <pc:sldMk cId="796311115" sldId="298"/>
            <ac:spMk id="49" creationId="{05425B27-342E-11E8-D90B-FCF47F684D2C}"/>
          </ac:spMkLst>
        </pc:spChg>
        <pc:spChg chg="mod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0" creationId="{09028C28-0ABB-15A5-D4A5-49C7B449DAF6}"/>
          </ac:spMkLst>
        </pc:spChg>
        <pc:spChg chg="mod topLvl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2" creationId="{95F65569-FE9A-7F79-9640-6A7F0D9D3D34}"/>
          </ac:spMkLst>
        </pc:spChg>
        <pc:spChg chg="mod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3" creationId="{B849B058-FDD3-51FD-0999-B2F079D2CECA}"/>
          </ac:spMkLst>
        </pc:spChg>
        <pc:spChg chg="mod">
          <ac:chgData name="克利 寳迫" userId="d1807dd80cee582b" providerId="LiveId" clId="{F79782EE-D85D-46E2-B3E9-FAE15D6BED98}" dt="2026-05-24T04:25:07.888" v="1247" actId="1076"/>
          <ac:spMkLst>
            <pc:docMk/>
            <pc:sldMk cId="796311115" sldId="298"/>
            <ac:spMk id="54" creationId="{E650095B-B342-B40F-80B7-FAB3427F0661}"/>
          </ac:spMkLst>
        </pc:spChg>
        <pc:spChg chg="mod topLvl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5" creationId="{D7B090D1-3230-0A46-B7E5-5CCD5FFC71FF}"/>
          </ac:spMkLst>
        </pc:spChg>
        <pc:spChg chg="mod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6" creationId="{7D731981-196E-62D1-C642-2D2422EC8312}"/>
          </ac:spMkLst>
        </pc:spChg>
        <pc:spChg chg="mod topLvl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58" creationId="{A80D0485-79ED-F724-83FB-9AA28E494139}"/>
          </ac:spMkLst>
        </pc:spChg>
        <pc:spChg chg="mod">
          <ac:chgData name="克利 寳迫" userId="d1807dd80cee582b" providerId="LiveId" clId="{F79782EE-D85D-46E2-B3E9-FAE15D6BED98}" dt="2026-05-24T04:26:02.889" v="1264" actId="164"/>
          <ac:spMkLst>
            <pc:docMk/>
            <pc:sldMk cId="796311115" sldId="298"/>
            <ac:spMk id="64" creationId="{4D889031-F3E0-0CEE-61BE-9A398FCC8E84}"/>
          </ac:spMkLst>
        </pc:spChg>
        <pc:spChg chg="mod">
          <ac:chgData name="克利 寳迫" userId="d1807dd80cee582b" providerId="LiveId" clId="{F79782EE-D85D-46E2-B3E9-FAE15D6BED98}" dt="2026-05-24T04:32:34.383" v="1334" actId="1076"/>
          <ac:spMkLst>
            <pc:docMk/>
            <pc:sldMk cId="796311115" sldId="298"/>
            <ac:spMk id="66" creationId="{DC76FCB0-7803-9EFC-FCF9-788CDA9A6670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74" creationId="{BF351323-53CA-1A88-8DEC-48FEE9C7B419}"/>
          </ac:spMkLst>
        </pc:spChg>
        <pc:spChg chg="del">
          <ac:chgData name="克利 寳迫" userId="d1807dd80cee582b" providerId="LiveId" clId="{F79782EE-D85D-46E2-B3E9-FAE15D6BED98}" dt="2026-05-24T04:24:15.991" v="1241" actId="478"/>
          <ac:spMkLst>
            <pc:docMk/>
            <pc:sldMk cId="796311115" sldId="298"/>
            <ac:spMk id="76" creationId="{597396E3-D618-4219-225B-1AE10759CB81}"/>
          </ac:spMkLst>
        </pc:spChg>
        <pc:spChg chg="mod topLvl">
          <ac:chgData name="克利 寳迫" userId="d1807dd80cee582b" providerId="LiveId" clId="{F79782EE-D85D-46E2-B3E9-FAE15D6BED98}" dt="2026-05-24T04:25:21.590" v="1260" actId="164"/>
          <ac:spMkLst>
            <pc:docMk/>
            <pc:sldMk cId="796311115" sldId="298"/>
            <ac:spMk id="83" creationId="{3E02D4FE-3CA2-E1A2-78E8-A0C45DD1FBCC}"/>
          </ac:spMkLst>
        </pc:spChg>
        <pc:grpChg chg="mod">
          <ac:chgData name="克利 寳迫" userId="d1807dd80cee582b" providerId="LiveId" clId="{F79782EE-D85D-46E2-B3E9-FAE15D6BED98}" dt="2026-05-24T04:26:02.889" v="1264" actId="164"/>
          <ac:grpSpMkLst>
            <pc:docMk/>
            <pc:sldMk cId="796311115" sldId="298"/>
            <ac:grpSpMk id="2" creationId="{559A5DBB-33A0-F07B-B60F-2F05EEC8707E}"/>
          </ac:grpSpMkLst>
        </pc:grpChg>
        <pc:grpChg chg="add mod">
          <ac:chgData name="克利 寳迫" userId="d1807dd80cee582b" providerId="LiveId" clId="{F79782EE-D85D-46E2-B3E9-FAE15D6BED98}" dt="2026-05-24T05:02:59.113" v="1398" actId="1076"/>
          <ac:grpSpMkLst>
            <pc:docMk/>
            <pc:sldMk cId="796311115" sldId="298"/>
            <ac:grpSpMk id="3" creationId="{ECB3B116-1057-901E-5CEA-64E1016F6942}"/>
          </ac:grpSpMkLst>
        </pc:grpChg>
        <pc:grpChg chg="del">
          <ac:chgData name="克利 寳迫" userId="d1807dd80cee582b" providerId="LiveId" clId="{F79782EE-D85D-46E2-B3E9-FAE15D6BED98}" dt="2026-05-24T04:24:04.283" v="1240" actId="165"/>
          <ac:grpSpMkLst>
            <pc:docMk/>
            <pc:sldMk cId="796311115" sldId="298"/>
            <ac:grpSpMk id="11" creationId="{F021B5B1-2AC5-4EF0-FEA6-A112799E2FAA}"/>
          </ac:grpSpMkLst>
        </pc:grpChg>
        <pc:grpChg chg="del">
          <ac:chgData name="克利 寳迫" userId="d1807dd80cee582b" providerId="LiveId" clId="{F79782EE-D85D-46E2-B3E9-FAE15D6BED98}" dt="2026-05-24T04:24:04.283" v="1240" actId="165"/>
          <ac:grpSpMkLst>
            <pc:docMk/>
            <pc:sldMk cId="796311115" sldId="298"/>
            <ac:grpSpMk id="27" creationId="{30B8625A-88C1-F879-2C6A-6D5B42876441}"/>
          </ac:grpSpMkLst>
        </pc:grp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24" creationId="{358C56CF-4A44-BF1D-978E-89471699ED6F}"/>
          </ac:picMkLst>
        </pc:pic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25" creationId="{01A0742A-2694-6B2E-4C42-0F33CFCC8475}"/>
          </ac:picMkLst>
        </pc:picChg>
        <pc:picChg chg="del mod topLvl">
          <ac:chgData name="克利 寳迫" userId="d1807dd80cee582b" providerId="LiveId" clId="{F79782EE-D85D-46E2-B3E9-FAE15D6BED98}" dt="2026-05-24T04:24:28.809" v="1242" actId="478"/>
          <ac:picMkLst>
            <pc:docMk/>
            <pc:sldMk cId="796311115" sldId="298"/>
            <ac:picMk id="40" creationId="{A5207506-30D9-A4E7-9AE5-AC78374E29AC}"/>
          </ac:picMkLst>
        </pc:picChg>
        <pc:picChg chg="del mod topLvl">
          <ac:chgData name="克利 寳迫" userId="d1807dd80cee582b" providerId="LiveId" clId="{F79782EE-D85D-46E2-B3E9-FAE15D6BED98}" dt="2026-05-24T04:24:28.809" v="1242" actId="478"/>
          <ac:picMkLst>
            <pc:docMk/>
            <pc:sldMk cId="796311115" sldId="298"/>
            <ac:picMk id="41" creationId="{DCE17060-A2D3-5B7A-BA0C-E24AE017FBD6}"/>
          </ac:picMkLst>
        </pc:pic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60" creationId="{C4C1AC11-44FF-4247-C56F-9ED735C92E6E}"/>
          </ac:picMkLst>
        </pc:pic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61" creationId="{66540570-54CB-6B40-3F34-D42BA9DA007D}"/>
          </ac:picMkLst>
        </pc:pic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62" creationId="{8078C9E7-F77C-AE38-E4F5-7AF06F54F655}"/>
          </ac:picMkLst>
        </pc:picChg>
        <pc:picChg chg="mod topLvl">
          <ac:chgData name="克利 寳迫" userId="d1807dd80cee582b" providerId="LiveId" clId="{F79782EE-D85D-46E2-B3E9-FAE15D6BED98}" dt="2026-05-24T04:24:04.283" v="1240" actId="165"/>
          <ac:picMkLst>
            <pc:docMk/>
            <pc:sldMk cId="796311115" sldId="298"/>
            <ac:picMk id="63" creationId="{05449647-A62C-D5E3-4258-1634E8E67739}"/>
          </ac:picMkLst>
        </pc:picChg>
        <pc:cxnChg chg="del">
          <ac:chgData name="克利 寳迫" userId="d1807dd80cee582b" providerId="LiveId" clId="{F79782EE-D85D-46E2-B3E9-FAE15D6BED98}" dt="2026-05-24T05:03:06.513" v="1399" actId="478"/>
          <ac:cxnSpMkLst>
            <pc:docMk/>
            <pc:sldMk cId="796311115" sldId="298"/>
            <ac:cxnSpMk id="45" creationId="{C557E719-11E0-4DE9-6050-97D57754F11A}"/>
          </ac:cxnSpMkLst>
        </pc:cxnChg>
        <pc:cxnChg chg="del">
          <ac:chgData name="克利 寳迫" userId="d1807dd80cee582b" providerId="LiveId" clId="{F79782EE-D85D-46E2-B3E9-FAE15D6BED98}" dt="2026-05-24T05:03:06.513" v="1399" actId="478"/>
          <ac:cxnSpMkLst>
            <pc:docMk/>
            <pc:sldMk cId="796311115" sldId="298"/>
            <ac:cxnSpMk id="48" creationId="{7A96F2BA-9299-5B4F-D2DF-A37FDBE8F38B}"/>
          </ac:cxnSpMkLst>
        </pc:cxnChg>
      </pc:sldChg>
      <pc:sldChg chg="addSp delSp modSp add mod">
        <pc:chgData name="克利 寳迫" userId="d1807dd80cee582b" providerId="LiveId" clId="{F79782EE-D85D-46E2-B3E9-FAE15D6BED98}" dt="2026-05-24T04:32:53.528" v="1336" actId="1076"/>
        <pc:sldMkLst>
          <pc:docMk/>
          <pc:sldMk cId="606903524" sldId="299"/>
        </pc:sldMkLst>
        <pc:spChg chg="add mod">
          <ac:chgData name="克利 寳迫" userId="d1807dd80cee582b" providerId="LiveId" clId="{F79782EE-D85D-46E2-B3E9-FAE15D6BED98}" dt="2026-05-24T04:28:25.611" v="1295" actId="164"/>
          <ac:spMkLst>
            <pc:docMk/>
            <pc:sldMk cId="606903524" sldId="299"/>
            <ac:spMk id="2" creationId="{CF3515AA-999E-3A82-D87B-AFFE796EA1CF}"/>
          </ac:spMkLst>
        </pc:spChg>
        <pc:spChg chg="de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10" creationId="{4C1579B6-6B5E-8311-3834-1C40EA33C867}"/>
          </ac:spMkLst>
        </pc:spChg>
        <pc:spChg chg="del mod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15" creationId="{766238BD-946C-07C1-3256-89390DE45AC8}"/>
          </ac:spMkLst>
        </pc:spChg>
        <pc:spChg chg="de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16" creationId="{C578C81E-9A00-CF1D-8742-ADC261027191}"/>
          </ac:spMkLst>
        </pc:spChg>
        <pc:spChg chg="de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17" creationId="{8950EAA2-822E-BBC1-42D4-76800E816A71}"/>
          </ac:spMkLst>
        </pc:spChg>
        <pc:spChg chg="del mod topLv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19" creationId="{41180732-FDC5-C7C8-787D-1F052060DDFC}"/>
          </ac:spMkLst>
        </pc:spChg>
        <pc:spChg chg="del mod topLv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20" creationId="{0BF906C4-F6D6-E8FF-5DDC-B7B68C37155C}"/>
          </ac:spMkLst>
        </pc:spChg>
        <pc:spChg chg="del mod topLvl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22" creationId="{581C0353-E244-C1B5-A065-B989BFB3FE50}"/>
          </ac:spMkLst>
        </pc:spChg>
        <pc:spChg chg="mod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26" creationId="{F8560C80-183B-D5EC-B639-6411952E31D5}"/>
          </ac:spMkLst>
        </pc:spChg>
        <pc:spChg chg="mod topLvl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1" creationId="{2A0F9248-F007-3E9D-88E2-02B91A726ECB}"/>
          </ac:spMkLst>
        </pc:spChg>
        <pc:spChg chg="mod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2" creationId="{27C68EA5-8338-7D73-8377-2595DA7B9E65}"/>
          </ac:spMkLst>
        </pc:spChg>
        <pc:spChg chg="mod topLvl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3" creationId="{328BDAEF-C1C6-0279-78E3-D21C10732B6C}"/>
          </ac:spMkLst>
        </pc:spChg>
        <pc:spChg chg="mod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6" creationId="{2013726C-A497-7F1A-395D-ECB50A15D75A}"/>
          </ac:spMkLst>
        </pc:spChg>
        <pc:spChg chg="mod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7" creationId="{02FF5A03-5D97-AE8D-90C1-4DD0D6A44D32}"/>
          </ac:spMkLst>
        </pc:spChg>
        <pc:spChg chg="mod">
          <ac:chgData name="克利 寳迫" userId="d1807dd80cee582b" providerId="LiveId" clId="{F79782EE-D85D-46E2-B3E9-FAE15D6BED98}" dt="2026-05-24T04:27:56.227" v="1288" actId="164"/>
          <ac:spMkLst>
            <pc:docMk/>
            <pc:sldMk cId="606903524" sldId="299"/>
            <ac:spMk id="38" creationId="{E28CCCB3-53C4-9EB5-DC75-1D9C2599CC4B}"/>
          </ac:spMkLst>
        </pc:spChg>
        <pc:spChg chg="del mod topLv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46" creationId="{EF482959-55BF-AB55-29AC-9528610DBF35}"/>
          </ac:spMkLst>
        </pc:spChg>
        <pc:spChg chg="del mod topLv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47" creationId="{84DEEF56-BA0F-1719-777F-E2C55D9FB51D}"/>
          </ac:spMkLst>
        </pc:spChg>
        <pc:spChg chg="del mod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0" creationId="{28D10852-591F-6AE8-C6DC-92EAE6948631}"/>
          </ac:spMkLst>
        </pc:spChg>
        <pc:spChg chg="de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2" creationId="{D5438AF5-2F78-D4E6-9A69-C8F6F1CB424C}"/>
          </ac:spMkLst>
        </pc:spChg>
        <pc:spChg chg="del mod topLv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3" creationId="{A0FB857B-1B22-2895-B7AE-0DBFE89161D5}"/>
          </ac:spMkLst>
        </pc:spChg>
        <pc:spChg chg="mod">
          <ac:chgData name="克利 寳迫" userId="d1807dd80cee582b" providerId="LiveId" clId="{F79782EE-D85D-46E2-B3E9-FAE15D6BED98}" dt="2026-05-24T04:26:52.112" v="1268" actId="165"/>
          <ac:spMkLst>
            <pc:docMk/>
            <pc:sldMk cId="606903524" sldId="299"/>
            <ac:spMk id="54" creationId="{8C7D29EE-E8B6-ECD3-D93F-AA99D887FE42}"/>
          </ac:spMkLst>
        </pc:spChg>
        <pc:spChg chg="del mod topLv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5" creationId="{2B15408E-232C-3B1C-052D-8E2D14F73C16}"/>
          </ac:spMkLst>
        </pc:spChg>
        <pc:spChg chg="de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6" creationId="{B07FFD26-EDA5-39BC-8ED4-2A458FE0B281}"/>
          </ac:spMkLst>
        </pc:spChg>
        <pc:spChg chg="del mod topLv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58" creationId="{30F7AD6B-5581-D111-2B02-F9F8ABAA49C1}"/>
          </ac:spMkLst>
        </pc:spChg>
        <pc:spChg chg="add del mod ord">
          <ac:chgData name="克利 寳迫" userId="d1807dd80cee582b" providerId="LiveId" clId="{F79782EE-D85D-46E2-B3E9-FAE15D6BED98}" dt="2026-05-24T04:28:06.819" v="1291" actId="478"/>
          <ac:spMkLst>
            <pc:docMk/>
            <pc:sldMk cId="606903524" sldId="299"/>
            <ac:spMk id="64" creationId="{9E80C8E4-0F0B-5510-C69A-BF3AA8442D30}"/>
          </ac:spMkLst>
        </pc:spChg>
        <pc:spChg chg="de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66" creationId="{C9CEF629-54BC-F4C7-E931-4FFE1B077FC5}"/>
          </ac:spMkLst>
        </pc:spChg>
        <pc:spChg chg="mod topLvl">
          <ac:chgData name="克利 寳迫" userId="d1807dd80cee582b" providerId="LiveId" clId="{F79782EE-D85D-46E2-B3E9-FAE15D6BED98}" dt="2026-05-24T04:32:53.528" v="1336" actId="1076"/>
          <ac:spMkLst>
            <pc:docMk/>
            <pc:sldMk cId="606903524" sldId="299"/>
            <ac:spMk id="74" creationId="{008E6139-6A77-4EB5-7E3E-8AE92BFAF450}"/>
          </ac:spMkLst>
        </pc:spChg>
        <pc:spChg chg="del mod">
          <ac:chgData name="克利 寳迫" userId="d1807dd80cee582b" providerId="LiveId" clId="{F79782EE-D85D-46E2-B3E9-FAE15D6BED98}" dt="2026-05-24T04:27:06.449" v="1273" actId="478"/>
          <ac:spMkLst>
            <pc:docMk/>
            <pc:sldMk cId="606903524" sldId="299"/>
            <ac:spMk id="76" creationId="{912E7739-7F0D-3770-DC34-634EB2D8A38B}"/>
          </ac:spMkLst>
        </pc:spChg>
        <pc:spChg chg="del">
          <ac:chgData name="克利 寳迫" userId="d1807dd80cee582b" providerId="LiveId" clId="{F79782EE-D85D-46E2-B3E9-FAE15D6BED98}" dt="2026-05-24T04:27:08.707" v="1274" actId="478"/>
          <ac:spMkLst>
            <pc:docMk/>
            <pc:sldMk cId="606903524" sldId="299"/>
            <ac:spMk id="83" creationId="{2133AB7B-C5D6-5486-E889-6C66864B1918}"/>
          </ac:spMkLst>
        </pc:spChg>
        <pc:grpChg chg="ord">
          <ac:chgData name="克利 寳迫" userId="d1807dd80cee582b" providerId="LiveId" clId="{F79782EE-D85D-46E2-B3E9-FAE15D6BED98}" dt="2026-05-24T04:27:36.586" v="1281" actId="166"/>
          <ac:grpSpMkLst>
            <pc:docMk/>
            <pc:sldMk cId="606903524" sldId="299"/>
            <ac:grpSpMk id="3" creationId="{F26B5D91-8DC8-F892-17FF-CD41AE045581}"/>
          </ac:grpSpMkLst>
        </pc:grpChg>
        <pc:grpChg chg="mod ord">
          <ac:chgData name="克利 寳迫" userId="d1807dd80cee582b" providerId="LiveId" clId="{F79782EE-D85D-46E2-B3E9-FAE15D6BED98}" dt="2026-05-24T04:28:25.611" v="1295" actId="164"/>
          <ac:grpSpMkLst>
            <pc:docMk/>
            <pc:sldMk cId="606903524" sldId="299"/>
            <ac:grpSpMk id="4" creationId="{CDBC656B-B7A3-C664-9366-6F7CD2C43F6F}"/>
          </ac:grpSpMkLst>
        </pc:grpChg>
        <pc:grpChg chg="add mod">
          <ac:chgData name="克利 寳迫" userId="d1807dd80cee582b" providerId="LiveId" clId="{F79782EE-D85D-46E2-B3E9-FAE15D6BED98}" dt="2026-05-24T04:28:25.611" v="1295" actId="164"/>
          <ac:grpSpMkLst>
            <pc:docMk/>
            <pc:sldMk cId="606903524" sldId="299"/>
            <ac:grpSpMk id="5" creationId="{44EFE87B-04F7-9C07-B860-4752E257218E}"/>
          </ac:grpSpMkLst>
        </pc:grpChg>
        <pc:grpChg chg="del">
          <ac:chgData name="克利 寳迫" userId="d1807dd80cee582b" providerId="LiveId" clId="{F79782EE-D85D-46E2-B3E9-FAE15D6BED98}" dt="2026-05-24T04:27:00.461" v="1272" actId="165"/>
          <ac:grpSpMkLst>
            <pc:docMk/>
            <pc:sldMk cId="606903524" sldId="299"/>
            <ac:grpSpMk id="11" creationId="{E9196AE8-9AD4-EFC6-0D99-3CBE353059ED}"/>
          </ac:grpSpMkLst>
        </pc:grpChg>
        <pc:grpChg chg="del">
          <ac:chgData name="克利 寳迫" userId="d1807dd80cee582b" providerId="LiveId" clId="{F79782EE-D85D-46E2-B3E9-FAE15D6BED98}" dt="2026-05-24T04:27:00.461" v="1272" actId="165"/>
          <ac:grpSpMkLst>
            <pc:docMk/>
            <pc:sldMk cId="606903524" sldId="299"/>
            <ac:grpSpMk id="27" creationId="{050FD2AD-81A5-5977-1EBC-98852B2CD8BB}"/>
          </ac:grpSpMkLst>
        </pc:grpChg>
        <pc:picChg chg="del mod topLvl">
          <ac:chgData name="克利 寳迫" userId="d1807dd80cee582b" providerId="LiveId" clId="{F79782EE-D85D-46E2-B3E9-FAE15D6BED98}" dt="2026-05-24T04:27:06.449" v="1273" actId="478"/>
          <ac:picMkLst>
            <pc:docMk/>
            <pc:sldMk cId="606903524" sldId="299"/>
            <ac:picMk id="24" creationId="{CAEEBA87-D877-3C1C-E6A9-6DE90AE9ED3B}"/>
          </ac:picMkLst>
        </pc:picChg>
        <pc:picChg chg="del mod topLvl">
          <ac:chgData name="克利 寳迫" userId="d1807dd80cee582b" providerId="LiveId" clId="{F79782EE-D85D-46E2-B3E9-FAE15D6BED98}" dt="2026-05-24T04:27:06.449" v="1273" actId="478"/>
          <ac:picMkLst>
            <pc:docMk/>
            <pc:sldMk cId="606903524" sldId="299"/>
            <ac:picMk id="25" creationId="{FCC573FB-5FC5-7EFB-B38F-5D28FE377BB5}"/>
          </ac:picMkLst>
        </pc:picChg>
        <pc:picChg chg="mod topLvl">
          <ac:chgData name="克利 寳迫" userId="d1807dd80cee582b" providerId="LiveId" clId="{F79782EE-D85D-46E2-B3E9-FAE15D6BED98}" dt="2026-05-24T04:27:56.227" v="1288" actId="164"/>
          <ac:picMkLst>
            <pc:docMk/>
            <pc:sldMk cId="606903524" sldId="299"/>
            <ac:picMk id="40" creationId="{C00DB0BB-94F0-B50E-DF86-0FA69CB13CE1}"/>
          </ac:picMkLst>
        </pc:picChg>
        <pc:picChg chg="mod topLvl">
          <ac:chgData name="克利 寳迫" userId="d1807dd80cee582b" providerId="LiveId" clId="{F79782EE-D85D-46E2-B3E9-FAE15D6BED98}" dt="2026-05-24T04:27:56.227" v="1288" actId="164"/>
          <ac:picMkLst>
            <pc:docMk/>
            <pc:sldMk cId="606903524" sldId="299"/>
            <ac:picMk id="41" creationId="{0280DEC2-E0FE-9A45-DB4D-D2EBBDBABE82}"/>
          </ac:picMkLst>
        </pc:picChg>
        <pc:picChg chg="mod topLvl">
          <ac:chgData name="克利 寳迫" userId="d1807dd80cee582b" providerId="LiveId" clId="{F79782EE-D85D-46E2-B3E9-FAE15D6BED98}" dt="2026-05-24T04:27:00.461" v="1272" actId="165"/>
          <ac:picMkLst>
            <pc:docMk/>
            <pc:sldMk cId="606903524" sldId="299"/>
            <ac:picMk id="60" creationId="{13FA62E0-098E-880A-99AD-9EEA92B81075}"/>
          </ac:picMkLst>
        </pc:picChg>
        <pc:picChg chg="mod topLvl">
          <ac:chgData name="克利 寳迫" userId="d1807dd80cee582b" providerId="LiveId" clId="{F79782EE-D85D-46E2-B3E9-FAE15D6BED98}" dt="2026-05-24T04:27:00.461" v="1272" actId="165"/>
          <ac:picMkLst>
            <pc:docMk/>
            <pc:sldMk cId="606903524" sldId="299"/>
            <ac:picMk id="61" creationId="{310B2372-99D0-CF7C-FB41-71DF37C81FE8}"/>
          </ac:picMkLst>
        </pc:picChg>
        <pc:picChg chg="mod topLvl">
          <ac:chgData name="克利 寳迫" userId="d1807dd80cee582b" providerId="LiveId" clId="{F79782EE-D85D-46E2-B3E9-FAE15D6BED98}" dt="2026-05-24T04:27:00.461" v="1272" actId="165"/>
          <ac:picMkLst>
            <pc:docMk/>
            <pc:sldMk cId="606903524" sldId="299"/>
            <ac:picMk id="62" creationId="{C9D3A670-0427-EF2E-676B-1F9F3C65C1EA}"/>
          </ac:picMkLst>
        </pc:picChg>
        <pc:picChg chg="mod topLvl">
          <ac:chgData name="克利 寳迫" userId="d1807dd80cee582b" providerId="LiveId" clId="{F79782EE-D85D-46E2-B3E9-FAE15D6BED98}" dt="2026-05-24T04:27:00.461" v="1272" actId="165"/>
          <ac:picMkLst>
            <pc:docMk/>
            <pc:sldMk cId="606903524" sldId="299"/>
            <ac:picMk id="63" creationId="{E8914E13-6FDD-F509-4A72-BE8864387D28}"/>
          </ac:picMkLst>
        </pc:picChg>
      </pc:sldChg>
      <pc:sldChg chg="addSp delSp modSp add mod">
        <pc:chgData name="克利 寳迫" userId="d1807dd80cee582b" providerId="LiveId" clId="{F79782EE-D85D-46E2-B3E9-FAE15D6BED98}" dt="2026-05-24T04:35:35.496" v="1397" actId="1076"/>
        <pc:sldMkLst>
          <pc:docMk/>
          <pc:sldMk cId="1167059274" sldId="300"/>
        </pc:sldMkLst>
        <pc:spChg chg="add mod or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2" creationId="{D5B10158-A786-010F-E42C-E43E721947A6}"/>
          </ac:spMkLst>
        </pc:spChg>
        <pc:spChg chg="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0" creationId="{AE1ED7B8-3073-FD26-CEC4-6C03BC42E004}"/>
          </ac:spMkLst>
        </pc:spChg>
        <pc:spChg chg="add 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3" creationId="{825D9585-ED2E-F3B5-FD9B-B690FD7CF495}"/>
          </ac:spMkLst>
        </pc:spChg>
        <pc:spChg chg="mod or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5" creationId="{BC799F20-0E0B-BBA9-5CDA-7BD027973BD2}"/>
          </ac:spMkLst>
        </pc:spChg>
        <pc:spChg chg="mod or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6" creationId="{A7E33F69-707B-0DA7-3DF3-BE7FD352E4E0}"/>
          </ac:spMkLst>
        </pc:spChg>
        <pc:spChg chg="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7" creationId="{23980047-E38E-6B5C-5A39-CAEB17745CBA}"/>
          </ac:spMkLst>
        </pc:spChg>
        <pc:spChg chg="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19" creationId="{19CC2F8C-3584-BF37-6794-0BC0968B9F29}"/>
          </ac:spMkLst>
        </pc:spChg>
        <pc:spChg chg="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20" creationId="{65674060-9565-7DC5-8974-3EB12761B402}"/>
          </ac:spMkLst>
        </pc:spChg>
        <pc:spChg chg="mod or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22" creationId="{4E6C94A4-10F1-1913-D7D0-3F45F5964142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26" creationId="{C7282C5D-E252-80C2-921D-FBC71188D2B2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33" creationId="{6746D81F-B950-0626-6B9D-3C44BE0B63B7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36" creationId="{205EF192-3890-019A-2166-831060228634}"/>
          </ac:spMkLst>
        </pc:spChg>
        <pc:spChg chg="de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47" creationId="{8A5B4804-52AF-493D-7E8B-69E604E9FE32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53" creationId="{D775AC93-A073-1173-749B-1E44D2429475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54" creationId="{A344AFB4-4300-355C-73A0-D6723F63FC51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55" creationId="{418D73F8-1C53-1D3A-0044-A0780F82602D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58" creationId="{C243640A-F1C7-65E6-2E63-35C471626E51}"/>
          </ac:spMkLst>
        </pc:spChg>
        <pc:spChg chg="del mod">
          <ac:chgData name="克利 寳迫" userId="d1807dd80cee582b" providerId="LiveId" clId="{F79782EE-D85D-46E2-B3E9-FAE15D6BED98}" dt="2026-05-24T04:29:41.845" v="1309" actId="478"/>
          <ac:spMkLst>
            <pc:docMk/>
            <pc:sldMk cId="1167059274" sldId="300"/>
            <ac:spMk id="64" creationId="{198A4130-A79A-5BAB-5673-552B259ABBA2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66" creationId="{DE535436-7DE9-27C8-8C42-F2B9A2B0BC67}"/>
          </ac:spMkLst>
        </pc:spChg>
        <pc:spChg chg="mod topLvl">
          <ac:chgData name="克利 寳迫" userId="d1807dd80cee582b" providerId="LiveId" clId="{F79782EE-D85D-46E2-B3E9-FAE15D6BED98}" dt="2026-05-24T04:35:22.568" v="1396" actId="164"/>
          <ac:spMkLst>
            <pc:docMk/>
            <pc:sldMk cId="1167059274" sldId="300"/>
            <ac:spMk id="76" creationId="{F9FA87F4-A8B9-67F2-3E7C-0A80D20ADD44}"/>
          </ac:spMkLst>
        </pc:spChg>
        <pc:spChg chg="del mod topLvl">
          <ac:chgData name="克利 寳迫" userId="d1807dd80cee582b" providerId="LiveId" clId="{F79782EE-D85D-46E2-B3E9-FAE15D6BED98}" dt="2026-05-24T04:29:07.657" v="1304" actId="478"/>
          <ac:spMkLst>
            <pc:docMk/>
            <pc:sldMk cId="1167059274" sldId="300"/>
            <ac:spMk id="83" creationId="{883295B3-FB22-1E6E-93FA-8736CF0BE65B}"/>
          </ac:spMkLst>
        </pc:spChg>
        <pc:grpChg chg="mod">
          <ac:chgData name="克利 寳迫" userId="d1807dd80cee582b" providerId="LiveId" clId="{F79782EE-D85D-46E2-B3E9-FAE15D6BED98}" dt="2026-05-24T04:30:27.749" v="1314" actId="164"/>
          <ac:grpSpMkLst>
            <pc:docMk/>
            <pc:sldMk cId="1167059274" sldId="300"/>
            <ac:grpSpMk id="3" creationId="{FD2CA5BC-F41C-550D-55D5-22D99ADA0026}"/>
          </ac:grpSpMkLst>
        </pc:grpChg>
        <pc:grpChg chg="add mod">
          <ac:chgData name="克利 寳迫" userId="d1807dd80cee582b" providerId="LiveId" clId="{F79782EE-D85D-46E2-B3E9-FAE15D6BED98}" dt="2026-05-24T04:34:26.906" v="1383" actId="164"/>
          <ac:grpSpMkLst>
            <pc:docMk/>
            <pc:sldMk cId="1167059274" sldId="300"/>
            <ac:grpSpMk id="4" creationId="{41892979-A081-4924-6736-F4C75B02CB59}"/>
          </ac:grpSpMkLst>
        </pc:grpChg>
        <pc:grpChg chg="add mod">
          <ac:chgData name="克利 寳迫" userId="d1807dd80cee582b" providerId="LiveId" clId="{F79782EE-D85D-46E2-B3E9-FAE15D6BED98}" dt="2026-05-24T04:34:26.906" v="1383" actId="164"/>
          <ac:grpSpMkLst>
            <pc:docMk/>
            <pc:sldMk cId="1167059274" sldId="300"/>
            <ac:grpSpMk id="14" creationId="{08D313C9-92C0-2763-AD23-7AA47799433A}"/>
          </ac:grpSpMkLst>
        </pc:grpChg>
        <pc:grpChg chg="del">
          <ac:chgData name="克利 寳迫" userId="d1807dd80cee582b" providerId="LiveId" clId="{F79782EE-D85D-46E2-B3E9-FAE15D6BED98}" dt="2026-05-24T04:29:00.930" v="1303" actId="165"/>
          <ac:grpSpMkLst>
            <pc:docMk/>
            <pc:sldMk cId="1167059274" sldId="300"/>
            <ac:grpSpMk id="27" creationId="{73B7819E-B5B7-8567-14E1-C01AA9AA5608}"/>
          </ac:grpSpMkLst>
        </pc:grpChg>
        <pc:grpChg chg="del">
          <ac:chgData name="克利 寳迫" userId="d1807dd80cee582b" providerId="LiveId" clId="{F79782EE-D85D-46E2-B3E9-FAE15D6BED98}" dt="2026-05-24T04:29:00.930" v="1303" actId="165"/>
          <ac:grpSpMkLst>
            <pc:docMk/>
            <pc:sldMk cId="1167059274" sldId="300"/>
            <ac:grpSpMk id="43" creationId="{0FC3DAE7-B9B1-B91F-1367-C96EEDC2B08C}"/>
          </ac:grpSpMkLst>
        </pc:grpChg>
        <pc:grpChg chg="mod">
          <ac:chgData name="克利 寳迫" userId="d1807dd80cee582b" providerId="LiveId" clId="{F79782EE-D85D-46E2-B3E9-FAE15D6BED98}" dt="2026-05-24T04:35:35.496" v="1397" actId="1076"/>
          <ac:grpSpMkLst>
            <pc:docMk/>
            <pc:sldMk cId="1167059274" sldId="300"/>
            <ac:grpSpMk id="67" creationId="{22544D1C-A6B6-66DA-9592-4187BC6A4A99}"/>
          </ac:grpSpMkLst>
        </pc:grpChg>
        <pc:picChg chg="mod topLvl">
          <ac:chgData name="克利 寳迫" userId="d1807dd80cee582b" providerId="LiveId" clId="{F79782EE-D85D-46E2-B3E9-FAE15D6BED98}" dt="2026-05-24T04:34:58.632" v="1391" actId="165"/>
          <ac:picMkLst>
            <pc:docMk/>
            <pc:sldMk cId="1167059274" sldId="300"/>
            <ac:picMk id="24" creationId="{7BD3801C-FD65-F38B-4C0E-B590329771DF}"/>
          </ac:picMkLst>
        </pc:picChg>
        <pc:picChg chg="mod topLvl">
          <ac:chgData name="克利 寳迫" userId="d1807dd80cee582b" providerId="LiveId" clId="{F79782EE-D85D-46E2-B3E9-FAE15D6BED98}" dt="2026-05-24T04:34:58.632" v="1391" actId="165"/>
          <ac:picMkLst>
            <pc:docMk/>
            <pc:sldMk cId="1167059274" sldId="300"/>
            <ac:picMk id="25" creationId="{DC38FD48-6182-AA4C-71D5-279A09764875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40" creationId="{ABF831F6-5902-0B5A-F5CA-C33FCAE5A1B1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41" creationId="{CE5A60B9-44E5-18FB-2BDF-512510F537C7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60" creationId="{7898C04B-B2E8-33C3-FCCD-085FDC8592D1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61" creationId="{9666F72F-8E69-6482-F845-6D6795A6A35C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62" creationId="{1EBC2304-6694-FD6B-CA25-2021747C033A}"/>
          </ac:picMkLst>
        </pc:picChg>
        <pc:picChg chg="mod topLvl">
          <ac:chgData name="克利 寳迫" userId="d1807dd80cee582b" providerId="LiveId" clId="{F79782EE-D85D-46E2-B3E9-FAE15D6BED98}" dt="2026-05-24T04:29:00.930" v="1303" actId="165"/>
          <ac:picMkLst>
            <pc:docMk/>
            <pc:sldMk cId="1167059274" sldId="300"/>
            <ac:picMk id="63" creationId="{70A3C485-BCB4-F2D8-912A-17DAE726A504}"/>
          </ac:picMkLst>
        </pc:picChg>
        <pc:cxnChg chg="add del mod">
          <ac:chgData name="克利 寳迫" userId="d1807dd80cee582b" providerId="LiveId" clId="{F79782EE-D85D-46E2-B3E9-FAE15D6BED98}" dt="2026-05-24T04:31:14.074" v="1326" actId="478"/>
          <ac:cxnSpMkLst>
            <pc:docMk/>
            <pc:sldMk cId="1167059274" sldId="300"/>
            <ac:cxnSpMk id="12" creationId="{FCDE95B7-FC2A-46D6-C0EB-F34BC082A016}"/>
          </ac:cxnSpMkLst>
        </pc:cxnChg>
        <pc:cxnChg chg="del mod ord">
          <ac:chgData name="克利 寳迫" userId="d1807dd80cee582b" providerId="LiveId" clId="{F79782EE-D85D-46E2-B3E9-FAE15D6BED98}" dt="2026-05-24T04:34:42.426" v="1386" actId="478"/>
          <ac:cxnSpMkLst>
            <pc:docMk/>
            <pc:sldMk cId="1167059274" sldId="300"/>
            <ac:cxnSpMk id="23" creationId="{9379D92A-A56D-B0DC-BCBD-A33E221966D7}"/>
          </ac:cxnSpMkLst>
        </pc:cxnChg>
        <pc:cxnChg chg="del">
          <ac:chgData name="克利 寳迫" userId="d1807dd80cee582b" providerId="LiveId" clId="{F79782EE-D85D-46E2-B3E9-FAE15D6BED98}" dt="2026-05-24T04:34:51.099" v="1388" actId="478"/>
          <ac:cxnSpMkLst>
            <pc:docMk/>
            <pc:sldMk cId="1167059274" sldId="300"/>
            <ac:cxnSpMk id="28" creationId="{463EE689-8CEA-8DEE-A71F-3F86B8AAB89D}"/>
          </ac:cxnSpMkLst>
        </pc:cxnChg>
        <pc:cxnChg chg="mod ord">
          <ac:chgData name="克利 寳迫" userId="d1807dd80cee582b" providerId="LiveId" clId="{F79782EE-D85D-46E2-B3E9-FAE15D6BED98}" dt="2026-05-24T04:35:16.637" v="1394" actId="14100"/>
          <ac:cxnSpMkLst>
            <pc:docMk/>
            <pc:sldMk cId="1167059274" sldId="300"/>
            <ac:cxnSpMk id="29" creationId="{7F0B2064-F4DC-AF30-3AA0-0115DD8C3FEB}"/>
          </ac:cxnSpMkLst>
        </pc:cxnChg>
      </pc:sldChg>
      <pc:sldChg chg="add del">
        <pc:chgData name="克利 寳迫" userId="d1807dd80cee582b" providerId="LiveId" clId="{F79782EE-D85D-46E2-B3E9-FAE15D6BED98}" dt="2026-05-24T04:28:29.744" v="1296" actId="47"/>
        <pc:sldMkLst>
          <pc:docMk/>
          <pc:sldMk cId="2330107339" sldId="300"/>
        </pc:sldMkLst>
      </pc:sldChg>
      <pc:sldChg chg="addSp delSp modSp add mod">
        <pc:chgData name="克利 寳迫" userId="d1807dd80cee582b" providerId="LiveId" clId="{F79782EE-D85D-46E2-B3E9-FAE15D6BED98}" dt="2026-05-24T05:06:16.061" v="1424" actId="478"/>
        <pc:sldMkLst>
          <pc:docMk/>
          <pc:sldMk cId="1479944769" sldId="301"/>
        </pc:sldMkLst>
        <pc:spChg chg="mod">
          <ac:chgData name="克利 寳迫" userId="d1807dd80cee582b" providerId="LiveId" clId="{F79782EE-D85D-46E2-B3E9-FAE15D6BED98}" dt="2026-05-24T05:06:07.791" v="1423" actId="14100"/>
          <ac:spMkLst>
            <pc:docMk/>
            <pc:sldMk cId="1479944769" sldId="301"/>
            <ac:spMk id="2" creationId="{44978FC4-8A2B-B984-1752-1037771591AB}"/>
          </ac:spMkLst>
        </pc:spChg>
        <pc:spChg chg="mod">
          <ac:chgData name="克利 寳迫" userId="d1807dd80cee582b" providerId="LiveId" clId="{F79782EE-D85D-46E2-B3E9-FAE15D6BED98}" dt="2026-05-24T05:06:07.791" v="1423" actId="14100"/>
          <ac:spMkLst>
            <pc:docMk/>
            <pc:sldMk cId="1479944769" sldId="301"/>
            <ac:spMk id="10" creationId="{AA479A8C-652D-7829-8FC5-87A518875A02}"/>
          </ac:spMkLst>
        </pc:spChg>
        <pc:spChg chg="mod">
          <ac:chgData name="克利 寳迫" userId="d1807dd80cee582b" providerId="LiveId" clId="{F79782EE-D85D-46E2-B3E9-FAE15D6BED98}" dt="2026-05-24T05:06:01.972" v="1422" actId="14100"/>
          <ac:spMkLst>
            <pc:docMk/>
            <pc:sldMk cId="1479944769" sldId="301"/>
            <ac:spMk id="15" creationId="{F2B816A0-E59C-DB27-C82F-A03214CEC16F}"/>
          </ac:spMkLst>
        </pc:spChg>
        <pc:spChg chg="del">
          <ac:chgData name="克利 寳迫" userId="d1807dd80cee582b" providerId="LiveId" clId="{F79782EE-D85D-46E2-B3E9-FAE15D6BED98}" dt="2026-05-24T05:05:19.498" v="1413" actId="478"/>
          <ac:spMkLst>
            <pc:docMk/>
            <pc:sldMk cId="1479944769" sldId="301"/>
            <ac:spMk id="16" creationId="{C5896D2D-9206-8667-F29B-26E32BB73EDA}"/>
          </ac:spMkLst>
        </pc:spChg>
        <pc:spChg chg="del">
          <ac:chgData name="克利 寳迫" userId="d1807dd80cee582b" providerId="LiveId" clId="{F79782EE-D85D-46E2-B3E9-FAE15D6BED98}" dt="2026-05-24T05:05:22.379" v="1415" actId="478"/>
          <ac:spMkLst>
            <pc:docMk/>
            <pc:sldMk cId="1479944769" sldId="301"/>
            <ac:spMk id="17" creationId="{F5156056-899A-F7C8-40AC-52C504D362BC}"/>
          </ac:spMkLst>
        </pc:spChg>
        <pc:spChg chg="del mod">
          <ac:chgData name="克利 寳迫" userId="d1807dd80cee582b" providerId="LiveId" clId="{F79782EE-D85D-46E2-B3E9-FAE15D6BED98}" dt="2026-05-24T05:05:25.667" v="1417" actId="478"/>
          <ac:spMkLst>
            <pc:docMk/>
            <pc:sldMk cId="1479944769" sldId="301"/>
            <ac:spMk id="19" creationId="{29F91DF8-C804-8E2F-CCCA-E807CBE6F525}"/>
          </ac:spMkLst>
        </pc:spChg>
        <pc:spChg chg="del">
          <ac:chgData name="克利 寳迫" userId="d1807dd80cee582b" providerId="LiveId" clId="{F79782EE-D85D-46E2-B3E9-FAE15D6BED98}" dt="2026-05-24T05:05:45.283" v="1421" actId="478"/>
          <ac:spMkLst>
            <pc:docMk/>
            <pc:sldMk cId="1479944769" sldId="301"/>
            <ac:spMk id="22" creationId="{03802532-B576-B720-EF6B-836EA9ED2013}"/>
          </ac:spMkLst>
        </pc:spChg>
        <pc:spChg chg="del">
          <ac:chgData name="克利 寳迫" userId="d1807dd80cee582b" providerId="LiveId" clId="{F79782EE-D85D-46E2-B3E9-FAE15D6BED98}" dt="2026-05-24T05:06:16.061" v="1424" actId="478"/>
          <ac:spMkLst>
            <pc:docMk/>
            <pc:sldMk cId="1479944769" sldId="301"/>
            <ac:spMk id="76" creationId="{53BBE353-823B-D94D-9F4D-530360443F0A}"/>
          </ac:spMkLst>
        </pc:spChg>
        <pc:picChg chg="add del mod modCrop">
          <ac:chgData name="克利 寳迫" userId="d1807dd80cee582b" providerId="LiveId" clId="{F79782EE-D85D-46E2-B3E9-FAE15D6BED98}" dt="2026-05-24T05:05:17.485" v="1412" actId="1076"/>
          <ac:picMkLst>
            <pc:docMk/>
            <pc:sldMk cId="1479944769" sldId="301"/>
            <ac:picMk id="25" creationId="{A2BD267C-F836-A5EF-D16D-17287F910A52}"/>
          </ac:picMkLst>
        </pc:picChg>
        <pc:cxnChg chg="del">
          <ac:chgData name="克利 寳迫" userId="d1807dd80cee582b" providerId="LiveId" clId="{F79782EE-D85D-46E2-B3E9-FAE15D6BED98}" dt="2026-05-24T05:05:23.716" v="1416" actId="478"/>
          <ac:cxnSpMkLst>
            <pc:docMk/>
            <pc:sldMk cId="1479944769" sldId="301"/>
            <ac:cxnSpMk id="18" creationId="{0172D44A-236F-7148-FE2D-93D2355B0024}"/>
          </ac:cxnSpMkLst>
        </pc:cxnChg>
        <pc:cxnChg chg="del">
          <ac:chgData name="克利 寳迫" userId="d1807dd80cee582b" providerId="LiveId" clId="{F79782EE-D85D-46E2-B3E9-FAE15D6BED98}" dt="2026-05-24T05:05:45.283" v="1421" actId="478"/>
          <ac:cxnSpMkLst>
            <pc:docMk/>
            <pc:sldMk cId="1479944769" sldId="301"/>
            <ac:cxnSpMk id="29" creationId="{44277B43-E798-6EEB-04FA-D44FF85E6FA9}"/>
          </ac:cxnSpMkLst>
        </pc:cxnChg>
      </pc:sldChg>
      <pc:sldChg chg="add del">
        <pc:chgData name="克利 寳迫" userId="d1807dd80cee582b" providerId="LiveId" clId="{F79782EE-D85D-46E2-B3E9-FAE15D6BED98}" dt="2026-05-24T04:29:21.966" v="1306" actId="47"/>
        <pc:sldMkLst>
          <pc:docMk/>
          <pc:sldMk cId="1480778103" sldId="30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-310120" y="-6470172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D9BD2DDE-D380-086C-06B9-971205894338}"/>
              </a:ext>
            </a:extLst>
          </p:cNvPr>
          <p:cNvGrpSpPr/>
          <p:nvPr/>
        </p:nvGrpSpPr>
        <p:grpSpPr>
          <a:xfrm>
            <a:off x="2545557" y="-2378679"/>
            <a:ext cx="7013517" cy="15705559"/>
            <a:chOff x="2545557" y="-2378679"/>
            <a:chExt cx="7013517" cy="15705559"/>
          </a:xfrm>
        </p:grpSpPr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2A3C3AB3-454B-934F-A125-56AD37D3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/>
            <a:stretch>
              <a:fillRect/>
            </a:stretch>
          </p:blipFill>
          <p:spPr>
            <a:xfrm>
              <a:off x="2545557" y="-2378679"/>
              <a:ext cx="7011386" cy="5707604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DCD2B91D-A529-2F05-8253-C6505020D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18033" r="21613"/>
            <a:stretch>
              <a:fillRect/>
            </a:stretch>
          </p:blipFill>
          <p:spPr>
            <a:xfrm>
              <a:off x="2547124" y="2400301"/>
              <a:ext cx="7011407" cy="5371613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6D0EB867-6FF5-8789-5823-B03AD1D7D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878" t="11685" r="21613" b="1"/>
            <a:stretch>
              <a:fillRect/>
            </a:stretch>
          </p:blipFill>
          <p:spPr>
            <a:xfrm>
              <a:off x="2547134" y="5797550"/>
              <a:ext cx="7011402" cy="5787479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56E27F2A-3857-262B-1963-0E0E3AF0F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880" t="18532" r="21612" b="2520"/>
            <a:stretch>
              <a:fillRect/>
            </a:stretch>
          </p:blipFill>
          <p:spPr>
            <a:xfrm>
              <a:off x="2545558" y="8151789"/>
              <a:ext cx="7013516" cy="5175091"/>
            </a:xfrm>
            <a:prstGeom prst="rect">
              <a:avLst/>
            </a:prstGeom>
          </p:spPr>
        </p:pic>
      </p:grp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FC46516C-2A89-C244-695C-196ED88B5DE5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792B71B8-795C-77EC-4ABF-90096F7A6F43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0724F746-4E8F-0AEC-337A-25CBDA099778}"/>
              </a:ext>
            </a:extLst>
          </p:cNvPr>
          <p:cNvCxnSpPr>
            <a:cxnSpLocks/>
          </p:cNvCxnSpPr>
          <p:nvPr/>
        </p:nvCxnSpPr>
        <p:spPr>
          <a:xfrm>
            <a:off x="2072217" y="845598"/>
            <a:ext cx="1027699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762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F16366F-929C-D376-30C1-644989990B50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B6403A0-7A61-03DF-AA4B-A317CB78195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0D2CCB0-3BD7-2E0E-B604-B771EEFDD85A}"/>
              </a:ext>
            </a:extLst>
          </p:cNvPr>
          <p:cNvGrpSpPr/>
          <p:nvPr/>
        </p:nvGrpSpPr>
        <p:grpSpPr>
          <a:xfrm>
            <a:off x="2545555" y="75127"/>
            <a:ext cx="7011395" cy="10194941"/>
            <a:chOff x="2545555" y="75127"/>
            <a:chExt cx="7011395" cy="10194941"/>
          </a:xfrm>
        </p:grpSpPr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EAFAC8EC-3B4C-52C4-651D-8C9963CF7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2904" r="21614"/>
            <a:stretch>
              <a:fillRect/>
            </a:stretch>
          </p:blipFill>
          <p:spPr>
            <a:xfrm>
              <a:off x="2545556" y="75127"/>
              <a:ext cx="7011393" cy="570760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9413DCEF-89E2-15D2-58A1-E670BAA06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20627" r="21613" b="4695"/>
            <a:stretch>
              <a:fillRect/>
            </a:stretch>
          </p:blipFill>
          <p:spPr>
            <a:xfrm>
              <a:off x="2545555" y="5376334"/>
              <a:ext cx="7011395" cy="48937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1273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44D8A9D-2071-5677-D60E-255BCFC34E24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A53AC83-AC3A-7258-E2CF-BA445F272F0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4AC3170-354E-77EE-7F36-3479C3AB7E58}"/>
              </a:ext>
            </a:extLst>
          </p:cNvPr>
          <p:cNvGrpSpPr/>
          <p:nvPr/>
        </p:nvGrpSpPr>
        <p:grpSpPr>
          <a:xfrm>
            <a:off x="2545554" y="-720737"/>
            <a:ext cx="7011398" cy="8095203"/>
            <a:chOff x="2545554" y="-720737"/>
            <a:chExt cx="7011398" cy="8095203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EEBCC856-D25B-CD91-FD2D-168CDEF4A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3670" r="21614"/>
            <a:stretch>
              <a:fillRect/>
            </a:stretch>
          </p:blipFill>
          <p:spPr>
            <a:xfrm>
              <a:off x="2545556" y="-720737"/>
              <a:ext cx="7011396" cy="565741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4CCC063-5CA4-FEF7-E700-68CB68640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81" t="53004" r="21613" b="4876"/>
            <a:stretch>
              <a:fillRect/>
            </a:stretch>
          </p:blipFill>
          <p:spPr>
            <a:xfrm>
              <a:off x="2545554" y="4614333"/>
              <a:ext cx="7011398" cy="27601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83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34AD894-73F6-D0BE-9775-55BC5794939C}"/>
              </a:ext>
            </a:extLst>
          </p:cNvPr>
          <p:cNvGrpSpPr/>
          <p:nvPr/>
        </p:nvGrpSpPr>
        <p:grpSpPr>
          <a:xfrm>
            <a:off x="-1333175" y="-3888427"/>
            <a:ext cx="11210374" cy="15739754"/>
            <a:chOff x="0" y="292551"/>
            <a:chExt cx="11615187" cy="13120379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EFC521-04B3-A544-B2A4-7B412D68067E}"/>
                </a:ext>
              </a:extLst>
            </p:cNvPr>
            <p:cNvSpPr/>
            <p:nvPr/>
          </p:nvSpPr>
          <p:spPr>
            <a:xfrm>
              <a:off x="0" y="292551"/>
              <a:ext cx="11615187" cy="1312037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E6105164-CEE3-8735-000F-E6787D601891}"/>
                </a:ext>
              </a:extLst>
            </p:cNvPr>
            <p:cNvGrpSpPr/>
            <p:nvPr/>
          </p:nvGrpSpPr>
          <p:grpSpPr>
            <a:xfrm>
              <a:off x="1461406" y="852684"/>
              <a:ext cx="8749542" cy="12248694"/>
              <a:chOff x="1461406" y="852684"/>
              <a:chExt cx="10601325" cy="14944725"/>
            </a:xfrm>
          </p:grpSpPr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6386A049-800B-303C-8321-70665D467B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13128" r="4513"/>
              <a:stretch>
                <a:fillRect/>
              </a:stretch>
            </p:blipFill>
            <p:spPr>
              <a:xfrm>
                <a:off x="1461406" y="852684"/>
                <a:ext cx="10544175" cy="7564017"/>
              </a:xfrm>
              <a:prstGeom prst="rect">
                <a:avLst/>
              </a:prstGeom>
            </p:spPr>
          </p:pic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46A3AEA-0088-3F49-C5A2-2D610BACF85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1556656" y="6706749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E415B419-0472-861A-0E05-E2E5FA0C89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1499506" y="10980141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6271005-8921-50A2-0D01-7789575A2374}"/>
                </a:ext>
              </a:extLst>
            </p:cNvPr>
            <p:cNvGrpSpPr/>
            <p:nvPr/>
          </p:nvGrpSpPr>
          <p:grpSpPr>
            <a:xfrm>
              <a:off x="1490601" y="1205473"/>
              <a:ext cx="8519813" cy="11694801"/>
              <a:chOff x="1490601" y="1205472"/>
              <a:chExt cx="8725065" cy="10223473"/>
            </a:xfrm>
          </p:grpSpPr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B945DF4-4807-DD83-FE6D-A22E020EA53E}"/>
                  </a:ext>
                </a:extLst>
              </p:cNvPr>
              <p:cNvSpPr/>
              <p:nvPr/>
            </p:nvSpPr>
            <p:spPr>
              <a:xfrm>
                <a:off x="1490601" y="124318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8DAE86F7-ED40-C142-4AD4-A28F50B75186}"/>
                  </a:ext>
                </a:extLst>
              </p:cNvPr>
              <p:cNvSpPr/>
              <p:nvPr/>
            </p:nvSpPr>
            <p:spPr>
              <a:xfrm>
                <a:off x="1706733" y="2219182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5E61E1C-106C-37E9-C0A1-BBA69266BEAA}"/>
                  </a:ext>
                </a:extLst>
              </p:cNvPr>
              <p:cNvCxnSpPr>
                <a:stCxn id="37" idx="1"/>
                <a:endCxn id="33" idx="3"/>
              </p:cNvCxnSpPr>
              <p:nvPr/>
            </p:nvCxnSpPr>
            <p:spPr>
              <a:xfrm flipH="1">
                <a:off x="4069287" y="141952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B8AB9CC2-1187-A04F-8E08-52F86CC8C888}"/>
                  </a:ext>
                </a:extLst>
              </p:cNvPr>
              <p:cNvSpPr/>
              <p:nvPr/>
            </p:nvSpPr>
            <p:spPr>
              <a:xfrm>
                <a:off x="4694108" y="120547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A124CAFD-D2FD-5BB6-3A36-0F7C7E54BC8B}"/>
                  </a:ext>
                </a:extLst>
              </p:cNvPr>
              <p:cNvSpPr/>
              <p:nvPr/>
            </p:nvSpPr>
            <p:spPr>
              <a:xfrm>
                <a:off x="7331741" y="1579168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4921E6F5-3086-5ACA-48AE-1EE7A949899F}"/>
                  </a:ext>
                </a:extLst>
              </p:cNvPr>
              <p:cNvSpPr/>
              <p:nvPr/>
            </p:nvSpPr>
            <p:spPr>
              <a:xfrm>
                <a:off x="1660048" y="4115497"/>
                <a:ext cx="8555618" cy="731344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1CE8B1A-7AC7-9D1E-10CE-ACA3234A23B3}"/>
                  </a:ext>
                </a:extLst>
              </p:cNvPr>
              <p:cNvSpPr/>
              <p:nvPr/>
            </p:nvSpPr>
            <p:spPr>
              <a:xfrm>
                <a:off x="7577779" y="3433269"/>
                <a:ext cx="116663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3FC586A4-3CD7-A80B-E848-D2A716BB9339}"/>
                </a:ext>
              </a:extLst>
            </p:cNvPr>
            <p:cNvCxnSpPr/>
            <p:nvPr/>
          </p:nvCxnSpPr>
          <p:spPr>
            <a:xfrm>
              <a:off x="7733432" y="2112706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F48CF319-1286-8005-6CDE-1348AEF0F36D}"/>
                </a:ext>
              </a:extLst>
            </p:cNvPr>
            <p:cNvCxnSpPr>
              <a:cxnSpLocks/>
            </p:cNvCxnSpPr>
            <p:nvPr/>
          </p:nvCxnSpPr>
          <p:spPr>
            <a:xfrm>
              <a:off x="7990518" y="4244300"/>
              <a:ext cx="0" cy="29601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6282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095EDD-5C5D-A834-0D34-A6661AAB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2B7ED58-AFA1-B108-CD5C-34BC1147F047}"/>
              </a:ext>
            </a:extLst>
          </p:cNvPr>
          <p:cNvGrpSpPr/>
          <p:nvPr/>
        </p:nvGrpSpPr>
        <p:grpSpPr>
          <a:xfrm>
            <a:off x="242096" y="719291"/>
            <a:ext cx="11210374" cy="5419417"/>
            <a:chOff x="11811001" y="887863"/>
            <a:chExt cx="11615187" cy="4513795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D249010-4E9A-2D04-F4B8-8CE096F3C355}"/>
                </a:ext>
              </a:extLst>
            </p:cNvPr>
            <p:cNvSpPr/>
            <p:nvPr/>
          </p:nvSpPr>
          <p:spPr>
            <a:xfrm>
              <a:off x="11811001" y="887863"/>
              <a:ext cx="11615187" cy="45137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4626DD85-4E90-2876-611E-203F6DF941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3250" t="13128" r="4513" b="35330"/>
            <a:stretch>
              <a:fillRect/>
            </a:stretch>
          </p:blipFill>
          <p:spPr>
            <a:xfrm>
              <a:off x="13272407" y="1447997"/>
              <a:ext cx="8702375" cy="3678184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3334FFE0-FA4A-027C-0828-F9451D07A18D}"/>
                </a:ext>
              </a:extLst>
            </p:cNvPr>
            <p:cNvGrpSpPr/>
            <p:nvPr/>
          </p:nvGrpSpPr>
          <p:grpSpPr>
            <a:xfrm>
              <a:off x="13301604" y="1800786"/>
              <a:ext cx="8519813" cy="3224639"/>
              <a:chOff x="13301602" y="1800784"/>
              <a:chExt cx="8725065" cy="2818946"/>
            </a:xfrm>
          </p:grpSpPr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171B3E84-F70D-AE70-DA10-8B095D730D6E}"/>
                  </a:ext>
                </a:extLst>
              </p:cNvPr>
              <p:cNvSpPr/>
              <p:nvPr/>
            </p:nvSpPr>
            <p:spPr>
              <a:xfrm>
                <a:off x="13301602" y="1838500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F7CB8986-BEB8-670E-1C0E-35E82085BCBE}"/>
                  </a:ext>
                </a:extLst>
              </p:cNvPr>
              <p:cNvSpPr/>
              <p:nvPr/>
            </p:nvSpPr>
            <p:spPr>
              <a:xfrm>
                <a:off x="13517734" y="2814494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238D2688-B3B0-934C-92D7-2C081CB32D3E}"/>
                  </a:ext>
                </a:extLst>
              </p:cNvPr>
              <p:cNvCxnSpPr>
                <a:stCxn id="26" idx="1"/>
                <a:endCxn id="23" idx="3"/>
              </p:cNvCxnSpPr>
              <p:nvPr/>
            </p:nvCxnSpPr>
            <p:spPr>
              <a:xfrm flipH="1">
                <a:off x="15880288" y="2014837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344DB035-65D8-7B29-DEDD-D52A6571BD1E}"/>
                  </a:ext>
                </a:extLst>
              </p:cNvPr>
              <p:cNvSpPr/>
              <p:nvPr/>
            </p:nvSpPr>
            <p:spPr>
              <a:xfrm>
                <a:off x="16505109" y="1800784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5EEB965C-B075-8789-8CE6-76E0050B1B39}"/>
                  </a:ext>
                </a:extLst>
              </p:cNvPr>
              <p:cNvSpPr/>
              <p:nvPr/>
            </p:nvSpPr>
            <p:spPr>
              <a:xfrm>
                <a:off x="19142742" y="2174480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4FC2B18-A5DD-4313-C428-703EFEF74C12}"/>
                </a:ext>
              </a:extLst>
            </p:cNvPr>
            <p:cNvCxnSpPr/>
            <p:nvPr/>
          </p:nvCxnSpPr>
          <p:spPr>
            <a:xfrm>
              <a:off x="19544433" y="2708018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0006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21DFDC-4CC6-F25F-9D8B-8D1ACD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4422385-AB94-0DDF-A3BB-0760260918A5}"/>
              </a:ext>
            </a:extLst>
          </p:cNvPr>
          <p:cNvGrpSpPr/>
          <p:nvPr/>
        </p:nvGrpSpPr>
        <p:grpSpPr>
          <a:xfrm>
            <a:off x="490812" y="348343"/>
            <a:ext cx="11210375" cy="11520070"/>
            <a:chOff x="22563427" y="-630912"/>
            <a:chExt cx="11615187" cy="9631047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59965BE-6F31-3694-FEC6-95C7C9701470}"/>
                </a:ext>
              </a:extLst>
            </p:cNvPr>
            <p:cNvSpPr/>
            <p:nvPr/>
          </p:nvSpPr>
          <p:spPr>
            <a:xfrm>
              <a:off x="22563427" y="-630912"/>
              <a:ext cx="11615187" cy="963104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6A5859-A5CB-B0EA-96C0-D910816BC2E1}"/>
                </a:ext>
              </a:extLst>
            </p:cNvPr>
            <p:cNvGrpSpPr/>
            <p:nvPr/>
          </p:nvGrpSpPr>
          <p:grpSpPr>
            <a:xfrm>
              <a:off x="24024833" y="-252322"/>
              <a:ext cx="8749542" cy="8940906"/>
              <a:chOff x="24024833" y="-341555"/>
              <a:chExt cx="10601325" cy="10908867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C68341EB-8B79-6364-A68D-2A5B6E4078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59479" r="4513"/>
              <a:stretch>
                <a:fillRect/>
              </a:stretch>
            </p:blipFill>
            <p:spPr>
              <a:xfrm>
                <a:off x="24024833" y="-341555"/>
                <a:ext cx="10544176" cy="3528157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1E7DC174-D55E-180C-6B25-01A7EC089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24120083" y="1476652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5F477284-DE1E-BF56-871B-0FA5EF6F07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24062933" y="5750044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4F7BA5B-3590-2066-3DE3-590B7516E6FE}"/>
                </a:ext>
              </a:extLst>
            </p:cNvPr>
            <p:cNvGrpSpPr/>
            <p:nvPr/>
          </p:nvGrpSpPr>
          <p:grpSpPr>
            <a:xfrm>
              <a:off x="24219491" y="-481000"/>
              <a:ext cx="8354352" cy="8968453"/>
              <a:chOff x="24219489" y="-385741"/>
              <a:chExt cx="8555618" cy="7840150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24FFAF7-04AC-357F-A046-B2BB65C3BDC7}"/>
                  </a:ext>
                </a:extLst>
              </p:cNvPr>
              <p:cNvSpPr/>
              <p:nvPr/>
            </p:nvSpPr>
            <p:spPr>
              <a:xfrm>
                <a:off x="24219489" y="176951"/>
                <a:ext cx="8555618" cy="727745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18C7AB8-C111-A4F7-5441-EAC15C81D7E8}"/>
                  </a:ext>
                </a:extLst>
              </p:cNvPr>
              <p:cNvSpPr/>
              <p:nvPr/>
            </p:nvSpPr>
            <p:spPr>
              <a:xfrm>
                <a:off x="29831840" y="-385741"/>
                <a:ext cx="1235754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EF8C64C6-AE19-3031-E195-2DA1209387ED}"/>
                </a:ext>
              </a:extLst>
            </p:cNvPr>
            <p:cNvCxnSpPr/>
            <p:nvPr/>
          </p:nvCxnSpPr>
          <p:spPr>
            <a:xfrm>
              <a:off x="30297352" y="-8234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64554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66946D2-118D-CBB0-DF7F-5BBEC80646C0}"/>
              </a:ext>
            </a:extLst>
          </p:cNvPr>
          <p:cNvCxnSpPr/>
          <p:nvPr/>
        </p:nvCxnSpPr>
        <p:spPr>
          <a:xfrm>
            <a:off x="-294000" y="198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E454536-4BBE-B1E2-2E9D-5E8CE521304D}"/>
              </a:ext>
            </a:extLst>
          </p:cNvPr>
          <p:cNvCxnSpPr/>
          <p:nvPr/>
        </p:nvCxnSpPr>
        <p:spPr>
          <a:xfrm>
            <a:off x="-294000" y="270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76F4B59-FE6E-3ED8-D4B6-8E09D94136EA}"/>
              </a:ext>
            </a:extLst>
          </p:cNvPr>
          <p:cNvCxnSpPr/>
          <p:nvPr/>
        </p:nvCxnSpPr>
        <p:spPr>
          <a:xfrm>
            <a:off x="10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3CD2525-4521-7275-C40B-D77F122AA8DA}"/>
              </a:ext>
            </a:extLst>
          </p:cNvPr>
          <p:cNvCxnSpPr/>
          <p:nvPr/>
        </p:nvCxnSpPr>
        <p:spPr>
          <a:xfrm>
            <a:off x="17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06275BB-A962-9A24-9DA7-1CA0A13E114D}"/>
              </a:ext>
            </a:extLst>
          </p:cNvPr>
          <p:cNvCxnSpPr/>
          <p:nvPr/>
        </p:nvCxnSpPr>
        <p:spPr>
          <a:xfrm>
            <a:off x="24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7F9A795-9664-0AF9-98F3-2F52BDAF25D4}"/>
              </a:ext>
            </a:extLst>
          </p:cNvPr>
          <p:cNvCxnSpPr/>
          <p:nvPr/>
        </p:nvCxnSpPr>
        <p:spPr>
          <a:xfrm>
            <a:off x="32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F52377-FD82-1EC1-AA2D-CCAF8324676D}"/>
              </a:ext>
            </a:extLst>
          </p:cNvPr>
          <p:cNvCxnSpPr/>
          <p:nvPr/>
        </p:nvCxnSpPr>
        <p:spPr>
          <a:xfrm>
            <a:off x="39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2DF3EC3-7CC4-22D3-8D42-516AEF99DD50}"/>
              </a:ext>
            </a:extLst>
          </p:cNvPr>
          <p:cNvCxnSpPr/>
          <p:nvPr/>
        </p:nvCxnSpPr>
        <p:spPr>
          <a:xfrm>
            <a:off x="46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5AD26DC-9ED6-C198-EC4A-0082E003DD8C}"/>
              </a:ext>
            </a:extLst>
          </p:cNvPr>
          <p:cNvCxnSpPr/>
          <p:nvPr/>
        </p:nvCxnSpPr>
        <p:spPr>
          <a:xfrm>
            <a:off x="53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44310EC-5C11-8A14-E5F9-3ED9D6F6D998}"/>
              </a:ext>
            </a:extLst>
          </p:cNvPr>
          <p:cNvCxnSpPr/>
          <p:nvPr/>
        </p:nvCxnSpPr>
        <p:spPr>
          <a:xfrm>
            <a:off x="60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E5F79A6-24F3-19DD-FAE4-03A382AF9840}"/>
              </a:ext>
            </a:extLst>
          </p:cNvPr>
          <p:cNvCxnSpPr/>
          <p:nvPr/>
        </p:nvCxnSpPr>
        <p:spPr>
          <a:xfrm>
            <a:off x="68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74D0A4A8-522A-20D5-A4E1-AFA3C5F0F0FB}"/>
              </a:ext>
            </a:extLst>
          </p:cNvPr>
          <p:cNvCxnSpPr/>
          <p:nvPr/>
        </p:nvCxnSpPr>
        <p:spPr>
          <a:xfrm>
            <a:off x="75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2A5ABB4-4F17-A826-CA1A-A48FAFD918EF}"/>
              </a:ext>
            </a:extLst>
          </p:cNvPr>
          <p:cNvCxnSpPr/>
          <p:nvPr/>
        </p:nvCxnSpPr>
        <p:spPr>
          <a:xfrm>
            <a:off x="82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C9357BFA-0478-6F8B-355A-B4BA56CFF8A9}"/>
              </a:ext>
            </a:extLst>
          </p:cNvPr>
          <p:cNvCxnSpPr/>
          <p:nvPr/>
        </p:nvCxnSpPr>
        <p:spPr>
          <a:xfrm>
            <a:off x="89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A764EA4-C7AF-F58F-79FB-89A88DB1DA6B}"/>
              </a:ext>
            </a:extLst>
          </p:cNvPr>
          <p:cNvCxnSpPr/>
          <p:nvPr/>
        </p:nvCxnSpPr>
        <p:spPr>
          <a:xfrm>
            <a:off x="96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C433CEC-90AB-F6B4-2510-69A181F87455}"/>
              </a:ext>
            </a:extLst>
          </p:cNvPr>
          <p:cNvCxnSpPr/>
          <p:nvPr/>
        </p:nvCxnSpPr>
        <p:spPr>
          <a:xfrm>
            <a:off x="104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5160F551-6AF9-56E2-72B9-1ECBFF1DD7D3}"/>
              </a:ext>
            </a:extLst>
          </p:cNvPr>
          <p:cNvCxnSpPr/>
          <p:nvPr/>
        </p:nvCxnSpPr>
        <p:spPr>
          <a:xfrm>
            <a:off x="111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8AD175-55DC-F91A-65E9-B5A4BA48F228}"/>
              </a:ext>
            </a:extLst>
          </p:cNvPr>
          <p:cNvCxnSpPr/>
          <p:nvPr/>
        </p:nvCxnSpPr>
        <p:spPr>
          <a:xfrm>
            <a:off x="118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フリーフォーム: 図形 31">
            <a:extLst>
              <a:ext uri="{FF2B5EF4-FFF2-40B4-BE49-F238E27FC236}">
                <a16:creationId xmlns:a16="http://schemas.microsoft.com/office/drawing/2014/main" id="{D604B652-E947-4C29-901B-8EF8B5BE9D55}"/>
              </a:ext>
            </a:extLst>
          </p:cNvPr>
          <p:cNvSpPr/>
          <p:nvPr/>
        </p:nvSpPr>
        <p:spPr>
          <a:xfrm>
            <a:off x="1413510" y="585324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フリーフォーム: 図形 32">
            <a:extLst>
              <a:ext uri="{FF2B5EF4-FFF2-40B4-BE49-F238E27FC236}">
                <a16:creationId xmlns:a16="http://schemas.microsoft.com/office/drawing/2014/main" id="{2FB2DE13-56FF-D7E7-4F85-CA39270EAC3B}"/>
              </a:ext>
            </a:extLst>
          </p:cNvPr>
          <p:cNvSpPr/>
          <p:nvPr/>
        </p:nvSpPr>
        <p:spPr>
          <a:xfrm>
            <a:off x="1413510" y="563400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85DA2D8C-4CA5-FAFD-CDE5-13961094A041}"/>
              </a:ext>
            </a:extLst>
          </p:cNvPr>
          <p:cNvSpPr/>
          <p:nvPr/>
        </p:nvSpPr>
        <p:spPr>
          <a:xfrm>
            <a:off x="1067316" y="4570740"/>
            <a:ext cx="10079998" cy="40500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57150">
            <a:solidFill>
              <a:schemeClr val="accent1">
                <a:shade val="15000"/>
              </a:schemeClr>
            </a:solidFill>
          </a:ln>
          <a:effectLst>
            <a:outerShdw dist="165100" dir="5400000" algn="t" rotWithShape="0">
              <a:schemeClr val="tx2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1206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F24242AD-E084-A267-717F-8A3E880178EC}"/>
              </a:ext>
            </a:extLst>
          </p:cNvPr>
          <p:cNvGrpSpPr/>
          <p:nvPr/>
        </p:nvGrpSpPr>
        <p:grpSpPr>
          <a:xfrm>
            <a:off x="391886" y="-3241295"/>
            <a:ext cx="11210374" cy="10367809"/>
            <a:chOff x="-227804" y="198591"/>
            <a:chExt cx="11210374" cy="103678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DCADD1E-0985-3801-AE1C-7040717B24A8}"/>
                </a:ext>
              </a:extLst>
            </p:cNvPr>
            <p:cNvSpPr/>
            <p:nvPr/>
          </p:nvSpPr>
          <p:spPr>
            <a:xfrm>
              <a:off x="-227804" y="198591"/>
              <a:ext cx="11210374" cy="102807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48B5744D-7749-0557-44E5-20CDE70C1CCD}"/>
                </a:ext>
              </a:extLst>
            </p:cNvPr>
            <p:cNvGrpSpPr/>
            <p:nvPr/>
          </p:nvGrpSpPr>
          <p:grpSpPr>
            <a:xfrm>
              <a:off x="1169158" y="902885"/>
              <a:ext cx="8470142" cy="9663515"/>
              <a:chOff x="889758" y="226229"/>
              <a:chExt cx="10460514" cy="11934314"/>
            </a:xfrm>
          </p:grpSpPr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C326EA64-3A13-2414-910A-696E327BC7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4529" t="9223" r="3557" b="39938"/>
              <a:stretch>
                <a:fillRect/>
              </a:stretch>
            </p:blipFill>
            <p:spPr>
              <a:xfrm>
                <a:off x="966000" y="226229"/>
                <a:ext cx="10301969" cy="4459609"/>
              </a:xfrm>
              <a:prstGeom prst="rect">
                <a:avLst/>
              </a:prstGeom>
            </p:spPr>
          </p:pic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6F542B94-45EB-51AC-0F05-42649FF80E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2925" t="22154" r="4032" b="2289"/>
              <a:stretch>
                <a:fillRect/>
              </a:stretch>
            </p:blipFill>
            <p:spPr>
              <a:xfrm>
                <a:off x="961238" y="5510387"/>
                <a:ext cx="10341428" cy="6650156"/>
              </a:xfrm>
              <a:prstGeom prst="rect">
                <a:avLst/>
              </a:prstGeom>
            </p:spPr>
          </p:pic>
          <p:sp>
            <p:nvSpPr>
              <p:cNvPr id="6" name="フリーフォーム: 図形 5">
                <a:extLst>
                  <a:ext uri="{FF2B5EF4-FFF2-40B4-BE49-F238E27FC236}">
                    <a16:creationId xmlns:a16="http://schemas.microsoft.com/office/drawing/2014/main" id="{EA27C95E-54AC-FB79-A105-0376377D36E4}"/>
                  </a:ext>
                </a:extLst>
              </p:cNvPr>
              <p:cNvSpPr/>
              <p:nvPr/>
            </p:nvSpPr>
            <p:spPr>
              <a:xfrm>
                <a:off x="889758" y="4832063"/>
                <a:ext cx="10460514" cy="405000"/>
              </a:xfrm>
              <a:custGeom>
                <a:avLst/>
                <a:gdLst>
                  <a:gd name="csX0" fmla="*/ 0 w 10703002"/>
                  <a:gd name="csY0" fmla="*/ 723900 h 731634"/>
                  <a:gd name="csX1" fmla="*/ 716280 w 10703002"/>
                  <a:gd name="csY1" fmla="*/ 0 h 731634"/>
                  <a:gd name="csX2" fmla="*/ 1440180 w 10703002"/>
                  <a:gd name="csY2" fmla="*/ 723900 h 731634"/>
                  <a:gd name="csX3" fmla="*/ 2156460 w 10703002"/>
                  <a:gd name="csY3" fmla="*/ 7620 h 731634"/>
                  <a:gd name="csX4" fmla="*/ 2880360 w 10703002"/>
                  <a:gd name="csY4" fmla="*/ 723900 h 731634"/>
                  <a:gd name="csX5" fmla="*/ 3604260 w 10703002"/>
                  <a:gd name="csY5" fmla="*/ 0 h 731634"/>
                  <a:gd name="csX6" fmla="*/ 4328160 w 10703002"/>
                  <a:gd name="csY6" fmla="*/ 723900 h 731634"/>
                  <a:gd name="csX7" fmla="*/ 5036820 w 10703002"/>
                  <a:gd name="csY7" fmla="*/ 0 h 731634"/>
                  <a:gd name="csX8" fmla="*/ 5753100 w 10703002"/>
                  <a:gd name="csY8" fmla="*/ 723900 h 731634"/>
                  <a:gd name="csX9" fmla="*/ 6477000 w 10703002"/>
                  <a:gd name="csY9" fmla="*/ 0 h 731634"/>
                  <a:gd name="csX10" fmla="*/ 7193280 w 10703002"/>
                  <a:gd name="csY10" fmla="*/ 723900 h 731634"/>
                  <a:gd name="csX11" fmla="*/ 7917180 w 10703002"/>
                  <a:gd name="csY11" fmla="*/ 7620 h 731634"/>
                  <a:gd name="csX12" fmla="*/ 8633460 w 10703002"/>
                  <a:gd name="csY12" fmla="*/ 723900 h 731634"/>
                  <a:gd name="csX13" fmla="*/ 9357360 w 10703002"/>
                  <a:gd name="csY13" fmla="*/ 7620 h 731634"/>
                  <a:gd name="csX14" fmla="*/ 10081260 w 10703002"/>
                  <a:gd name="csY14" fmla="*/ 731520 h 731634"/>
                  <a:gd name="csX15" fmla="*/ 10683240 w 10703002"/>
                  <a:gd name="csY15" fmla="*/ 68580 h 731634"/>
                  <a:gd name="csX0" fmla="*/ 0 w 10806734"/>
                  <a:gd name="csY0" fmla="*/ 723900 h 731623"/>
                  <a:gd name="csX1" fmla="*/ 716280 w 10806734"/>
                  <a:gd name="csY1" fmla="*/ 0 h 731623"/>
                  <a:gd name="csX2" fmla="*/ 1440180 w 10806734"/>
                  <a:gd name="csY2" fmla="*/ 723900 h 731623"/>
                  <a:gd name="csX3" fmla="*/ 2156460 w 10806734"/>
                  <a:gd name="csY3" fmla="*/ 7620 h 731623"/>
                  <a:gd name="csX4" fmla="*/ 2880360 w 10806734"/>
                  <a:gd name="csY4" fmla="*/ 723900 h 731623"/>
                  <a:gd name="csX5" fmla="*/ 3604260 w 10806734"/>
                  <a:gd name="csY5" fmla="*/ 0 h 731623"/>
                  <a:gd name="csX6" fmla="*/ 4328160 w 10806734"/>
                  <a:gd name="csY6" fmla="*/ 723900 h 731623"/>
                  <a:gd name="csX7" fmla="*/ 5036820 w 10806734"/>
                  <a:gd name="csY7" fmla="*/ 0 h 731623"/>
                  <a:gd name="csX8" fmla="*/ 5753100 w 10806734"/>
                  <a:gd name="csY8" fmla="*/ 723900 h 731623"/>
                  <a:gd name="csX9" fmla="*/ 6477000 w 10806734"/>
                  <a:gd name="csY9" fmla="*/ 0 h 731623"/>
                  <a:gd name="csX10" fmla="*/ 7193280 w 10806734"/>
                  <a:gd name="csY10" fmla="*/ 723900 h 731623"/>
                  <a:gd name="csX11" fmla="*/ 7917180 w 10806734"/>
                  <a:gd name="csY11" fmla="*/ 7620 h 731623"/>
                  <a:gd name="csX12" fmla="*/ 8633460 w 10806734"/>
                  <a:gd name="csY12" fmla="*/ 723900 h 731623"/>
                  <a:gd name="csX13" fmla="*/ 9357360 w 10806734"/>
                  <a:gd name="csY13" fmla="*/ 7620 h 731623"/>
                  <a:gd name="csX14" fmla="*/ 10081260 w 10806734"/>
                  <a:gd name="csY14" fmla="*/ 731520 h 731623"/>
                  <a:gd name="csX15" fmla="*/ 10789920 w 10806734"/>
                  <a:gd name="csY15" fmla="*/ 0 h 731623"/>
                  <a:gd name="csX0" fmla="*/ 0 w 10789986"/>
                  <a:gd name="csY0" fmla="*/ 723900 h 732889"/>
                  <a:gd name="csX1" fmla="*/ 716280 w 10789986"/>
                  <a:gd name="csY1" fmla="*/ 0 h 732889"/>
                  <a:gd name="csX2" fmla="*/ 1440180 w 10789986"/>
                  <a:gd name="csY2" fmla="*/ 723900 h 732889"/>
                  <a:gd name="csX3" fmla="*/ 2156460 w 10789986"/>
                  <a:gd name="csY3" fmla="*/ 7620 h 732889"/>
                  <a:gd name="csX4" fmla="*/ 2880360 w 10789986"/>
                  <a:gd name="csY4" fmla="*/ 723900 h 732889"/>
                  <a:gd name="csX5" fmla="*/ 3604260 w 10789986"/>
                  <a:gd name="csY5" fmla="*/ 0 h 732889"/>
                  <a:gd name="csX6" fmla="*/ 4328160 w 10789986"/>
                  <a:gd name="csY6" fmla="*/ 723900 h 732889"/>
                  <a:gd name="csX7" fmla="*/ 5036820 w 10789986"/>
                  <a:gd name="csY7" fmla="*/ 0 h 732889"/>
                  <a:gd name="csX8" fmla="*/ 5753100 w 10789986"/>
                  <a:gd name="csY8" fmla="*/ 723900 h 732889"/>
                  <a:gd name="csX9" fmla="*/ 6477000 w 10789986"/>
                  <a:gd name="csY9" fmla="*/ 0 h 732889"/>
                  <a:gd name="csX10" fmla="*/ 7193280 w 10789986"/>
                  <a:gd name="csY10" fmla="*/ 723900 h 732889"/>
                  <a:gd name="csX11" fmla="*/ 7917180 w 10789986"/>
                  <a:gd name="csY11" fmla="*/ 7620 h 732889"/>
                  <a:gd name="csX12" fmla="*/ 8633460 w 10789986"/>
                  <a:gd name="csY12" fmla="*/ 723900 h 732889"/>
                  <a:gd name="csX13" fmla="*/ 9357360 w 10789986"/>
                  <a:gd name="csY13" fmla="*/ 7620 h 732889"/>
                  <a:gd name="csX14" fmla="*/ 10081260 w 10789986"/>
                  <a:gd name="csY14" fmla="*/ 731520 h 732889"/>
                  <a:gd name="csX15" fmla="*/ 10789920 w 10789986"/>
                  <a:gd name="csY15" fmla="*/ 0 h 732889"/>
                  <a:gd name="csX0" fmla="*/ 0 w 10418702"/>
                  <a:gd name="csY0" fmla="*/ 723900 h 733077"/>
                  <a:gd name="csX1" fmla="*/ 716280 w 10418702"/>
                  <a:gd name="csY1" fmla="*/ 0 h 733077"/>
                  <a:gd name="csX2" fmla="*/ 1440180 w 10418702"/>
                  <a:gd name="csY2" fmla="*/ 723900 h 733077"/>
                  <a:gd name="csX3" fmla="*/ 2156460 w 10418702"/>
                  <a:gd name="csY3" fmla="*/ 7620 h 733077"/>
                  <a:gd name="csX4" fmla="*/ 2880360 w 10418702"/>
                  <a:gd name="csY4" fmla="*/ 723900 h 733077"/>
                  <a:gd name="csX5" fmla="*/ 3604260 w 10418702"/>
                  <a:gd name="csY5" fmla="*/ 0 h 733077"/>
                  <a:gd name="csX6" fmla="*/ 4328160 w 10418702"/>
                  <a:gd name="csY6" fmla="*/ 723900 h 733077"/>
                  <a:gd name="csX7" fmla="*/ 5036820 w 10418702"/>
                  <a:gd name="csY7" fmla="*/ 0 h 733077"/>
                  <a:gd name="csX8" fmla="*/ 5753100 w 10418702"/>
                  <a:gd name="csY8" fmla="*/ 723900 h 733077"/>
                  <a:gd name="csX9" fmla="*/ 6477000 w 10418702"/>
                  <a:gd name="csY9" fmla="*/ 0 h 733077"/>
                  <a:gd name="csX10" fmla="*/ 7193280 w 10418702"/>
                  <a:gd name="csY10" fmla="*/ 723900 h 733077"/>
                  <a:gd name="csX11" fmla="*/ 7917180 w 10418702"/>
                  <a:gd name="csY11" fmla="*/ 7620 h 733077"/>
                  <a:gd name="csX12" fmla="*/ 8633460 w 10418702"/>
                  <a:gd name="csY12" fmla="*/ 723900 h 733077"/>
                  <a:gd name="csX13" fmla="*/ 9357360 w 10418702"/>
                  <a:gd name="csY13" fmla="*/ 7620 h 733077"/>
                  <a:gd name="csX14" fmla="*/ 10081260 w 10418702"/>
                  <a:gd name="csY14" fmla="*/ 731520 h 733077"/>
                  <a:gd name="csX15" fmla="*/ 10418445 w 10418702"/>
                  <a:gd name="csY15" fmla="*/ 9525 h 733077"/>
                  <a:gd name="csX0" fmla="*/ 0 w 10180719"/>
                  <a:gd name="csY0" fmla="*/ 723900 h 1052272"/>
                  <a:gd name="csX1" fmla="*/ 716280 w 10180719"/>
                  <a:gd name="csY1" fmla="*/ 0 h 1052272"/>
                  <a:gd name="csX2" fmla="*/ 1440180 w 10180719"/>
                  <a:gd name="csY2" fmla="*/ 723900 h 1052272"/>
                  <a:gd name="csX3" fmla="*/ 2156460 w 10180719"/>
                  <a:gd name="csY3" fmla="*/ 7620 h 1052272"/>
                  <a:gd name="csX4" fmla="*/ 2880360 w 10180719"/>
                  <a:gd name="csY4" fmla="*/ 723900 h 1052272"/>
                  <a:gd name="csX5" fmla="*/ 3604260 w 10180719"/>
                  <a:gd name="csY5" fmla="*/ 0 h 1052272"/>
                  <a:gd name="csX6" fmla="*/ 4328160 w 10180719"/>
                  <a:gd name="csY6" fmla="*/ 723900 h 1052272"/>
                  <a:gd name="csX7" fmla="*/ 5036820 w 10180719"/>
                  <a:gd name="csY7" fmla="*/ 0 h 1052272"/>
                  <a:gd name="csX8" fmla="*/ 5753100 w 10180719"/>
                  <a:gd name="csY8" fmla="*/ 723900 h 1052272"/>
                  <a:gd name="csX9" fmla="*/ 6477000 w 10180719"/>
                  <a:gd name="csY9" fmla="*/ 0 h 1052272"/>
                  <a:gd name="csX10" fmla="*/ 7193280 w 10180719"/>
                  <a:gd name="csY10" fmla="*/ 723900 h 1052272"/>
                  <a:gd name="csX11" fmla="*/ 7917180 w 10180719"/>
                  <a:gd name="csY11" fmla="*/ 7620 h 1052272"/>
                  <a:gd name="csX12" fmla="*/ 8633460 w 10180719"/>
                  <a:gd name="csY12" fmla="*/ 723900 h 1052272"/>
                  <a:gd name="csX13" fmla="*/ 9357360 w 10180719"/>
                  <a:gd name="csY13" fmla="*/ 7620 h 1052272"/>
                  <a:gd name="csX14" fmla="*/ 10081260 w 10180719"/>
                  <a:gd name="csY14" fmla="*/ 731520 h 1052272"/>
                  <a:gd name="csX15" fmla="*/ 10080307 w 10180719"/>
                  <a:gd name="csY15" fmla="*/ 733425 h 1052272"/>
                  <a:gd name="csX0" fmla="*/ 0 w 10359304"/>
                  <a:gd name="csY0" fmla="*/ 723900 h 733525"/>
                  <a:gd name="csX1" fmla="*/ 716280 w 10359304"/>
                  <a:gd name="csY1" fmla="*/ 0 h 733525"/>
                  <a:gd name="csX2" fmla="*/ 1440180 w 10359304"/>
                  <a:gd name="csY2" fmla="*/ 723900 h 733525"/>
                  <a:gd name="csX3" fmla="*/ 2156460 w 10359304"/>
                  <a:gd name="csY3" fmla="*/ 7620 h 733525"/>
                  <a:gd name="csX4" fmla="*/ 2880360 w 10359304"/>
                  <a:gd name="csY4" fmla="*/ 723900 h 733525"/>
                  <a:gd name="csX5" fmla="*/ 3604260 w 10359304"/>
                  <a:gd name="csY5" fmla="*/ 0 h 733525"/>
                  <a:gd name="csX6" fmla="*/ 4328160 w 10359304"/>
                  <a:gd name="csY6" fmla="*/ 723900 h 733525"/>
                  <a:gd name="csX7" fmla="*/ 5036820 w 10359304"/>
                  <a:gd name="csY7" fmla="*/ 0 h 733525"/>
                  <a:gd name="csX8" fmla="*/ 5753100 w 10359304"/>
                  <a:gd name="csY8" fmla="*/ 723900 h 733525"/>
                  <a:gd name="csX9" fmla="*/ 6477000 w 10359304"/>
                  <a:gd name="csY9" fmla="*/ 0 h 733525"/>
                  <a:gd name="csX10" fmla="*/ 7193280 w 10359304"/>
                  <a:gd name="csY10" fmla="*/ 723900 h 733525"/>
                  <a:gd name="csX11" fmla="*/ 7917180 w 10359304"/>
                  <a:gd name="csY11" fmla="*/ 7620 h 733525"/>
                  <a:gd name="csX12" fmla="*/ 8633460 w 10359304"/>
                  <a:gd name="csY12" fmla="*/ 723900 h 733525"/>
                  <a:gd name="csX13" fmla="*/ 9357360 w 10359304"/>
                  <a:gd name="csY13" fmla="*/ 7620 h 733525"/>
                  <a:gd name="csX14" fmla="*/ 10081260 w 10359304"/>
                  <a:gd name="csY14" fmla="*/ 731520 h 733525"/>
                  <a:gd name="csX15" fmla="*/ 10080307 w 10359304"/>
                  <a:gd name="csY15" fmla="*/ 733425 h 733525"/>
                  <a:gd name="csX0" fmla="*/ 0 w 10368372"/>
                  <a:gd name="csY0" fmla="*/ 723900 h 731913"/>
                  <a:gd name="csX1" fmla="*/ 716280 w 10368372"/>
                  <a:gd name="csY1" fmla="*/ 0 h 731913"/>
                  <a:gd name="csX2" fmla="*/ 1440180 w 10368372"/>
                  <a:gd name="csY2" fmla="*/ 723900 h 731913"/>
                  <a:gd name="csX3" fmla="*/ 2156460 w 10368372"/>
                  <a:gd name="csY3" fmla="*/ 7620 h 731913"/>
                  <a:gd name="csX4" fmla="*/ 2880360 w 10368372"/>
                  <a:gd name="csY4" fmla="*/ 723900 h 731913"/>
                  <a:gd name="csX5" fmla="*/ 3604260 w 10368372"/>
                  <a:gd name="csY5" fmla="*/ 0 h 731913"/>
                  <a:gd name="csX6" fmla="*/ 4328160 w 10368372"/>
                  <a:gd name="csY6" fmla="*/ 723900 h 731913"/>
                  <a:gd name="csX7" fmla="*/ 5036820 w 10368372"/>
                  <a:gd name="csY7" fmla="*/ 0 h 731913"/>
                  <a:gd name="csX8" fmla="*/ 5753100 w 10368372"/>
                  <a:gd name="csY8" fmla="*/ 723900 h 731913"/>
                  <a:gd name="csX9" fmla="*/ 6477000 w 10368372"/>
                  <a:gd name="csY9" fmla="*/ 0 h 731913"/>
                  <a:gd name="csX10" fmla="*/ 7193280 w 10368372"/>
                  <a:gd name="csY10" fmla="*/ 723900 h 731913"/>
                  <a:gd name="csX11" fmla="*/ 7917180 w 10368372"/>
                  <a:gd name="csY11" fmla="*/ 7620 h 731913"/>
                  <a:gd name="csX12" fmla="*/ 8633460 w 10368372"/>
                  <a:gd name="csY12" fmla="*/ 723900 h 731913"/>
                  <a:gd name="csX13" fmla="*/ 9357360 w 10368372"/>
                  <a:gd name="csY13" fmla="*/ 7620 h 731913"/>
                  <a:gd name="csX14" fmla="*/ 10081260 w 10368372"/>
                  <a:gd name="csY14" fmla="*/ 731520 h 731913"/>
                  <a:gd name="csX15" fmla="*/ 10094595 w 10368372"/>
                  <a:gd name="csY15" fmla="*/ 576262 h 731913"/>
                  <a:gd name="csX0" fmla="*/ 0 w 10183505"/>
                  <a:gd name="csY0" fmla="*/ 723900 h 731967"/>
                  <a:gd name="csX1" fmla="*/ 716280 w 10183505"/>
                  <a:gd name="csY1" fmla="*/ 0 h 731967"/>
                  <a:gd name="csX2" fmla="*/ 1440180 w 10183505"/>
                  <a:gd name="csY2" fmla="*/ 723900 h 731967"/>
                  <a:gd name="csX3" fmla="*/ 2156460 w 10183505"/>
                  <a:gd name="csY3" fmla="*/ 7620 h 731967"/>
                  <a:gd name="csX4" fmla="*/ 2880360 w 10183505"/>
                  <a:gd name="csY4" fmla="*/ 723900 h 731967"/>
                  <a:gd name="csX5" fmla="*/ 3604260 w 10183505"/>
                  <a:gd name="csY5" fmla="*/ 0 h 731967"/>
                  <a:gd name="csX6" fmla="*/ 4328160 w 10183505"/>
                  <a:gd name="csY6" fmla="*/ 723900 h 731967"/>
                  <a:gd name="csX7" fmla="*/ 5036820 w 10183505"/>
                  <a:gd name="csY7" fmla="*/ 0 h 731967"/>
                  <a:gd name="csX8" fmla="*/ 5753100 w 10183505"/>
                  <a:gd name="csY8" fmla="*/ 723900 h 731967"/>
                  <a:gd name="csX9" fmla="*/ 6477000 w 10183505"/>
                  <a:gd name="csY9" fmla="*/ 0 h 731967"/>
                  <a:gd name="csX10" fmla="*/ 7193280 w 10183505"/>
                  <a:gd name="csY10" fmla="*/ 723900 h 731967"/>
                  <a:gd name="csX11" fmla="*/ 7917180 w 10183505"/>
                  <a:gd name="csY11" fmla="*/ 7620 h 731967"/>
                  <a:gd name="csX12" fmla="*/ 8633460 w 10183505"/>
                  <a:gd name="csY12" fmla="*/ 723900 h 731967"/>
                  <a:gd name="csX13" fmla="*/ 9357360 w 10183505"/>
                  <a:gd name="csY13" fmla="*/ 7620 h 731967"/>
                  <a:gd name="csX14" fmla="*/ 10081260 w 10183505"/>
                  <a:gd name="csY14" fmla="*/ 731520 h 731967"/>
                  <a:gd name="csX15" fmla="*/ 10094595 w 10183505"/>
                  <a:gd name="csY15" fmla="*/ 576262 h 731967"/>
                  <a:gd name="csX0" fmla="*/ 0 w 10176069"/>
                  <a:gd name="csY0" fmla="*/ 723900 h 731979"/>
                  <a:gd name="csX1" fmla="*/ 716280 w 10176069"/>
                  <a:gd name="csY1" fmla="*/ 0 h 731979"/>
                  <a:gd name="csX2" fmla="*/ 1440180 w 10176069"/>
                  <a:gd name="csY2" fmla="*/ 723900 h 731979"/>
                  <a:gd name="csX3" fmla="*/ 2156460 w 10176069"/>
                  <a:gd name="csY3" fmla="*/ 7620 h 731979"/>
                  <a:gd name="csX4" fmla="*/ 2880360 w 10176069"/>
                  <a:gd name="csY4" fmla="*/ 723900 h 731979"/>
                  <a:gd name="csX5" fmla="*/ 3604260 w 10176069"/>
                  <a:gd name="csY5" fmla="*/ 0 h 731979"/>
                  <a:gd name="csX6" fmla="*/ 4328160 w 10176069"/>
                  <a:gd name="csY6" fmla="*/ 723900 h 731979"/>
                  <a:gd name="csX7" fmla="*/ 5036820 w 10176069"/>
                  <a:gd name="csY7" fmla="*/ 0 h 731979"/>
                  <a:gd name="csX8" fmla="*/ 5753100 w 10176069"/>
                  <a:gd name="csY8" fmla="*/ 723900 h 731979"/>
                  <a:gd name="csX9" fmla="*/ 6477000 w 10176069"/>
                  <a:gd name="csY9" fmla="*/ 0 h 731979"/>
                  <a:gd name="csX10" fmla="*/ 7193280 w 10176069"/>
                  <a:gd name="csY10" fmla="*/ 723900 h 731979"/>
                  <a:gd name="csX11" fmla="*/ 7917180 w 10176069"/>
                  <a:gd name="csY11" fmla="*/ 7620 h 731979"/>
                  <a:gd name="csX12" fmla="*/ 8633460 w 10176069"/>
                  <a:gd name="csY12" fmla="*/ 723900 h 731979"/>
                  <a:gd name="csX13" fmla="*/ 9357360 w 10176069"/>
                  <a:gd name="csY13" fmla="*/ 7620 h 731979"/>
                  <a:gd name="csX14" fmla="*/ 10081260 w 10176069"/>
                  <a:gd name="csY14" fmla="*/ 731520 h 731979"/>
                  <a:gd name="csX15" fmla="*/ 10066020 w 10176069"/>
                  <a:gd name="csY15" fmla="*/ 581024 h 731979"/>
                  <a:gd name="csX0" fmla="*/ 0 w 10081260"/>
                  <a:gd name="csY0" fmla="*/ 723900 h 731520"/>
                  <a:gd name="csX1" fmla="*/ 716280 w 10081260"/>
                  <a:gd name="csY1" fmla="*/ 0 h 731520"/>
                  <a:gd name="csX2" fmla="*/ 1440180 w 10081260"/>
                  <a:gd name="csY2" fmla="*/ 723900 h 731520"/>
                  <a:gd name="csX3" fmla="*/ 2156460 w 10081260"/>
                  <a:gd name="csY3" fmla="*/ 7620 h 731520"/>
                  <a:gd name="csX4" fmla="*/ 2880360 w 10081260"/>
                  <a:gd name="csY4" fmla="*/ 723900 h 731520"/>
                  <a:gd name="csX5" fmla="*/ 3604260 w 10081260"/>
                  <a:gd name="csY5" fmla="*/ 0 h 731520"/>
                  <a:gd name="csX6" fmla="*/ 4328160 w 10081260"/>
                  <a:gd name="csY6" fmla="*/ 723900 h 731520"/>
                  <a:gd name="csX7" fmla="*/ 5036820 w 10081260"/>
                  <a:gd name="csY7" fmla="*/ 0 h 731520"/>
                  <a:gd name="csX8" fmla="*/ 5753100 w 10081260"/>
                  <a:gd name="csY8" fmla="*/ 723900 h 731520"/>
                  <a:gd name="csX9" fmla="*/ 6477000 w 10081260"/>
                  <a:gd name="csY9" fmla="*/ 0 h 731520"/>
                  <a:gd name="csX10" fmla="*/ 7193280 w 10081260"/>
                  <a:gd name="csY10" fmla="*/ 723900 h 731520"/>
                  <a:gd name="csX11" fmla="*/ 7917180 w 10081260"/>
                  <a:gd name="csY11" fmla="*/ 7620 h 731520"/>
                  <a:gd name="csX12" fmla="*/ 8633460 w 10081260"/>
                  <a:gd name="csY12" fmla="*/ 723900 h 731520"/>
                  <a:gd name="csX13" fmla="*/ 9357360 w 10081260"/>
                  <a:gd name="csY13" fmla="*/ 7620 h 731520"/>
                  <a:gd name="csX14" fmla="*/ 10081260 w 10081260"/>
                  <a:gd name="csY14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9364980" h="731520">
                    <a:moveTo>
                      <a:pt x="0" y="0"/>
                    </a:moveTo>
                    <a:cubicBezTo>
                      <a:pt x="240030" y="0"/>
                      <a:pt x="483870" y="722630"/>
                      <a:pt x="723900" y="723900"/>
                    </a:cubicBezTo>
                    <a:cubicBezTo>
                      <a:pt x="963930" y="725170"/>
                      <a:pt x="1200150" y="7620"/>
                      <a:pt x="1440180" y="7620"/>
                    </a:cubicBezTo>
                    <a:cubicBezTo>
                      <a:pt x="1680210" y="7620"/>
                      <a:pt x="1922780" y="725170"/>
                      <a:pt x="2164080" y="723900"/>
                    </a:cubicBezTo>
                    <a:cubicBezTo>
                      <a:pt x="2405380" y="722630"/>
                      <a:pt x="2646680" y="0"/>
                      <a:pt x="2887980" y="0"/>
                    </a:cubicBezTo>
                    <a:cubicBezTo>
                      <a:pt x="3129280" y="0"/>
                      <a:pt x="3373120" y="723900"/>
                      <a:pt x="3611880" y="723900"/>
                    </a:cubicBezTo>
                    <a:cubicBezTo>
                      <a:pt x="3850640" y="723900"/>
                      <a:pt x="4083050" y="0"/>
                      <a:pt x="4320540" y="0"/>
                    </a:cubicBezTo>
                    <a:cubicBezTo>
                      <a:pt x="4558030" y="0"/>
                      <a:pt x="4796790" y="723900"/>
                      <a:pt x="5036820" y="723900"/>
                    </a:cubicBezTo>
                    <a:cubicBezTo>
                      <a:pt x="5276850" y="723900"/>
                      <a:pt x="5520690" y="0"/>
                      <a:pt x="5760720" y="0"/>
                    </a:cubicBezTo>
                    <a:cubicBezTo>
                      <a:pt x="6000750" y="0"/>
                      <a:pt x="6236970" y="722630"/>
                      <a:pt x="6477000" y="723900"/>
                    </a:cubicBezTo>
                    <a:cubicBezTo>
                      <a:pt x="6717030" y="725170"/>
                      <a:pt x="6960870" y="7620"/>
                      <a:pt x="7200900" y="7620"/>
                    </a:cubicBezTo>
                    <a:cubicBezTo>
                      <a:pt x="7440930" y="7620"/>
                      <a:pt x="7677150" y="723900"/>
                      <a:pt x="7917180" y="723900"/>
                    </a:cubicBezTo>
                    <a:cubicBezTo>
                      <a:pt x="8157210" y="723900"/>
                      <a:pt x="8399780" y="6350"/>
                      <a:pt x="8641080" y="7620"/>
                    </a:cubicBezTo>
                    <a:cubicBezTo>
                      <a:pt x="8882380" y="8890"/>
                      <a:pt x="9144000" y="721360"/>
                      <a:pt x="9364980" y="73152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shade val="15000"/>
                  </a:schemeClr>
                </a:solidFill>
              </a:ln>
              <a:effectLst>
                <a:outerShdw dist="165100" dir="5400000" algn="t" rotWithShape="0">
                  <a:schemeClr val="tx2"/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10A502D-AC79-633A-55B5-6E3244F00B67}"/>
                </a:ext>
              </a:extLst>
            </p:cNvPr>
            <p:cNvSpPr/>
            <p:nvPr/>
          </p:nvSpPr>
          <p:spPr>
            <a:xfrm>
              <a:off x="1230805" y="1272092"/>
              <a:ext cx="2430266" cy="4906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6A5980CD-5F52-0E08-7E44-BCA67EA7097E}"/>
                </a:ext>
              </a:extLst>
            </p:cNvPr>
            <p:cNvCxnSpPr>
              <a:stCxn id="22" idx="1"/>
              <a:endCxn id="20" idx="3"/>
            </p:cNvCxnSpPr>
            <p:nvPr/>
          </p:nvCxnSpPr>
          <p:spPr>
            <a:xfrm flipH="1">
              <a:off x="3661071" y="1514278"/>
              <a:ext cx="588858" cy="314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70809E8-4657-14A3-1982-B8C3F9B7F4F2}"/>
                </a:ext>
              </a:extLst>
            </p:cNvPr>
            <p:cNvSpPr/>
            <p:nvPr/>
          </p:nvSpPr>
          <p:spPr>
            <a:xfrm>
              <a:off x="4249929" y="1220292"/>
              <a:ext cx="1421920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①タブの切り替え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EBAE4E-AE95-D98E-94A0-17D2A598AD1A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1494FE8A-82E4-785F-62B9-69B7F50EBED9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7BEDA1C-8FA3-24EB-8CEC-B4095372F9A0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9DD442DF-8B4A-8F81-F54B-C3E6F7B6079B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CC2F1245-81AC-1F8C-87A3-53D6B2B905CB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ADBB93EF-B0AF-CD72-BA95-21FE12CD3C6D}"/>
                </a:ext>
              </a:extLst>
            </p:cNvPr>
            <p:cNvSpPr/>
            <p:nvPr/>
          </p:nvSpPr>
          <p:spPr>
            <a:xfrm>
              <a:off x="1456397" y="2205459"/>
              <a:ext cx="7934346" cy="487751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3BBA5F6-74BB-708F-E231-F64EB82C02B3}"/>
                </a:ext>
              </a:extLst>
            </p:cNvPr>
            <p:cNvSpPr/>
            <p:nvPr/>
          </p:nvSpPr>
          <p:spPr>
            <a:xfrm>
              <a:off x="6296440" y="1365433"/>
              <a:ext cx="1715446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②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エネミーデータ確認</a:t>
              </a:r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74674FF-C8B1-47B6-DD2E-BA11F583BE01}"/>
                </a:ext>
              </a:extLst>
            </p:cNvPr>
            <p:cNvCxnSpPr>
              <a:cxnSpLocks/>
            </p:cNvCxnSpPr>
            <p:nvPr/>
          </p:nvCxnSpPr>
          <p:spPr>
            <a:xfrm>
              <a:off x="7141029" y="1959427"/>
              <a:ext cx="0" cy="27577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44BF4C7-A25A-5F65-8C1C-B782C474FB9E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653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CBE652-523C-DA0F-06BB-B347DFA1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0856F552-CD69-828F-E68F-5A1E953894B3}"/>
              </a:ext>
            </a:extLst>
          </p:cNvPr>
          <p:cNvGrpSpPr/>
          <p:nvPr/>
        </p:nvGrpSpPr>
        <p:grpSpPr>
          <a:xfrm>
            <a:off x="277586" y="1847850"/>
            <a:ext cx="11210374" cy="3333750"/>
            <a:chOff x="-227804" y="6449786"/>
            <a:chExt cx="11210374" cy="333375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9EB724B-031D-B712-5443-53C35EEB9EF3}"/>
                </a:ext>
              </a:extLst>
            </p:cNvPr>
            <p:cNvSpPr/>
            <p:nvPr/>
          </p:nvSpPr>
          <p:spPr>
            <a:xfrm>
              <a:off x="-227804" y="6449786"/>
              <a:ext cx="11210374" cy="3333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B01CD7E-3329-EE3B-0468-C779BBB2C6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45831" r="4032" b="14877"/>
            <a:stretch>
              <a:fillRect/>
            </a:stretch>
          </p:blipFill>
          <p:spPr>
            <a:xfrm>
              <a:off x="1227037" y="6868887"/>
              <a:ext cx="8373716" cy="280035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AFCA02D-B0E4-1D28-C8E6-C8E7EE1AE578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F6EDFA3D-4E3A-5D96-AD3A-B699A076FD0D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38D6F110-073A-084B-5BE8-ABFA4AECB223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6332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96E224-374D-D273-7C76-88F2DCDF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1878DC1D-B1FC-963E-E9F1-93DD191EE4D9}"/>
              </a:ext>
            </a:extLst>
          </p:cNvPr>
          <p:cNvGrpSpPr/>
          <p:nvPr/>
        </p:nvGrpSpPr>
        <p:grpSpPr>
          <a:xfrm>
            <a:off x="525236" y="2057400"/>
            <a:ext cx="11210374" cy="3505200"/>
            <a:chOff x="-227804" y="7173686"/>
            <a:chExt cx="11210374" cy="35052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223A71E6-9F50-010D-B348-DE9C7672B45C}"/>
                </a:ext>
              </a:extLst>
            </p:cNvPr>
            <p:cNvSpPr/>
            <p:nvPr/>
          </p:nvSpPr>
          <p:spPr>
            <a:xfrm>
              <a:off x="-227804" y="7173686"/>
              <a:ext cx="11210374" cy="3505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582EC4D0-A002-1384-D3E1-EC0E92FC86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51978" r="4032" b="2288"/>
            <a:stretch>
              <a:fillRect/>
            </a:stretch>
          </p:blipFill>
          <p:spPr>
            <a:xfrm>
              <a:off x="1227037" y="7307036"/>
              <a:ext cx="8373715" cy="3259364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514DD1C-654E-89ED-B07E-182D9BEDB235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89CCC90B-BD0B-2DD2-F642-71B44EA99F24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A1FD2BA-47C2-6E57-858B-A3889027BFDE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786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298AB442-4273-6DE6-B47F-5159757D4C6C}"/>
              </a:ext>
            </a:extLst>
          </p:cNvPr>
          <p:cNvGrpSpPr/>
          <p:nvPr/>
        </p:nvGrpSpPr>
        <p:grpSpPr>
          <a:xfrm>
            <a:off x="-5084700" y="-4549198"/>
            <a:ext cx="22361400" cy="15308638"/>
            <a:chOff x="-5084700" y="-4549198"/>
            <a:chExt cx="22361400" cy="15308638"/>
          </a:xfrm>
        </p:grpSpPr>
        <p:grpSp>
          <p:nvGrpSpPr>
            <p:cNvPr id="82" name="グループ化 81">
              <a:extLst>
                <a:ext uri="{FF2B5EF4-FFF2-40B4-BE49-F238E27FC236}">
                  <a16:creationId xmlns:a16="http://schemas.microsoft.com/office/drawing/2014/main" id="{5DEEF5B9-2DC1-E114-CD68-6B83B1D0C2EB}"/>
                </a:ext>
              </a:extLst>
            </p:cNvPr>
            <p:cNvGrpSpPr/>
            <p:nvPr/>
          </p:nvGrpSpPr>
          <p:grpSpPr>
            <a:xfrm>
              <a:off x="-5084700" y="-4549198"/>
              <a:ext cx="22361400" cy="15308638"/>
              <a:chOff x="-5084700" y="-4549198"/>
              <a:chExt cx="22361400" cy="15308638"/>
            </a:xfrm>
          </p:grpSpPr>
          <p:grpSp>
            <p:nvGrpSpPr>
              <p:cNvPr id="65" name="グループ化 64">
                <a:extLst>
                  <a:ext uri="{FF2B5EF4-FFF2-40B4-BE49-F238E27FC236}">
                    <a16:creationId xmlns:a16="http://schemas.microsoft.com/office/drawing/2014/main" id="{B15A4969-ED47-D8DF-5CAC-2B0B5FF499F8}"/>
                  </a:ext>
                </a:extLst>
              </p:cNvPr>
              <p:cNvGrpSpPr/>
              <p:nvPr/>
            </p:nvGrpSpPr>
            <p:grpSpPr>
              <a:xfrm>
                <a:off x="-5084700" y="-4549198"/>
                <a:ext cx="22361400" cy="15308638"/>
                <a:chOff x="-5084700" y="-4549198"/>
                <a:chExt cx="22361400" cy="15308638"/>
              </a:xfrm>
            </p:grpSpPr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4ECCAEBB-7189-B415-8F1B-E616F66EA497}"/>
                    </a:ext>
                  </a:extLst>
                </p:cNvPr>
                <p:cNvSpPr/>
                <p:nvPr/>
              </p:nvSpPr>
              <p:spPr>
                <a:xfrm>
                  <a:off x="-5084700" y="-4549198"/>
                  <a:ext cx="22361400" cy="1530863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grpSp>
              <p:nvGrpSpPr>
                <p:cNvPr id="6" name="グループ化 5">
                  <a:extLst>
                    <a:ext uri="{FF2B5EF4-FFF2-40B4-BE49-F238E27FC236}">
                      <a16:creationId xmlns:a16="http://schemas.microsoft.com/office/drawing/2014/main" id="{5D1EF9C4-CF2A-15F9-0E81-84DE2C6E8F97}"/>
                    </a:ext>
                  </a:extLst>
                </p:cNvPr>
                <p:cNvGrpSpPr/>
                <p:nvPr/>
              </p:nvGrpSpPr>
              <p:grpSpPr>
                <a:xfrm>
                  <a:off x="-4923150" y="-3752908"/>
                  <a:ext cx="22038300" cy="14363816"/>
                  <a:chOff x="0" y="0"/>
                  <a:chExt cx="22038300" cy="14363816"/>
                </a:xfrm>
              </p:grpSpPr>
              <p:grpSp>
                <p:nvGrpSpPr>
                  <p:cNvPr id="7" name="グループ化 6">
                    <a:extLst>
                      <a:ext uri="{FF2B5EF4-FFF2-40B4-BE49-F238E27FC236}">
                        <a16:creationId xmlns:a16="http://schemas.microsoft.com/office/drawing/2014/main" id="{085104A9-5D58-4BC8-B5AA-CB6357074F43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0"/>
                    <a:ext cx="7262999" cy="14363816"/>
                    <a:chOff x="0" y="0"/>
                    <a:chExt cx="7235960" cy="14843139"/>
                  </a:xfrm>
                </p:grpSpPr>
                <p:sp>
                  <p:nvSpPr>
                    <p:cNvPr id="42" name="正方形/長方形 41">
                      <a:extLst>
                        <a:ext uri="{FF2B5EF4-FFF2-40B4-BE49-F238E27FC236}">
                          <a16:creationId xmlns:a16="http://schemas.microsoft.com/office/drawing/2014/main" id="{69B31F37-58FD-2094-6159-1C5ADEB2E2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0" y="0"/>
                      <a:ext cx="7235960" cy="14843139"/>
                    </a:xfrm>
                    <a:prstGeom prst="rect">
                      <a:avLst/>
                    </a:prstGeom>
                    <a:ln w="38100">
                      <a:solidFill>
                        <a:schemeClr val="accent3"/>
                      </a:solidFill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grpSp>
                  <p:nvGrpSpPr>
                    <p:cNvPr id="43" name="グループ化 42">
                      <a:extLst>
                        <a:ext uri="{FF2B5EF4-FFF2-40B4-BE49-F238E27FC236}">
                          <a16:creationId xmlns:a16="http://schemas.microsoft.com/office/drawing/2014/main" id="{97B6B564-0715-BD98-B78A-6C1A4C3707A6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56080" y="46383"/>
                      <a:ext cx="7123799" cy="14738484"/>
                      <a:chOff x="56080" y="46383"/>
                      <a:chExt cx="7013517" cy="15555882"/>
                    </a:xfrm>
                  </p:grpSpPr>
                  <p:pic>
                    <p:nvPicPr>
                      <p:cNvPr id="60" name="図 59">
                        <a:extLst>
                          <a:ext uri="{FF2B5EF4-FFF2-40B4-BE49-F238E27FC236}">
                            <a16:creationId xmlns:a16="http://schemas.microsoft.com/office/drawing/2014/main" id="{BD06D2AA-81A0-1EFF-CAC2-7B0254324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2"/>
                      <a:srcRect l="20878" t="12904" r="21613"/>
                      <a:stretch>
                        <a:fillRect/>
                      </a:stretch>
                    </p:blipFill>
                    <p:spPr>
                      <a:xfrm>
                        <a:off x="56080" y="46383"/>
                        <a:ext cx="7011386" cy="5707604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61" name="図 60">
                        <a:extLst>
                          <a:ext uri="{FF2B5EF4-FFF2-40B4-BE49-F238E27FC236}">
                            <a16:creationId xmlns:a16="http://schemas.microsoft.com/office/drawing/2014/main" id="{9EC657DF-41C5-AA8A-9E65-E5F5C5C5FCA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3"/>
                      <a:srcRect l="20878" t="18033" r="21613"/>
                      <a:stretch>
                        <a:fillRect/>
                      </a:stretch>
                    </p:blipFill>
                    <p:spPr>
                      <a:xfrm>
                        <a:off x="57647" y="4825363"/>
                        <a:ext cx="7011407" cy="537161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62" name="図 61">
                        <a:extLst>
                          <a:ext uri="{FF2B5EF4-FFF2-40B4-BE49-F238E27FC236}">
                            <a16:creationId xmlns:a16="http://schemas.microsoft.com/office/drawing/2014/main" id="{8FE5E92C-D7E5-2FCD-7129-330E9E1BD31E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4"/>
                      <a:srcRect l="20878" t="11685" r="21613" b="1"/>
                      <a:stretch>
                        <a:fillRect/>
                      </a:stretch>
                    </p:blipFill>
                    <p:spPr>
                      <a:xfrm>
                        <a:off x="57657" y="8222612"/>
                        <a:ext cx="7011402" cy="5787479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63" name="図 62">
                        <a:extLst>
                          <a:ext uri="{FF2B5EF4-FFF2-40B4-BE49-F238E27FC236}">
                            <a16:creationId xmlns:a16="http://schemas.microsoft.com/office/drawing/2014/main" id="{6E3CF41B-855B-1962-06B4-E5CEC7D8B495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 rotWithShape="1">
                      <a:blip r:embed="rId5"/>
                      <a:srcRect l="20880" t="18532" r="21612" b="4803"/>
                      <a:stretch>
                        <a:fillRect/>
                      </a:stretch>
                    </p:blipFill>
                    <p:spPr>
                      <a:xfrm>
                        <a:off x="56081" y="10576851"/>
                        <a:ext cx="7013516" cy="5025414"/>
                      </a:xfrm>
                      <a:prstGeom prst="rect">
                        <a:avLst/>
                      </a:prstGeom>
                    </p:spPr>
                  </p:pic>
                </p:grpSp>
                <p:sp>
                  <p:nvSpPr>
                    <p:cNvPr id="44" name="正方形/長方形 43">
                      <a:extLst>
                        <a:ext uri="{FF2B5EF4-FFF2-40B4-BE49-F238E27FC236}">
                          <a16:creationId xmlns:a16="http://schemas.microsoft.com/office/drawing/2014/main" id="{2BC9D7AA-9FB6-94D0-731C-BA1032EAAE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287" y="350161"/>
                      <a:ext cx="1922619" cy="30328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cxnSp>
                  <p:nvCxnSpPr>
                    <p:cNvPr id="45" name="直線矢印コネクタ 44">
                      <a:extLst>
                        <a:ext uri="{FF2B5EF4-FFF2-40B4-BE49-F238E27FC236}">
                          <a16:creationId xmlns:a16="http://schemas.microsoft.com/office/drawing/2014/main" id="{DCC3CCF5-3D92-1E4F-F4A0-A86CA74A9656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2025460" y="504288"/>
                      <a:ext cx="296518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6" name="正方形/長方形 45">
                      <a:extLst>
                        <a:ext uri="{FF2B5EF4-FFF2-40B4-BE49-F238E27FC236}">
                          <a16:creationId xmlns:a16="http://schemas.microsoft.com/office/drawing/2014/main" id="{59C226F6-CF86-87B9-6576-C45CFCA622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27249" y="350161"/>
                      <a:ext cx="1185769" cy="334812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ja-JP" sz="1100" b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タブの切り替え</a:t>
                      </a:r>
                      <a:endParaRPr kumimoji="1" lang="ja-JP" altLang="en-US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7" name="正方形/長方形 46">
                      <a:extLst>
                        <a:ext uri="{FF2B5EF4-FFF2-40B4-BE49-F238E27FC236}">
                          <a16:creationId xmlns:a16="http://schemas.microsoft.com/office/drawing/2014/main" id="{EA5C9E43-0A87-4E6F-B967-F204854023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8543" y="317031"/>
                      <a:ext cx="1010176" cy="30328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cxnSp>
                  <p:nvCxnSpPr>
                    <p:cNvPr id="48" name="直線矢印コネクタ 47">
                      <a:extLst>
                        <a:ext uri="{FF2B5EF4-FFF2-40B4-BE49-F238E27FC236}">
                          <a16:creationId xmlns:a16="http://schemas.microsoft.com/office/drawing/2014/main" id="{2BF4C6B1-9A02-287D-549F-7A6F681899F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537287" y="471158"/>
                      <a:ext cx="611255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9" name="正方形/長方形 48">
                      <a:extLst>
                        <a:ext uri="{FF2B5EF4-FFF2-40B4-BE49-F238E27FC236}">
                          <a16:creationId xmlns:a16="http://schemas.microsoft.com/office/drawing/2014/main" id="{4CF3CCB2-37EC-4B80-7D7C-B962D68838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61595" y="317031"/>
                      <a:ext cx="1305341" cy="334812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入力内容をクリア</a:t>
                      </a:r>
                      <a:endParaRPr kumimoji="1" lang="ja-JP" altLang="en-US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0" name="正方形/長方形 49">
                      <a:extLst>
                        <a:ext uri="{FF2B5EF4-FFF2-40B4-BE49-F238E27FC236}">
                          <a16:creationId xmlns:a16="http://schemas.microsoft.com/office/drawing/2014/main" id="{9A4162A5-B2A1-7E95-E932-B060E40691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9729" y="1162726"/>
                      <a:ext cx="992258" cy="331387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cxnSp>
                  <p:nvCxnSpPr>
                    <p:cNvPr id="51" name="直線矢印コネクタ 50">
                      <a:extLst>
                        <a:ext uri="{FF2B5EF4-FFF2-40B4-BE49-F238E27FC236}">
                          <a16:creationId xmlns:a16="http://schemas.microsoft.com/office/drawing/2014/main" id="{06DDBA91-AC92-6F7D-E13C-063C0EC9EFCC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1259848" y="1334217"/>
                      <a:ext cx="296517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2" name="正方形/長方形 51">
                      <a:extLst>
                        <a:ext uri="{FF2B5EF4-FFF2-40B4-BE49-F238E27FC236}">
                          <a16:creationId xmlns:a16="http://schemas.microsoft.com/office/drawing/2014/main" id="{862A54C5-B4EA-5707-7BD8-CC7A4D1B10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88998" y="1176779"/>
                      <a:ext cx="1729798" cy="334812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入力ファイルの読み込み</a:t>
                      </a:r>
                      <a:endParaRPr kumimoji="1" lang="ja-JP" altLang="en-US" sz="11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正方形/長方形 52">
                      <a:extLst>
                        <a:ext uri="{FF2B5EF4-FFF2-40B4-BE49-F238E27FC236}">
                          <a16:creationId xmlns:a16="http://schemas.microsoft.com/office/drawing/2014/main" id="{3E1C8ED4-64E8-195D-FF7B-06819EB170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3468" y="1614955"/>
                      <a:ext cx="6859658" cy="2924618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54" name="正方形/長方形 53">
                      <a:extLst>
                        <a:ext uri="{FF2B5EF4-FFF2-40B4-BE49-F238E27FC236}">
                          <a16:creationId xmlns:a16="http://schemas.microsoft.com/office/drawing/2014/main" id="{946284A8-B85D-B118-1377-46C65EC4D7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3468" y="4834405"/>
                      <a:ext cx="6859658" cy="486771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55" name="正方形/長方形 54">
                      <a:extLst>
                        <a:ext uri="{FF2B5EF4-FFF2-40B4-BE49-F238E27FC236}">
                          <a16:creationId xmlns:a16="http://schemas.microsoft.com/office/drawing/2014/main" id="{CDBBFB33-1377-75DB-134B-3CB93A1DC1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3468" y="9968823"/>
                      <a:ext cx="6859658" cy="4676775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56" name="正方形/長方形 55">
                      <a:extLst>
                        <a:ext uri="{FF2B5EF4-FFF2-40B4-BE49-F238E27FC236}">
                          <a16:creationId xmlns:a16="http://schemas.microsoft.com/office/drawing/2014/main" id="{1AE10CE6-E1AB-50D8-FCAA-F9DBDB7F02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5952" y="9241031"/>
                      <a:ext cx="1021363" cy="541256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エネミー</a:t>
                      </a:r>
                      <a:endParaRPr kumimoji="1" lang="en-US" altLang="ja-JP" sz="1100" b="1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能力値欄</a:t>
                      </a:r>
                      <a:endParaRPr kumimoji="1" lang="ja-JP" altLang="en-US" sz="11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57" name="直線矢印コネクタ 56">
                      <a:extLst>
                        <a:ext uri="{FF2B5EF4-FFF2-40B4-BE49-F238E27FC236}">
                          <a16:creationId xmlns:a16="http://schemas.microsoft.com/office/drawing/2014/main" id="{7571357A-D66D-E378-A150-351B1A2DCFC1}"/>
                        </a:ext>
                      </a:extLst>
                    </p:cNvPr>
                    <p:cNvCxnSpPr>
                      <a:stCxn id="56" idx="2"/>
                    </p:cNvCxnSpPr>
                    <p:nvPr/>
                  </p:nvCxnSpPr>
                  <p:spPr>
                    <a:xfrm>
                      <a:off x="1586634" y="9782287"/>
                      <a:ext cx="0" cy="196062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8" name="正方形/長方形 57">
                      <a:extLst>
                        <a:ext uri="{FF2B5EF4-FFF2-40B4-BE49-F238E27FC236}">
                          <a16:creationId xmlns:a16="http://schemas.microsoft.com/office/drawing/2014/main" id="{CCEBBDA7-223C-B9E4-BE86-D03E96C12D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0401" y="4310974"/>
                      <a:ext cx="1108516" cy="334812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ドロップ品欄</a:t>
                      </a:r>
                      <a:endParaRPr kumimoji="1" lang="ja-JP" altLang="en-US" sz="11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59" name="直線矢印コネクタ 58">
                      <a:extLst>
                        <a:ext uri="{FF2B5EF4-FFF2-40B4-BE49-F238E27FC236}">
                          <a16:creationId xmlns:a16="http://schemas.microsoft.com/office/drawing/2014/main" id="{0CCD5DFE-55C2-D79F-E8BE-91EE951C7DD4}"/>
                        </a:ext>
                      </a:extLst>
                    </p:cNvPr>
                    <p:cNvCxnSpPr>
                      <a:stCxn id="58" idx="2"/>
                    </p:cNvCxnSpPr>
                    <p:nvPr/>
                  </p:nvCxnSpPr>
                  <p:spPr>
                    <a:xfrm>
                      <a:off x="1024659" y="4645786"/>
                      <a:ext cx="0" cy="189062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8" name="グループ化 7">
                    <a:extLst>
                      <a:ext uri="{FF2B5EF4-FFF2-40B4-BE49-F238E27FC236}">
                        <a16:creationId xmlns:a16="http://schemas.microsoft.com/office/drawing/2014/main" id="{AD5FA359-5D2A-4480-BD37-721F357A40E6}"/>
                      </a:ext>
                    </a:extLst>
                  </p:cNvPr>
                  <p:cNvGrpSpPr/>
                  <p:nvPr/>
                </p:nvGrpSpPr>
                <p:grpSpPr>
                  <a:xfrm>
                    <a:off x="7394933" y="0"/>
                    <a:ext cx="7261054" cy="9364328"/>
                    <a:chOff x="7394933" y="0"/>
                    <a:chExt cx="7310216" cy="10277163"/>
                  </a:xfrm>
                </p:grpSpPr>
                <p:sp>
                  <p:nvSpPr>
                    <p:cNvPr id="26" name="正方形/長方形 25">
                      <a:extLst>
                        <a:ext uri="{FF2B5EF4-FFF2-40B4-BE49-F238E27FC236}">
                          <a16:creationId xmlns:a16="http://schemas.microsoft.com/office/drawing/2014/main" id="{A4E43C84-F4AA-9DCE-53EF-94C3467692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94933" y="0"/>
                      <a:ext cx="7310216" cy="10277163"/>
                    </a:xfrm>
                    <a:prstGeom prst="rect">
                      <a:avLst/>
                    </a:prstGeom>
                    <a:ln w="38100"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 dirty="0"/>
                    </a:p>
                  </p:txBody>
                </p:sp>
                <p:grpSp>
                  <p:nvGrpSpPr>
                    <p:cNvPr id="27" name="グループ化 26">
                      <a:extLst>
                        <a:ext uri="{FF2B5EF4-FFF2-40B4-BE49-F238E27FC236}">
                          <a16:creationId xmlns:a16="http://schemas.microsoft.com/office/drawing/2014/main" id="{54CBEF38-B9D3-1A02-F029-78B345A7AFF6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7450041" y="60237"/>
                      <a:ext cx="7200000" cy="10159310"/>
                      <a:chOff x="7450041" y="60237"/>
                      <a:chExt cx="7011395" cy="10194941"/>
                    </a:xfrm>
                  </p:grpSpPr>
                  <p:pic>
                    <p:nvPicPr>
                      <p:cNvPr id="40" name="図 39">
                        <a:extLst>
                          <a:ext uri="{FF2B5EF4-FFF2-40B4-BE49-F238E27FC236}">
                            <a16:creationId xmlns:a16="http://schemas.microsoft.com/office/drawing/2014/main" id="{DB5C35AD-3931-2E84-F95D-D6D56040D89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rcRect l="20879" t="12904" r="21614"/>
                      <a:stretch>
                        <a:fillRect/>
                      </a:stretch>
                    </p:blipFill>
                    <p:spPr>
                      <a:xfrm>
                        <a:off x="7450042" y="60237"/>
                        <a:ext cx="7011393" cy="5707605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41" name="図 40">
                        <a:extLst>
                          <a:ext uri="{FF2B5EF4-FFF2-40B4-BE49-F238E27FC236}">
                            <a16:creationId xmlns:a16="http://schemas.microsoft.com/office/drawing/2014/main" id="{001ADD55-8617-79BD-2A75-47A3E5B17E5A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7"/>
                      <a:srcRect l="20878" t="20627" r="21613" b="4695"/>
                      <a:stretch>
                        <a:fillRect/>
                      </a:stretch>
                    </p:blipFill>
                    <p:spPr>
                      <a:xfrm>
                        <a:off x="7450041" y="5361444"/>
                        <a:ext cx="7011395" cy="4893734"/>
                      </a:xfrm>
                      <a:prstGeom prst="rect">
                        <a:avLst/>
                      </a:prstGeom>
                    </p:spPr>
                  </p:pic>
                </p:grpSp>
                <p:sp>
                  <p:nvSpPr>
                    <p:cNvPr id="31" name="正方形/長方形 30">
                      <a:extLst>
                        <a:ext uri="{FF2B5EF4-FFF2-40B4-BE49-F238E27FC236}">
                          <a16:creationId xmlns:a16="http://schemas.microsoft.com/office/drawing/2014/main" id="{3B7541E9-65DA-7E77-6647-9A11D68E40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61701" y="1172600"/>
                      <a:ext cx="6928932" cy="171803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32" name="正方形/長方形 31">
                      <a:extLst>
                        <a:ext uri="{FF2B5EF4-FFF2-40B4-BE49-F238E27FC236}">
                          <a16:creationId xmlns:a16="http://schemas.microsoft.com/office/drawing/2014/main" id="{53C52F1C-5B80-3768-5B93-4BFE087A65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61701" y="3577178"/>
                      <a:ext cx="6928932" cy="6504214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33" name="正方形/長方形 32">
                      <a:extLst>
                        <a:ext uri="{FF2B5EF4-FFF2-40B4-BE49-F238E27FC236}">
                          <a16:creationId xmlns:a16="http://schemas.microsoft.com/office/drawing/2014/main" id="{86651245-674E-77B6-630B-BB8ED436D8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24724" y="458348"/>
                      <a:ext cx="784363" cy="355584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特技の例</a:t>
                      </a:r>
                      <a:endParaRPr kumimoji="1" lang="ja-JP" altLang="en-US" sz="110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34" name="直線矢印コネクタ 33">
                      <a:extLst>
                        <a:ext uri="{FF2B5EF4-FFF2-40B4-BE49-F238E27FC236}">
                          <a16:creationId xmlns:a16="http://schemas.microsoft.com/office/drawing/2014/main" id="{842D50FA-AB47-74CA-20BE-E13FAB625CAB}"/>
                        </a:ext>
                      </a:extLst>
                    </p:cNvPr>
                    <p:cNvCxnSpPr>
                      <a:stCxn id="33" idx="2"/>
                    </p:cNvCxnSpPr>
                    <p:nvPr/>
                  </p:nvCxnSpPr>
                  <p:spPr>
                    <a:xfrm>
                      <a:off x="12316906" y="813932"/>
                      <a:ext cx="3463" cy="327814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" name="直線矢印コネクタ 34">
                      <a:extLst>
                        <a:ext uri="{FF2B5EF4-FFF2-40B4-BE49-F238E27FC236}">
                          <a16:creationId xmlns:a16="http://schemas.microsoft.com/office/drawing/2014/main" id="{43B3B00F-1A67-0401-9028-EB714F90A573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8465869" y="3230433"/>
                      <a:ext cx="291074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6" name="正方形/長方形 35">
                      <a:extLst>
                        <a:ext uri="{FF2B5EF4-FFF2-40B4-BE49-F238E27FC236}">
                          <a16:creationId xmlns:a16="http://schemas.microsoft.com/office/drawing/2014/main" id="{4597EFAB-4783-9FBD-9568-5383433AB5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2610" y="3075470"/>
                      <a:ext cx="755557" cy="355584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特技の数</a:t>
                      </a:r>
                      <a:endParaRPr kumimoji="1" lang="ja-JP" altLang="en-US" sz="11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7" name="正方形/長方形 36">
                      <a:extLst>
                        <a:ext uri="{FF2B5EF4-FFF2-40B4-BE49-F238E27FC236}">
                          <a16:creationId xmlns:a16="http://schemas.microsoft.com/office/drawing/2014/main" id="{D50DB2E2-CF4A-ABDB-D1EE-B2314C1A5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8475" y="2946848"/>
                      <a:ext cx="796538" cy="54170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38" name="正方形/長方形 37">
                      <a:extLst>
                        <a:ext uri="{FF2B5EF4-FFF2-40B4-BE49-F238E27FC236}">
                          <a16:creationId xmlns:a16="http://schemas.microsoft.com/office/drawing/2014/main" id="{58480D40-DEAA-F9C8-A337-0AA37D13D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10450" y="2843673"/>
                      <a:ext cx="612911" cy="355584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特技</a:t>
                      </a:r>
                      <a:endParaRPr kumimoji="1" lang="ja-JP" altLang="en-US" sz="110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39" name="直線矢印コネクタ 38">
                      <a:extLst>
                        <a:ext uri="{FF2B5EF4-FFF2-40B4-BE49-F238E27FC236}">
                          <a16:creationId xmlns:a16="http://schemas.microsoft.com/office/drawing/2014/main" id="{234AB7B2-70F0-6116-B4F5-3C02379EE7DB}"/>
                        </a:ext>
                      </a:extLst>
                    </p:cNvPr>
                    <p:cNvCxnSpPr>
                      <a:stCxn id="38" idx="2"/>
                    </p:cNvCxnSpPr>
                    <p:nvPr/>
                  </p:nvCxnSpPr>
                  <p:spPr>
                    <a:xfrm>
                      <a:off x="12316906" y="3199256"/>
                      <a:ext cx="3463" cy="315488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C45EDE8D-B92C-435A-A09F-6112341538BC}"/>
                      </a:ext>
                    </a:extLst>
                  </p:cNvPr>
                  <p:cNvGrpSpPr/>
                  <p:nvPr/>
                </p:nvGrpSpPr>
                <p:grpSpPr>
                  <a:xfrm>
                    <a:off x="14787920" y="0"/>
                    <a:ext cx="7250380" cy="7489251"/>
                    <a:chOff x="14787920" y="0"/>
                    <a:chExt cx="7299541" cy="8211028"/>
                  </a:xfrm>
                </p:grpSpPr>
                <p:sp>
                  <p:nvSpPr>
                    <p:cNvPr id="10" name="正方形/長方形 9">
                      <a:extLst>
                        <a:ext uri="{FF2B5EF4-FFF2-40B4-BE49-F238E27FC236}">
                          <a16:creationId xmlns:a16="http://schemas.microsoft.com/office/drawing/2014/main" id="{56E2FE23-7AE2-FACA-DBDB-415E06D236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787920" y="0"/>
                      <a:ext cx="7299541" cy="8211028"/>
                    </a:xfrm>
                    <a:prstGeom prst="rect">
                      <a:avLst/>
                    </a:prstGeom>
                    <a:ln w="38100">
                      <a:solidFill>
                        <a:schemeClr val="accent4"/>
                      </a:solidFill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DF82CB5A-0973-AB40-A0A2-0D7DF4F046CD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14837690" y="60238"/>
                      <a:ext cx="7200000" cy="8081443"/>
                      <a:chOff x="14837690" y="60238"/>
                      <a:chExt cx="7011398" cy="8095203"/>
                    </a:xfrm>
                  </p:grpSpPr>
                  <p:pic>
                    <p:nvPicPr>
                      <p:cNvPr id="24" name="図 23">
                        <a:extLst>
                          <a:ext uri="{FF2B5EF4-FFF2-40B4-BE49-F238E27FC236}">
                            <a16:creationId xmlns:a16="http://schemas.microsoft.com/office/drawing/2014/main" id="{2F9BB571-5DB6-46E9-F465-F9451D3FCC43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/>
                      <a:srcRect l="20879" t="13670" r="21614"/>
                      <a:stretch>
                        <a:fillRect/>
                      </a:stretch>
                    </p:blipFill>
                    <p:spPr>
                      <a:xfrm>
                        <a:off x="14837692" y="60238"/>
                        <a:ext cx="7011396" cy="565741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25" name="図 24">
                        <a:extLst>
                          <a:ext uri="{FF2B5EF4-FFF2-40B4-BE49-F238E27FC236}">
                            <a16:creationId xmlns:a16="http://schemas.microsoft.com/office/drawing/2014/main" id="{7C2FA2FE-137E-BECA-E1AD-F6946EF1EA84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9"/>
                      <a:srcRect l="20881" t="53004" r="21613" b="4876"/>
                      <a:stretch>
                        <a:fillRect/>
                      </a:stretch>
                    </p:blipFill>
                    <p:spPr>
                      <a:xfrm>
                        <a:off x="14837690" y="5395308"/>
                        <a:ext cx="7011398" cy="2760133"/>
                      </a:xfrm>
                      <a:prstGeom prst="rect">
                        <a:avLst/>
                      </a:prstGeom>
                    </p:spPr>
                  </p:pic>
                </p:grpSp>
                <p:sp>
                  <p:nvSpPr>
                    <p:cNvPr id="15" name="正方形/長方形 14">
                      <a:extLst>
                        <a:ext uri="{FF2B5EF4-FFF2-40B4-BE49-F238E27FC236}">
                          <a16:creationId xmlns:a16="http://schemas.microsoft.com/office/drawing/2014/main" id="{BC439BB7-3353-D814-E6A9-8CBBCA4F41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961262" y="1172601"/>
                      <a:ext cx="6928931" cy="4117768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3AABF4AF-B47B-2466-0BBF-4D571FBCE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961262" y="5666741"/>
                      <a:ext cx="6928931" cy="1738002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sp>
                  <p:nvSpPr>
                    <p:cNvPr id="17" name="正方形/長方形 16">
                      <a:extLst>
                        <a:ext uri="{FF2B5EF4-FFF2-40B4-BE49-F238E27FC236}">
                          <a16:creationId xmlns:a16="http://schemas.microsoft.com/office/drawing/2014/main" id="{CAF1ED12-04C6-35CD-23B7-D42D21B521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806569" y="7521765"/>
                      <a:ext cx="2049607" cy="380134"/>
                    </a:xfrm>
                    <a:prstGeom prst="rect">
                      <a:avLst/>
                    </a:prstGeom>
                    <a:noFill/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kumimoji="1" lang="ja-JP" altLang="en-US" sz="1100"/>
                    </a:p>
                  </p:txBody>
                </p:sp>
                <p:cxnSp>
                  <p:nvCxnSpPr>
                    <p:cNvPr id="18" name="直線矢印コネクタ 17">
                      <a:extLst>
                        <a:ext uri="{FF2B5EF4-FFF2-40B4-BE49-F238E27FC236}">
                          <a16:creationId xmlns:a16="http://schemas.microsoft.com/office/drawing/2014/main" id="{D7B527CE-866D-CE9B-328D-C4DCC13B122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19162174" y="7723197"/>
                      <a:ext cx="618181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9" name="正方形/長方形 18">
                      <a:extLst>
                        <a:ext uri="{FF2B5EF4-FFF2-40B4-BE49-F238E27FC236}">
                          <a16:creationId xmlns:a16="http://schemas.microsoft.com/office/drawing/2014/main" id="{C04AF138-0CC5-E550-FA62-D1487AB8B7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923370" y="7562347"/>
                      <a:ext cx="1566210" cy="355226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データファイル出力</a:t>
                      </a:r>
                      <a:endParaRPr kumimoji="1" lang="ja-JP" altLang="en-US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" name="正方形/長方形 19">
                      <a:extLst>
                        <a:ext uri="{FF2B5EF4-FFF2-40B4-BE49-F238E27FC236}">
                          <a16:creationId xmlns:a16="http://schemas.microsoft.com/office/drawing/2014/main" id="{2383D6EA-A2F0-25DB-FF29-D35379CCDF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129531" y="463952"/>
                      <a:ext cx="1567244" cy="355226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100" b="1">
                          <a:solidFill>
                            <a:schemeClr val="tx1"/>
                          </a:solidFill>
                        </a:rPr>
                        <a:t>エネミーデータ確認</a:t>
                      </a:r>
                    </a:p>
                  </p:txBody>
                </p: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66ECEA65-57CB-0F12-1A8B-4774BE9FD4E4}"/>
                        </a:ext>
                      </a:extLst>
                    </p:cNvPr>
                    <p:cNvCxnSpPr>
                      <a:stCxn id="20" idx="2"/>
                    </p:cNvCxnSpPr>
                    <p:nvPr/>
                  </p:nvCxnSpPr>
                  <p:spPr>
                    <a:xfrm flipH="1">
                      <a:off x="19912032" y="819177"/>
                      <a:ext cx="1122" cy="315847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" name="正方形/長方形 21">
                      <a:extLst>
                        <a:ext uri="{FF2B5EF4-FFF2-40B4-BE49-F238E27FC236}">
                          <a16:creationId xmlns:a16="http://schemas.microsoft.com/office/drawing/2014/main" id="{53F7465E-B332-CCEC-2A9D-BC3EDEE2C1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60840" y="4992146"/>
                      <a:ext cx="1240136" cy="355226"/>
                    </a:xfrm>
                    <a:prstGeom prst="rect">
                      <a:avLst/>
                    </a:prstGeom>
                    <a:solidFill>
                      <a:sysClr val="window" lastClr="FFFFFF"/>
                    </a:solidFill>
                    <a:ln w="28575"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lvl1pPr marL="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indent="0">
                        <a:defRPr sz="11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CCFOLIA</a:t>
                      </a:r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用出力</a:t>
                      </a:r>
                      <a:endParaRPr kumimoji="1" lang="ja-JP" altLang="en-US" sz="11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3" name="直線矢印コネクタ 22">
                      <a:extLst>
                        <a:ext uri="{FF2B5EF4-FFF2-40B4-BE49-F238E27FC236}">
                          <a16:creationId xmlns:a16="http://schemas.microsoft.com/office/drawing/2014/main" id="{6405F71E-1230-7420-0E8E-C580AD3FF734}"/>
                        </a:ext>
                      </a:extLst>
                    </p:cNvPr>
                    <p:cNvCxnSpPr>
                      <a:stCxn id="22" idx="2"/>
                    </p:cNvCxnSpPr>
                    <p:nvPr/>
                  </p:nvCxnSpPr>
                  <p:spPr>
                    <a:xfrm flipH="1">
                      <a:off x="15979787" y="5347372"/>
                      <a:ext cx="1121" cy="315847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CA56102D-3911-F7E7-D805-B8E9EB8189BD}"/>
                  </a:ext>
                </a:extLst>
              </p:cNvPr>
              <p:cNvSpPr/>
              <p:nvPr/>
            </p:nvSpPr>
            <p:spPr>
              <a:xfrm>
                <a:off x="-2394009" y="-4431361"/>
                <a:ext cx="2204715" cy="560617"/>
              </a:xfrm>
              <a:prstGeom prst="rect">
                <a:avLst/>
              </a:prstGeom>
              <a:ln w="28575">
                <a:solidFill>
                  <a:schemeClr val="accent3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en-US" altLang="ja-JP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[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エネミー情報</a:t>
                </a:r>
                <a:r>
                  <a:rPr kumimoji="1" lang="en-US" altLang="ja-JP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]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タブ</a:t>
                </a:r>
                <a:endParaRPr kumimoji="1" lang="ja-JP" altLang="en-US" sz="1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D9364643-BA69-EB25-22E5-FDA6AC1BAE62}"/>
                  </a:ext>
                </a:extLst>
              </p:cNvPr>
              <p:cNvSpPr/>
              <p:nvPr/>
            </p:nvSpPr>
            <p:spPr>
              <a:xfrm>
                <a:off x="4996796" y="-4431361"/>
                <a:ext cx="2204715" cy="560617"/>
              </a:xfrm>
              <a:prstGeom prst="rect">
                <a:avLst/>
              </a:prstGeom>
              <a:ln w="28575">
                <a:solidFill>
                  <a:schemeClr val="accent5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1800" b="1" dirty="0">
                    <a:solidFill>
                      <a:schemeClr val="tx1"/>
                    </a:solidFill>
                  </a:rPr>
                  <a:t>[</a:t>
                </a:r>
                <a:r>
                  <a:rPr lang="ja-JP" altLang="en-US" sz="1800" b="1" dirty="0">
                    <a:solidFill>
                      <a:schemeClr val="tx1"/>
                    </a:solidFill>
                  </a:rPr>
                  <a:t>特技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情報</a:t>
                </a:r>
                <a:r>
                  <a:rPr lang="en-US" altLang="ja-JP" sz="1800" b="1" dirty="0">
                    <a:solidFill>
                      <a:schemeClr val="tx1"/>
                    </a:solidFill>
                  </a:rPr>
                  <a:t>]</a:t>
                </a:r>
                <a:r>
                  <a:rPr lang="ja-JP" altLang="en-US" sz="1800" b="1" dirty="0">
                    <a:solidFill>
                      <a:schemeClr val="tx1"/>
                    </a:solidFill>
                  </a:rPr>
                  <a:t>タブ</a:t>
                </a:r>
                <a:endParaRPr kumimoji="1" lang="ja-JP" altLang="en-US" sz="1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B81E814E-7B5D-0482-19D9-CB14E8176879}"/>
                  </a:ext>
                </a:extLst>
              </p:cNvPr>
              <p:cNvSpPr/>
              <p:nvPr/>
            </p:nvSpPr>
            <p:spPr>
              <a:xfrm>
                <a:off x="12387601" y="-4431361"/>
                <a:ext cx="2204715" cy="560617"/>
              </a:xfrm>
              <a:prstGeom prst="rect">
                <a:avLst/>
              </a:prstGeom>
              <a:ln w="28575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en-US" altLang="ja-JP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[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データ出力</a:t>
                </a:r>
                <a:r>
                  <a:rPr lang="en-US" altLang="ja-JP" sz="1800" b="1" dirty="0">
                    <a:solidFill>
                      <a:schemeClr val="tx1"/>
                    </a:solidFill>
                  </a:rPr>
                  <a:t>]</a:t>
                </a:r>
                <a:r>
                  <a:rPr lang="ja-JP" altLang="en-US" sz="1800" b="1" dirty="0">
                    <a:solidFill>
                      <a:schemeClr val="tx1"/>
                    </a:solidFill>
                  </a:rPr>
                  <a:t>タブ</a:t>
                </a:r>
                <a:endParaRPr kumimoji="1" lang="ja-JP" altLang="en-US" sz="18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9BAC9C93-9BE3-602B-8993-78A2BCAAB4F6}"/>
                </a:ext>
              </a:extLst>
            </p:cNvPr>
            <p:cNvSpPr/>
            <p:nvPr/>
          </p:nvSpPr>
          <p:spPr>
            <a:xfrm>
              <a:off x="-134327" y="-2816770"/>
              <a:ext cx="1352214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エネミー情報欄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84" name="直線矢印コネクタ 83">
              <a:extLst>
                <a:ext uri="{FF2B5EF4-FFF2-40B4-BE49-F238E27FC236}">
                  <a16:creationId xmlns:a16="http://schemas.microsoft.com/office/drawing/2014/main" id="{ECA278EF-F9F3-5186-CF34-3650130A4029}"/>
                </a:ext>
              </a:extLst>
            </p:cNvPr>
            <p:cNvCxnSpPr>
              <a:cxnSpLocks/>
              <a:stCxn id="83" idx="2"/>
            </p:cNvCxnSpPr>
            <p:nvPr/>
          </p:nvCxnSpPr>
          <p:spPr>
            <a:xfrm>
              <a:off x="541780" y="-2492770"/>
              <a:ext cx="0" cy="2827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256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741AE-4D94-9A88-E10B-ED4FC43D1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CB3B116-1057-901E-5CEA-64E1016F6942}"/>
              </a:ext>
            </a:extLst>
          </p:cNvPr>
          <p:cNvGrpSpPr/>
          <p:nvPr/>
        </p:nvGrpSpPr>
        <p:grpSpPr>
          <a:xfrm>
            <a:off x="1332469" y="-574098"/>
            <a:ext cx="7448290" cy="15308638"/>
            <a:chOff x="1332469" y="-4549198"/>
            <a:chExt cx="7448290" cy="15308638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4D889031-F3E0-0CEE-61BE-9A398FCC8E84}"/>
                </a:ext>
              </a:extLst>
            </p:cNvPr>
            <p:cNvSpPr/>
            <p:nvPr/>
          </p:nvSpPr>
          <p:spPr>
            <a:xfrm>
              <a:off x="1332469" y="-4549198"/>
              <a:ext cx="7448290" cy="153086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559A5DBB-33A0-F07B-B60F-2F05EEC8707E}"/>
                </a:ext>
              </a:extLst>
            </p:cNvPr>
            <p:cNvGrpSpPr/>
            <p:nvPr/>
          </p:nvGrpSpPr>
          <p:grpSpPr>
            <a:xfrm>
              <a:off x="1425115" y="-4431361"/>
              <a:ext cx="7262999" cy="15042269"/>
              <a:chOff x="1415506" y="-4431361"/>
              <a:chExt cx="7262999" cy="15042269"/>
            </a:xfrm>
          </p:grpSpPr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497BE7B4-5301-A60D-9FE3-2DF2A12D87D6}"/>
                  </a:ext>
                </a:extLst>
              </p:cNvPr>
              <p:cNvSpPr/>
              <p:nvPr/>
            </p:nvSpPr>
            <p:spPr>
              <a:xfrm>
                <a:off x="1415506" y="-3752908"/>
                <a:ext cx="7262999" cy="14363816"/>
              </a:xfrm>
              <a:prstGeom prst="rect">
                <a:avLst/>
              </a:prstGeom>
              <a:ln w="38100">
                <a:solidFill>
                  <a:schemeClr val="accent3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C4C1AC11-44FF-4247-C56F-9ED735C92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12904" r="21613"/>
              <a:stretch>
                <a:fillRect/>
              </a:stretch>
            </p:blipFill>
            <p:spPr>
              <a:xfrm>
                <a:off x="1471796" y="-3708023"/>
                <a:ext cx="7148246" cy="5233065"/>
              </a:xfrm>
              <a:prstGeom prst="rect">
                <a:avLst/>
              </a:prstGeom>
            </p:spPr>
          </p:pic>
          <p:pic>
            <p:nvPicPr>
              <p:cNvPr id="61" name="図 60">
                <a:extLst>
                  <a:ext uri="{FF2B5EF4-FFF2-40B4-BE49-F238E27FC236}">
                    <a16:creationId xmlns:a16="http://schemas.microsoft.com/office/drawing/2014/main" id="{66540570-54CB-6B40-3F34-D42BA9DA00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18033" r="21613"/>
              <a:stretch>
                <a:fillRect/>
              </a:stretch>
            </p:blipFill>
            <p:spPr>
              <a:xfrm>
                <a:off x="1473394" y="673625"/>
                <a:ext cx="7148268" cy="4925008"/>
              </a:xfrm>
              <a:prstGeom prst="rect">
                <a:avLst/>
              </a:prstGeom>
            </p:spPr>
          </p:pic>
          <p:pic>
            <p:nvPicPr>
              <p:cNvPr id="62" name="図 61">
                <a:extLst>
                  <a:ext uri="{FF2B5EF4-FFF2-40B4-BE49-F238E27FC236}">
                    <a16:creationId xmlns:a16="http://schemas.microsoft.com/office/drawing/2014/main" id="{8078C9E7-F77C-AE38-E4F5-7AF06F54F6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0878" t="11685" r="21613" b="1"/>
              <a:stretch>
                <a:fillRect/>
              </a:stretch>
            </p:blipFill>
            <p:spPr>
              <a:xfrm>
                <a:off x="1473404" y="3788421"/>
                <a:ext cx="7148263" cy="5306299"/>
              </a:xfrm>
              <a:prstGeom prst="rect">
                <a:avLst/>
              </a:prstGeom>
            </p:spPr>
          </p:pic>
          <p:pic>
            <p:nvPicPr>
              <p:cNvPr id="63" name="図 62">
                <a:extLst>
                  <a:ext uri="{FF2B5EF4-FFF2-40B4-BE49-F238E27FC236}">
                    <a16:creationId xmlns:a16="http://schemas.microsoft.com/office/drawing/2014/main" id="{05449647-A62C-D5E3-4258-1634E8E677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0880" t="18532" r="21612" b="4803"/>
              <a:stretch>
                <a:fillRect/>
              </a:stretch>
            </p:blipFill>
            <p:spPr>
              <a:xfrm>
                <a:off x="1471797" y="5946925"/>
                <a:ext cx="7150418" cy="4607593"/>
              </a:xfrm>
              <a:prstGeom prst="rect">
                <a:avLst/>
              </a:prstGeom>
            </p:spPr>
          </p:pic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09028C28-0ABB-15A5-D4A5-49C7B449DAF6}"/>
                  </a:ext>
                </a:extLst>
              </p:cNvPr>
              <p:cNvSpPr/>
              <p:nvPr/>
            </p:nvSpPr>
            <p:spPr>
              <a:xfrm>
                <a:off x="1656131" y="-2627729"/>
                <a:ext cx="995966" cy="32068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cxnSp>
            <p:nvCxnSpPr>
              <p:cNvPr id="51" name="直線矢印コネクタ 50">
                <a:extLst>
                  <a:ext uri="{FF2B5EF4-FFF2-40B4-BE49-F238E27FC236}">
                    <a16:creationId xmlns:a16="http://schemas.microsoft.com/office/drawing/2014/main" id="{39F4E1BC-27B3-28EF-3B25-2CA85B11A0DF}"/>
                  </a:ext>
                </a:extLst>
              </p:cNvPr>
              <p:cNvCxnSpPr/>
              <p:nvPr/>
            </p:nvCxnSpPr>
            <p:spPr>
              <a:xfrm flipH="1">
                <a:off x="2680062" y="-2461776"/>
                <a:ext cx="29762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95F65569-FE9A-7F79-9640-6A7F0D9D3D34}"/>
                  </a:ext>
                </a:extLst>
              </p:cNvPr>
              <p:cNvSpPr/>
              <p:nvPr/>
            </p:nvSpPr>
            <p:spPr>
              <a:xfrm>
                <a:off x="2910068" y="-2614130"/>
                <a:ext cx="1736262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入力ファイルの読み込み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B849B058-FDD3-51FD-0999-B2F079D2CECA}"/>
                  </a:ext>
                </a:extLst>
              </p:cNvPr>
              <p:cNvSpPr/>
              <p:nvPr/>
            </p:nvSpPr>
            <p:spPr>
              <a:xfrm>
                <a:off x="1589622" y="-2190104"/>
                <a:ext cx="6885291" cy="283017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E650095B-B342-B40F-80B7-FAB3427F0661}"/>
                  </a:ext>
                </a:extLst>
              </p:cNvPr>
              <p:cNvSpPr/>
              <p:nvPr/>
            </p:nvSpPr>
            <p:spPr>
              <a:xfrm>
                <a:off x="1589622" y="925382"/>
                <a:ext cx="6885291" cy="471052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D7B090D1-3230-0A46-B7E5-5CCD5FFC71FF}"/>
                  </a:ext>
                </a:extLst>
              </p:cNvPr>
              <p:cNvSpPr/>
              <p:nvPr/>
            </p:nvSpPr>
            <p:spPr>
              <a:xfrm>
                <a:off x="1589622" y="5893996"/>
                <a:ext cx="6885291" cy="452575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7D731981-196E-62D1-C642-2D2422EC8312}"/>
                  </a:ext>
                </a:extLst>
              </p:cNvPr>
              <p:cNvSpPr/>
              <p:nvPr/>
            </p:nvSpPr>
            <p:spPr>
              <a:xfrm>
                <a:off x="2495479" y="5189706"/>
                <a:ext cx="1025180" cy="523777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エネミー</a:t>
                </a:r>
                <a:endPara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能力値欄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64D94E88-8777-4D1B-798F-383B224A963A}"/>
                  </a:ext>
                </a:extLst>
              </p:cNvPr>
              <p:cNvCxnSpPr>
                <a:stCxn id="56" idx="2"/>
              </p:cNvCxnSpPr>
              <p:nvPr/>
            </p:nvCxnSpPr>
            <p:spPr>
              <a:xfrm>
                <a:off x="3008069" y="5713484"/>
                <a:ext cx="0" cy="18973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A80D0485-79ED-F724-83FB-9AA28E494139}"/>
                  </a:ext>
                </a:extLst>
              </p:cNvPr>
              <p:cNvSpPr/>
              <p:nvPr/>
            </p:nvSpPr>
            <p:spPr>
              <a:xfrm>
                <a:off x="1887665" y="418854"/>
                <a:ext cx="1112658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ドロップ品欄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9" name="直線矢印コネクタ 58">
                <a:extLst>
                  <a:ext uri="{FF2B5EF4-FFF2-40B4-BE49-F238E27FC236}">
                    <a16:creationId xmlns:a16="http://schemas.microsoft.com/office/drawing/2014/main" id="{6A1CB220-11E5-1FF8-C00D-D41A25A94C13}"/>
                  </a:ext>
                </a:extLst>
              </p:cNvPr>
              <p:cNvCxnSpPr>
                <a:stCxn id="58" idx="2"/>
              </p:cNvCxnSpPr>
              <p:nvPr/>
            </p:nvCxnSpPr>
            <p:spPr>
              <a:xfrm>
                <a:off x="2443994" y="742854"/>
                <a:ext cx="0" cy="182957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DC76FCB0-7803-9EFC-FCF9-788CDA9A6670}"/>
                  </a:ext>
                </a:extLst>
              </p:cNvPr>
              <p:cNvSpPr/>
              <p:nvPr/>
            </p:nvSpPr>
            <p:spPr>
              <a:xfrm>
                <a:off x="3929909" y="-4431361"/>
                <a:ext cx="2204715" cy="560617"/>
              </a:xfrm>
              <a:prstGeom prst="rect">
                <a:avLst/>
              </a:prstGeom>
              <a:ln w="28575">
                <a:solidFill>
                  <a:schemeClr val="accent3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en-US" altLang="ja-JP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[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エネミー情報</a:t>
                </a:r>
                <a:r>
                  <a:rPr kumimoji="1" lang="en-US" altLang="ja-JP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]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タブ</a:t>
                </a:r>
                <a:endParaRPr kumimoji="1" lang="ja-JP" altLang="en-US" sz="1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a16:creationId xmlns:a16="http://schemas.microsoft.com/office/drawing/2014/main" id="{3E02D4FE-3CA2-E1A2-78E8-A0C45DD1FBCC}"/>
                  </a:ext>
                </a:extLst>
              </p:cNvPr>
              <p:cNvSpPr/>
              <p:nvPr/>
            </p:nvSpPr>
            <p:spPr>
              <a:xfrm>
                <a:off x="6204329" y="-2816770"/>
                <a:ext cx="1352214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エネミー情報欄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4" name="直線矢印コネクタ 83">
                <a:extLst>
                  <a:ext uri="{FF2B5EF4-FFF2-40B4-BE49-F238E27FC236}">
                    <a16:creationId xmlns:a16="http://schemas.microsoft.com/office/drawing/2014/main" id="{09D86890-E1B5-7A9F-EEF7-3AC50A29AFC2}"/>
                  </a:ext>
                </a:extLst>
              </p:cNvPr>
              <p:cNvCxnSpPr>
                <a:cxnSpLocks/>
                <a:stCxn id="83" idx="2"/>
              </p:cNvCxnSpPr>
              <p:nvPr/>
            </p:nvCxnSpPr>
            <p:spPr>
              <a:xfrm>
                <a:off x="6880436" y="-2492770"/>
                <a:ext cx="0" cy="28273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96311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AD160C9-9824-AD0E-44D5-A3E1CD37F8C7}"/>
              </a:ext>
            </a:extLst>
          </p:cNvPr>
          <p:cNvGrpSpPr/>
          <p:nvPr/>
        </p:nvGrpSpPr>
        <p:grpSpPr>
          <a:xfrm>
            <a:off x="2478020" y="-2814699"/>
            <a:ext cx="7235960" cy="14843139"/>
            <a:chOff x="0" y="1"/>
            <a:chExt cx="7235960" cy="14843139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BDEB930-E198-11B1-9E26-54DB96182DB9}"/>
                </a:ext>
              </a:extLst>
            </p:cNvPr>
            <p:cNvSpPr/>
            <p:nvPr/>
          </p:nvSpPr>
          <p:spPr>
            <a:xfrm>
              <a:off x="0" y="1"/>
              <a:ext cx="7235960" cy="14843139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D9BD2DDE-D380-086C-06B9-9712058943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80" y="46384"/>
              <a:ext cx="7123799" cy="14738484"/>
              <a:chOff x="56080" y="46384"/>
              <a:chExt cx="7013517" cy="15555882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2A3C3AB3-454B-934F-A125-56AD37D3BA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12904" r="21613"/>
              <a:stretch>
                <a:fillRect/>
              </a:stretch>
            </p:blipFill>
            <p:spPr>
              <a:xfrm>
                <a:off x="56080" y="46384"/>
                <a:ext cx="7011386" cy="5707604"/>
              </a:xfrm>
              <a:prstGeom prst="rect">
                <a:avLst/>
              </a:prstGeom>
            </p:spPr>
          </p:pic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DCD2B91D-A529-2F05-8253-C6505020D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18033" r="21613"/>
              <a:stretch>
                <a:fillRect/>
              </a:stretch>
            </p:blipFill>
            <p:spPr>
              <a:xfrm>
                <a:off x="57647" y="4825364"/>
                <a:ext cx="7011407" cy="5371613"/>
              </a:xfrm>
              <a:prstGeom prst="rect">
                <a:avLst/>
              </a:prstGeom>
            </p:spPr>
          </p:pic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6D0EB867-6FF5-8789-5823-B03AD1D7D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0878" t="11685" r="21613" b="1"/>
              <a:stretch>
                <a:fillRect/>
              </a:stretch>
            </p:blipFill>
            <p:spPr>
              <a:xfrm>
                <a:off x="57657" y="8222613"/>
                <a:ext cx="7011402" cy="5787479"/>
              </a:xfrm>
              <a:prstGeom prst="rect">
                <a:avLst/>
              </a:prstGeom>
            </p:spPr>
          </p:pic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56E27F2A-3857-262B-1963-0E0E3AF0FF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0880" t="18532" r="21612" b="4803"/>
              <a:stretch>
                <a:fillRect/>
              </a:stretch>
            </p:blipFill>
            <p:spPr>
              <a:xfrm>
                <a:off x="56081" y="10576852"/>
                <a:ext cx="7013516" cy="5025414"/>
              </a:xfrm>
              <a:prstGeom prst="rect">
                <a:avLst/>
              </a:prstGeom>
            </p:spPr>
          </p:pic>
        </p:grp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9E3523C-C975-3D3E-85D9-B25DFF572188}"/>
                </a:ext>
              </a:extLst>
            </p:cNvPr>
            <p:cNvSpPr/>
            <p:nvPr/>
          </p:nvSpPr>
          <p:spPr>
            <a:xfrm>
              <a:off x="89287" y="350162"/>
              <a:ext cx="1922619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F356751-6A2A-0088-865A-4C0B2770F0FE}"/>
                </a:ext>
              </a:extLst>
            </p:cNvPr>
            <p:cNvCxnSpPr/>
            <p:nvPr/>
          </p:nvCxnSpPr>
          <p:spPr>
            <a:xfrm flipH="1">
              <a:off x="2025460" y="504289"/>
              <a:ext cx="2965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BD6A8DA8-5538-0254-B624-82C975705896}"/>
                </a:ext>
              </a:extLst>
            </p:cNvPr>
            <p:cNvSpPr/>
            <p:nvPr/>
          </p:nvSpPr>
          <p:spPr>
            <a:xfrm>
              <a:off x="2327249" y="350162"/>
              <a:ext cx="1185769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F9D24FA2-623B-AF72-AA80-D5E185CF79CA}"/>
                </a:ext>
              </a:extLst>
            </p:cNvPr>
            <p:cNvSpPr/>
            <p:nvPr/>
          </p:nvSpPr>
          <p:spPr>
            <a:xfrm>
              <a:off x="6148543" y="317032"/>
              <a:ext cx="1010176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423788DB-EAD7-2967-1936-5CBA49202BC5}"/>
                </a:ext>
              </a:extLst>
            </p:cNvPr>
            <p:cNvCxnSpPr/>
            <p:nvPr/>
          </p:nvCxnSpPr>
          <p:spPr>
            <a:xfrm>
              <a:off x="5537287" y="471159"/>
              <a:ext cx="6112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101B2967-7B3A-8BBF-09CF-4B7D17E5B60C}"/>
                </a:ext>
              </a:extLst>
            </p:cNvPr>
            <p:cNvSpPr/>
            <p:nvPr/>
          </p:nvSpPr>
          <p:spPr>
            <a:xfrm>
              <a:off x="4561595" y="317032"/>
              <a:ext cx="1305341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入力内容をクリア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6D5CFD43-9A65-4631-A723-1573A87B92EB}"/>
                </a:ext>
              </a:extLst>
            </p:cNvPr>
            <p:cNvSpPr/>
            <p:nvPr/>
          </p:nvSpPr>
          <p:spPr>
            <a:xfrm>
              <a:off x="239729" y="1162727"/>
              <a:ext cx="992258" cy="33138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518CDA05-E80C-FED7-2280-453228BFE525}"/>
                </a:ext>
              </a:extLst>
            </p:cNvPr>
            <p:cNvCxnSpPr/>
            <p:nvPr/>
          </p:nvCxnSpPr>
          <p:spPr>
            <a:xfrm flipH="1">
              <a:off x="1259848" y="1334218"/>
              <a:ext cx="29651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4D48CB0A-9B1C-497A-BA1D-25F933A7C3FF}"/>
                </a:ext>
              </a:extLst>
            </p:cNvPr>
            <p:cNvSpPr/>
            <p:nvPr/>
          </p:nvSpPr>
          <p:spPr>
            <a:xfrm>
              <a:off x="1561635" y="1176780"/>
              <a:ext cx="1446142" cy="30328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5F227F5C-615C-E984-CAEF-3631D912A0F4}"/>
                </a:ext>
              </a:extLst>
            </p:cNvPr>
            <p:cNvSpPr/>
            <p:nvPr/>
          </p:nvSpPr>
          <p:spPr>
            <a:xfrm>
              <a:off x="173468" y="1614956"/>
              <a:ext cx="6859658" cy="292461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61AD6498-2A57-1D00-550B-10A294E0EC51}"/>
                </a:ext>
              </a:extLst>
            </p:cNvPr>
            <p:cNvSpPr/>
            <p:nvPr/>
          </p:nvSpPr>
          <p:spPr>
            <a:xfrm>
              <a:off x="173468" y="4834406"/>
              <a:ext cx="6859658" cy="486771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90B131B5-F8F2-1424-7CA4-9A62F441314D}"/>
                </a:ext>
              </a:extLst>
            </p:cNvPr>
            <p:cNvSpPr/>
            <p:nvPr/>
          </p:nvSpPr>
          <p:spPr>
            <a:xfrm>
              <a:off x="173468" y="9968824"/>
              <a:ext cx="6859658" cy="467677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EAD2B3D0-6E0B-3538-B431-2837A44D5583}"/>
                </a:ext>
              </a:extLst>
            </p:cNvPr>
            <p:cNvSpPr/>
            <p:nvPr/>
          </p:nvSpPr>
          <p:spPr>
            <a:xfrm>
              <a:off x="1075952" y="9241032"/>
              <a:ext cx="1021363" cy="541256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</a:t>
              </a:r>
              <a:endParaRPr kumimoji="1" lang="en-US" altLang="ja-JP" sz="1100" b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endParaRPr>
            </a:p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能力値欄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5554E339-3A32-CAA2-7A3C-2F11CB5A64C2}"/>
                </a:ext>
              </a:extLst>
            </p:cNvPr>
            <p:cNvCxnSpPr>
              <a:stCxn id="53" idx="2"/>
            </p:cNvCxnSpPr>
            <p:nvPr/>
          </p:nvCxnSpPr>
          <p:spPr>
            <a:xfrm>
              <a:off x="1586634" y="9782288"/>
              <a:ext cx="0" cy="19606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E9F554B5-3694-DF5C-8868-459D843B5AF9}"/>
                </a:ext>
              </a:extLst>
            </p:cNvPr>
            <p:cNvSpPr/>
            <p:nvPr/>
          </p:nvSpPr>
          <p:spPr>
            <a:xfrm>
              <a:off x="470401" y="4310975"/>
              <a:ext cx="1108516" cy="34297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ドロップ品欄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6BE7C69D-E55C-6AD4-8145-997811C56634}"/>
                </a:ext>
              </a:extLst>
            </p:cNvPr>
            <p:cNvCxnSpPr>
              <a:stCxn id="55" idx="2"/>
            </p:cNvCxnSpPr>
            <p:nvPr/>
          </p:nvCxnSpPr>
          <p:spPr>
            <a:xfrm>
              <a:off x="1024659" y="4653945"/>
              <a:ext cx="0" cy="1809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A60A22E2-BD2E-396A-BFB3-B753F2ADA340}"/>
                </a:ext>
              </a:extLst>
            </p:cNvPr>
            <p:cNvSpPr/>
            <p:nvPr/>
          </p:nvSpPr>
          <p:spPr>
            <a:xfrm>
              <a:off x="3517590" y="956483"/>
              <a:ext cx="1421190" cy="406542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エネミー情報欄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085DBE40-E917-1D10-8ACE-85C1394A87CB}"/>
                </a:ext>
              </a:extLst>
            </p:cNvPr>
            <p:cNvCxnSpPr>
              <a:cxnSpLocks/>
              <a:stCxn id="61" idx="2"/>
            </p:cNvCxnSpPr>
            <p:nvPr/>
          </p:nvCxnSpPr>
          <p:spPr>
            <a:xfrm>
              <a:off x="4228185" y="1363025"/>
              <a:ext cx="0" cy="23521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250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E6A6-FA25-40E4-CE99-ED44C66D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C2D82B08-9157-955E-3566-9A5AB65D96D3}"/>
              </a:ext>
            </a:extLst>
          </p:cNvPr>
          <p:cNvGrpSpPr/>
          <p:nvPr/>
        </p:nvGrpSpPr>
        <p:grpSpPr>
          <a:xfrm>
            <a:off x="2052591" y="616837"/>
            <a:ext cx="7235960" cy="1894406"/>
            <a:chOff x="0" y="3"/>
            <a:chExt cx="7235960" cy="189440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A446BB2A-9A0C-AD7F-9698-5EDE0EBF6D47}"/>
                </a:ext>
              </a:extLst>
            </p:cNvPr>
            <p:cNvSpPr/>
            <p:nvPr/>
          </p:nvSpPr>
          <p:spPr>
            <a:xfrm>
              <a:off x="0" y="3"/>
              <a:ext cx="7235960" cy="1894406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C76E63D1-4B1B-D390-E1B9-A14B70A26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 b="58763"/>
            <a:stretch>
              <a:fillRect/>
            </a:stretch>
          </p:blipFill>
          <p:spPr>
            <a:xfrm>
              <a:off x="56080" y="46385"/>
              <a:ext cx="7121634" cy="1759124"/>
            </a:xfrm>
            <a:prstGeom prst="rect">
              <a:avLst/>
            </a:prstGeom>
          </p:spPr>
        </p:pic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EB0FD3E5-C8B9-E656-DB0B-B21252D7C054}"/>
                </a:ext>
              </a:extLst>
            </p:cNvPr>
            <p:cNvSpPr/>
            <p:nvPr/>
          </p:nvSpPr>
          <p:spPr>
            <a:xfrm>
              <a:off x="89287" y="350162"/>
              <a:ext cx="1922619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CCA7A44-4A1B-BB4B-BBAA-14BE55281688}"/>
                </a:ext>
              </a:extLst>
            </p:cNvPr>
            <p:cNvCxnSpPr/>
            <p:nvPr/>
          </p:nvCxnSpPr>
          <p:spPr>
            <a:xfrm flipH="1">
              <a:off x="2025460" y="504289"/>
              <a:ext cx="2965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37BBBCBE-1A3D-6FCE-0D1C-D0FEE6568F0A}"/>
                </a:ext>
              </a:extLst>
            </p:cNvPr>
            <p:cNvSpPr/>
            <p:nvPr/>
          </p:nvSpPr>
          <p:spPr>
            <a:xfrm>
              <a:off x="2327249" y="350162"/>
              <a:ext cx="1185769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796B3122-FAA9-9B2D-C435-740EBB6FF528}"/>
                </a:ext>
              </a:extLst>
            </p:cNvPr>
            <p:cNvSpPr/>
            <p:nvPr/>
          </p:nvSpPr>
          <p:spPr>
            <a:xfrm>
              <a:off x="6148543" y="317032"/>
              <a:ext cx="1010176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0F005D5-FC50-B1C5-BE14-26612224A851}"/>
                </a:ext>
              </a:extLst>
            </p:cNvPr>
            <p:cNvCxnSpPr/>
            <p:nvPr/>
          </p:nvCxnSpPr>
          <p:spPr>
            <a:xfrm>
              <a:off x="5537287" y="471159"/>
              <a:ext cx="6112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450F4AFF-8ED5-AE7D-205A-DD442F52FD1D}"/>
                </a:ext>
              </a:extLst>
            </p:cNvPr>
            <p:cNvSpPr/>
            <p:nvPr/>
          </p:nvSpPr>
          <p:spPr>
            <a:xfrm>
              <a:off x="4561595" y="317032"/>
              <a:ext cx="1305341" cy="30328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入力内容をクリア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4AC98BCD-6682-CAE4-FC87-F121A7C6486A}"/>
                </a:ext>
              </a:extLst>
            </p:cNvPr>
            <p:cNvSpPr/>
            <p:nvPr/>
          </p:nvSpPr>
          <p:spPr>
            <a:xfrm>
              <a:off x="239729" y="1162727"/>
              <a:ext cx="992258" cy="33138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B989710F-3C88-C645-82AC-80B6A9B34695}"/>
                </a:ext>
              </a:extLst>
            </p:cNvPr>
            <p:cNvCxnSpPr/>
            <p:nvPr/>
          </p:nvCxnSpPr>
          <p:spPr>
            <a:xfrm flipH="1">
              <a:off x="1259848" y="1334218"/>
              <a:ext cx="29651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CC90AE46-DB33-76E5-02CC-0674F9A514D4}"/>
                </a:ext>
              </a:extLst>
            </p:cNvPr>
            <p:cNvSpPr/>
            <p:nvPr/>
          </p:nvSpPr>
          <p:spPr>
            <a:xfrm>
              <a:off x="1561635" y="1176780"/>
              <a:ext cx="1446142" cy="30328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8A66361-FAC3-2E65-0D1C-AFB804162D59}"/>
              </a:ext>
            </a:extLst>
          </p:cNvPr>
          <p:cNvGrpSpPr/>
          <p:nvPr/>
        </p:nvGrpSpPr>
        <p:grpSpPr>
          <a:xfrm>
            <a:off x="2108671" y="3424914"/>
            <a:ext cx="7235960" cy="1478280"/>
            <a:chOff x="0" y="16795"/>
            <a:chExt cx="7235960" cy="1478280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4515BDDA-781E-E1D4-84FA-B4E504B4ACCC}"/>
                </a:ext>
              </a:extLst>
            </p:cNvPr>
            <p:cNvSpPr/>
            <p:nvPr/>
          </p:nvSpPr>
          <p:spPr>
            <a:xfrm>
              <a:off x="0" y="16795"/>
              <a:ext cx="7235960" cy="1478280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D21F1A47-7AB5-A88E-C31F-511B0D285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 b="64525"/>
            <a:stretch>
              <a:fillRect/>
            </a:stretch>
          </p:blipFill>
          <p:spPr>
            <a:xfrm>
              <a:off x="56080" y="46385"/>
              <a:ext cx="7121634" cy="1401418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2884B1EB-08D0-4C63-0AF2-29F1AA231D91}"/>
                </a:ext>
              </a:extLst>
            </p:cNvPr>
            <p:cNvSpPr/>
            <p:nvPr/>
          </p:nvSpPr>
          <p:spPr>
            <a:xfrm>
              <a:off x="89287" y="350162"/>
              <a:ext cx="1922619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5325FD29-29B5-DF1A-F7EB-9A70727A26C3}"/>
                </a:ext>
              </a:extLst>
            </p:cNvPr>
            <p:cNvCxnSpPr/>
            <p:nvPr/>
          </p:nvCxnSpPr>
          <p:spPr>
            <a:xfrm flipH="1">
              <a:off x="2025460" y="504289"/>
              <a:ext cx="2965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8B19ED9-F4D0-024F-54FD-7576F3E3F51E}"/>
                </a:ext>
              </a:extLst>
            </p:cNvPr>
            <p:cNvSpPr/>
            <p:nvPr/>
          </p:nvSpPr>
          <p:spPr>
            <a:xfrm>
              <a:off x="2327249" y="350161"/>
              <a:ext cx="1185769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80114A2B-B366-C9C3-0D3A-C2D9C5676672}"/>
                </a:ext>
              </a:extLst>
            </p:cNvPr>
            <p:cNvSpPr/>
            <p:nvPr/>
          </p:nvSpPr>
          <p:spPr>
            <a:xfrm>
              <a:off x="6148543" y="317032"/>
              <a:ext cx="1010176" cy="30328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61E4BF09-5FD8-3E65-F0BA-C925D0C8E9AD}"/>
                </a:ext>
              </a:extLst>
            </p:cNvPr>
            <p:cNvCxnSpPr/>
            <p:nvPr/>
          </p:nvCxnSpPr>
          <p:spPr>
            <a:xfrm>
              <a:off x="5537287" y="471159"/>
              <a:ext cx="6112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76E8379-4D89-FF92-8F59-27E026BD0D42}"/>
                </a:ext>
              </a:extLst>
            </p:cNvPr>
            <p:cNvSpPr/>
            <p:nvPr/>
          </p:nvSpPr>
          <p:spPr>
            <a:xfrm>
              <a:off x="4561595" y="317031"/>
              <a:ext cx="1305341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入力内容をクリア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7853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BF96E-7552-FC70-1A54-63D0CFBB1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7B1B4795-5BA4-8730-1FE7-560A87D5AB62}"/>
              </a:ext>
            </a:extLst>
          </p:cNvPr>
          <p:cNvGrpSpPr/>
          <p:nvPr/>
        </p:nvGrpSpPr>
        <p:grpSpPr>
          <a:xfrm>
            <a:off x="2050494" y="1285266"/>
            <a:ext cx="7235960" cy="4060662"/>
            <a:chOff x="2050494" y="1285266"/>
            <a:chExt cx="7235960" cy="406066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37278648-8EE5-33F9-06DF-533702F93321}"/>
                </a:ext>
              </a:extLst>
            </p:cNvPr>
            <p:cNvGrpSpPr/>
            <p:nvPr/>
          </p:nvGrpSpPr>
          <p:grpSpPr>
            <a:xfrm>
              <a:off x="2050494" y="1285266"/>
              <a:ext cx="7235960" cy="4060662"/>
              <a:chOff x="2478020" y="1143797"/>
              <a:chExt cx="7235960" cy="4060662"/>
            </a:xfrm>
          </p:grpSpPr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1F3CC6AE-1A7B-C323-C957-C3B0EC1C2C05}"/>
                  </a:ext>
                </a:extLst>
              </p:cNvPr>
              <p:cNvGrpSpPr/>
              <p:nvPr/>
            </p:nvGrpSpPr>
            <p:grpSpPr>
              <a:xfrm>
                <a:off x="2478020" y="1143797"/>
                <a:ext cx="7235960" cy="4060662"/>
                <a:chOff x="0" y="682355"/>
                <a:chExt cx="7235960" cy="4060662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a16:creationId xmlns:a16="http://schemas.microsoft.com/office/drawing/2014/main" id="{DF37BE55-9ED3-4753-0F53-67346845592A}"/>
                    </a:ext>
                  </a:extLst>
                </p:cNvPr>
                <p:cNvSpPr/>
                <p:nvPr/>
              </p:nvSpPr>
              <p:spPr>
                <a:xfrm>
                  <a:off x="0" y="682355"/>
                  <a:ext cx="7235960" cy="4060662"/>
                </a:xfrm>
                <a:prstGeom prst="rect">
                  <a:avLst/>
                </a:prstGeom>
                <a:solidFill>
                  <a:sysClr val="window" lastClr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>
                  <a:lvl1pPr marL="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/>
                  <a:endParaRPr kumimoji="1" lang="ja-JP" altLang="en-US" sz="1100"/>
                </a:p>
              </p:txBody>
            </p:sp>
            <p:pic>
              <p:nvPicPr>
                <p:cNvPr id="57" name="図 56">
                  <a:extLst>
                    <a:ext uri="{FF2B5EF4-FFF2-40B4-BE49-F238E27FC236}">
                      <a16:creationId xmlns:a16="http://schemas.microsoft.com/office/drawing/2014/main" id="{6E3EDB17-E493-A63B-0EC1-64525278E3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20878" t="24362" r="21613" b="12523"/>
                <a:stretch>
                  <a:fillRect/>
                </a:stretch>
              </p:blipFill>
              <p:spPr>
                <a:xfrm>
                  <a:off x="56080" y="757758"/>
                  <a:ext cx="7121634" cy="3918857"/>
                </a:xfrm>
                <a:prstGeom prst="rect">
                  <a:avLst/>
                </a:prstGeom>
              </p:spPr>
            </p:pic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EFA3C78E-D666-A4CB-22B7-1A9F498FDEDB}"/>
                    </a:ext>
                  </a:extLst>
                </p:cNvPr>
                <p:cNvSpPr/>
                <p:nvPr/>
              </p:nvSpPr>
              <p:spPr>
                <a:xfrm>
                  <a:off x="173468" y="1614956"/>
                  <a:ext cx="6859658" cy="2924618"/>
                </a:xfrm>
                <a:prstGeom prst="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>
                  <a:lvl1pPr marL="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/>
                  <a:endParaRPr kumimoji="1" lang="ja-JP" altLang="en-US" sz="1100"/>
                </a:p>
              </p:txBody>
            </p:sp>
          </p:grpSp>
          <p:sp>
            <p:nvSpPr>
              <p:cNvPr id="2" name="正方形/長方形 1">
                <a:extLst>
                  <a:ext uri="{FF2B5EF4-FFF2-40B4-BE49-F238E27FC236}">
                    <a16:creationId xmlns:a16="http://schemas.microsoft.com/office/drawing/2014/main" id="{7EB6CB21-D3CF-99D3-A168-14343B7D25FC}"/>
                  </a:ext>
                </a:extLst>
              </p:cNvPr>
              <p:cNvSpPr/>
              <p:nvPr/>
            </p:nvSpPr>
            <p:spPr>
              <a:xfrm>
                <a:off x="7215749" y="1441180"/>
                <a:ext cx="1352214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エネミー情報欄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" name="直線矢印コネクタ 2">
                <a:extLst>
                  <a:ext uri="{FF2B5EF4-FFF2-40B4-BE49-F238E27FC236}">
                    <a16:creationId xmlns:a16="http://schemas.microsoft.com/office/drawing/2014/main" id="{2EFCEC65-7A7F-1E78-1035-65AECE1D2A62}"/>
                  </a:ext>
                </a:extLst>
              </p:cNvPr>
              <p:cNvCxnSpPr>
                <a:cxnSpLocks/>
                <a:stCxn id="2" idx="2"/>
              </p:cNvCxnSpPr>
              <p:nvPr/>
            </p:nvCxnSpPr>
            <p:spPr>
              <a:xfrm>
                <a:off x="7891856" y="1765180"/>
                <a:ext cx="0" cy="28273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78617074-5512-F479-CFDC-CF788D9CFCD8}"/>
                </a:ext>
              </a:extLst>
            </p:cNvPr>
            <p:cNvSpPr/>
            <p:nvPr/>
          </p:nvSpPr>
          <p:spPr>
            <a:xfrm>
              <a:off x="2292320" y="1779561"/>
              <a:ext cx="992258" cy="33138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17FDA359-9D6D-A7A8-BE20-282F943DE32B}"/>
                </a:ext>
              </a:extLst>
            </p:cNvPr>
            <p:cNvCxnSpPr/>
            <p:nvPr/>
          </p:nvCxnSpPr>
          <p:spPr>
            <a:xfrm flipH="1">
              <a:off x="3312439" y="1951052"/>
              <a:ext cx="296517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9FFDF7C5-0240-04F2-F4D0-C0C4EF257410}"/>
                </a:ext>
              </a:extLst>
            </p:cNvPr>
            <p:cNvSpPr/>
            <p:nvPr/>
          </p:nvSpPr>
          <p:spPr>
            <a:xfrm>
              <a:off x="3598369" y="1793614"/>
              <a:ext cx="1732507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</a:t>
              </a:r>
              <a:r>
                <a:rPr lang="ja-JP" altLang="en-US" b="1" dirty="0">
                  <a:solidFill>
                    <a:schemeClr val="tx1"/>
                  </a:solidFill>
                </a:rPr>
                <a:t>ファイルの読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み込み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9266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885B-59C3-AFD4-9F1C-A82565A39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7C5BA6F-1E4A-63E8-E13E-ACF24FCF776E}"/>
              </a:ext>
            </a:extLst>
          </p:cNvPr>
          <p:cNvGrpSpPr/>
          <p:nvPr/>
        </p:nvGrpSpPr>
        <p:grpSpPr>
          <a:xfrm>
            <a:off x="2478020" y="643472"/>
            <a:ext cx="7235960" cy="5897622"/>
            <a:chOff x="0" y="4039143"/>
            <a:chExt cx="7235960" cy="589762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2FF889D0-A0C2-A636-C1F0-65F38385CEB3}"/>
                </a:ext>
              </a:extLst>
            </p:cNvPr>
            <p:cNvSpPr/>
            <p:nvPr/>
          </p:nvSpPr>
          <p:spPr>
            <a:xfrm>
              <a:off x="0" y="4039143"/>
              <a:ext cx="7235960" cy="5897622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 dirty="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8FD7FE47-CA57-90E3-4496-B7A3A405ACC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672" y="4180236"/>
              <a:ext cx="7121661" cy="5702352"/>
              <a:chOff x="57647" y="4409500"/>
              <a:chExt cx="7011412" cy="6018605"/>
            </a:xfrm>
          </p:grpSpPr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73680F2A-2425-2722-4E84-71A7F34B38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11687" r="21613"/>
              <a:stretch>
                <a:fillRect/>
              </a:stretch>
            </p:blipFill>
            <p:spPr>
              <a:xfrm>
                <a:off x="57647" y="4409500"/>
                <a:ext cx="7011407" cy="5787478"/>
              </a:xfrm>
              <a:prstGeom prst="rect">
                <a:avLst/>
              </a:prstGeom>
            </p:spPr>
          </p:pic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86CB041F-538C-1C74-0EFF-D52124EE90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11685" r="21613" b="54660"/>
              <a:stretch>
                <a:fillRect/>
              </a:stretch>
            </p:blipFill>
            <p:spPr>
              <a:xfrm>
                <a:off x="57657" y="8222613"/>
                <a:ext cx="7011402" cy="2205492"/>
              </a:xfrm>
              <a:prstGeom prst="rect">
                <a:avLst/>
              </a:prstGeom>
            </p:spPr>
          </p:pic>
        </p:grp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7DA08F72-ADFB-8C7F-D48E-6F70108A5DB0}"/>
                </a:ext>
              </a:extLst>
            </p:cNvPr>
            <p:cNvSpPr/>
            <p:nvPr/>
          </p:nvSpPr>
          <p:spPr>
            <a:xfrm>
              <a:off x="173468" y="4834406"/>
              <a:ext cx="6859658" cy="486771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D3553F88-2AF8-1A60-9790-DD06B42D13BF}"/>
                </a:ext>
              </a:extLst>
            </p:cNvPr>
            <p:cNvSpPr/>
            <p:nvPr/>
          </p:nvSpPr>
          <p:spPr>
            <a:xfrm>
              <a:off x="470401" y="4310975"/>
              <a:ext cx="1108516" cy="34297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ドロップ品欄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05121172-0408-35C6-5195-409A5A60AF12}"/>
                </a:ext>
              </a:extLst>
            </p:cNvPr>
            <p:cNvCxnSpPr>
              <a:stCxn id="55" idx="2"/>
            </p:cNvCxnSpPr>
            <p:nvPr/>
          </p:nvCxnSpPr>
          <p:spPr>
            <a:xfrm>
              <a:off x="1024659" y="4653945"/>
              <a:ext cx="0" cy="1809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2026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8802B-1B43-0043-0999-DFC6F5AC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23D63E6-F9CD-8291-84A7-94F73F12EBB9}"/>
              </a:ext>
            </a:extLst>
          </p:cNvPr>
          <p:cNvGrpSpPr/>
          <p:nvPr/>
        </p:nvGrpSpPr>
        <p:grpSpPr>
          <a:xfrm>
            <a:off x="2375383" y="728307"/>
            <a:ext cx="7235960" cy="5948369"/>
            <a:chOff x="0" y="8907471"/>
            <a:chExt cx="7235960" cy="5935669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B4B9CA8-8094-4CF8-4F5E-CEA34DB8BC07}"/>
                </a:ext>
              </a:extLst>
            </p:cNvPr>
            <p:cNvSpPr/>
            <p:nvPr/>
          </p:nvSpPr>
          <p:spPr>
            <a:xfrm>
              <a:off x="0" y="8907471"/>
              <a:ext cx="7235960" cy="5935669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 dirty="0"/>
            </a:p>
          </p:txBody>
        </p: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857686E-C4DE-A405-75FA-AA82740B788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81" y="9072571"/>
              <a:ext cx="7123798" cy="5712298"/>
              <a:chOff x="56081" y="9573164"/>
              <a:chExt cx="7013516" cy="6029102"/>
            </a:xfrm>
          </p:grpSpPr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4FDAC5E2-482F-63B6-3047-F536247F2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8" t="32294" r="21613" b="1"/>
              <a:stretch>
                <a:fillRect/>
              </a:stretch>
            </p:blipFill>
            <p:spPr>
              <a:xfrm>
                <a:off x="57657" y="9573164"/>
                <a:ext cx="7011402" cy="4436928"/>
              </a:xfrm>
              <a:prstGeom prst="rect">
                <a:avLst/>
              </a:prstGeom>
            </p:spPr>
          </p:pic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D7C52BB7-FEAD-FDE3-A2A7-110B7B4025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0880" t="18532" r="21612" b="4803"/>
              <a:stretch>
                <a:fillRect/>
              </a:stretch>
            </p:blipFill>
            <p:spPr>
              <a:xfrm>
                <a:off x="56081" y="10576852"/>
                <a:ext cx="7013516" cy="5025414"/>
              </a:xfrm>
              <a:prstGeom prst="rect">
                <a:avLst/>
              </a:prstGeom>
            </p:spPr>
          </p:pic>
        </p:grp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6DAE1535-A5C8-7591-23E2-DFD5619DA00E}"/>
                </a:ext>
              </a:extLst>
            </p:cNvPr>
            <p:cNvSpPr/>
            <p:nvPr/>
          </p:nvSpPr>
          <p:spPr>
            <a:xfrm>
              <a:off x="173468" y="9968824"/>
              <a:ext cx="6859658" cy="467677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694BC319-9D3C-9E0D-8E3F-0F871C2CE285}"/>
                </a:ext>
              </a:extLst>
            </p:cNvPr>
            <p:cNvSpPr/>
            <p:nvPr/>
          </p:nvSpPr>
          <p:spPr>
            <a:xfrm>
              <a:off x="1075952" y="9241032"/>
              <a:ext cx="1021363" cy="541256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エネミー</a:t>
              </a:r>
              <a:endParaRPr kumimoji="1" lang="en-US" altLang="ja-JP" sz="1100" b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endParaRPr>
            </a:p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能力値欄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B95BF958-B119-5139-3FA5-8E452D7B583D}"/>
                </a:ext>
              </a:extLst>
            </p:cNvPr>
            <p:cNvCxnSpPr>
              <a:stCxn id="53" idx="2"/>
            </p:cNvCxnSpPr>
            <p:nvPr/>
          </p:nvCxnSpPr>
          <p:spPr>
            <a:xfrm>
              <a:off x="1586634" y="9782288"/>
              <a:ext cx="0" cy="19606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5033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B9BF0A-1D13-39B9-EE14-44AEF923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3552745-4B2A-DC7D-C175-6E439777AD5D}"/>
              </a:ext>
            </a:extLst>
          </p:cNvPr>
          <p:cNvGrpSpPr/>
          <p:nvPr/>
        </p:nvGrpSpPr>
        <p:grpSpPr>
          <a:xfrm>
            <a:off x="2480823" y="-1632827"/>
            <a:ext cx="7234016" cy="9681418"/>
            <a:chOff x="7584641" y="1"/>
            <a:chExt cx="7310216" cy="10277163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19DAF37-1804-C4A5-0AD3-639CDB1B52B9}"/>
                </a:ext>
              </a:extLst>
            </p:cNvPr>
            <p:cNvSpPr/>
            <p:nvPr/>
          </p:nvSpPr>
          <p:spPr>
            <a:xfrm>
              <a:off x="7584641" y="1"/>
              <a:ext cx="7310216" cy="10277163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8F434461-895E-E6B4-83D5-2F36AB28A90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39749" y="60238"/>
              <a:ext cx="7200000" cy="10159310"/>
              <a:chOff x="7639749" y="60238"/>
              <a:chExt cx="7011395" cy="10194941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50C22886-4481-E82D-1E8E-2A1FE3CD2D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9" t="12904" r="21614"/>
              <a:stretch>
                <a:fillRect/>
              </a:stretch>
            </p:blipFill>
            <p:spPr>
              <a:xfrm>
                <a:off x="7639750" y="60238"/>
                <a:ext cx="7011393" cy="5707605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D5C8BFB8-A467-8AD5-BA84-FB329D84E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20627" r="21613" b="4695"/>
              <a:stretch>
                <a:fillRect/>
              </a:stretch>
            </p:blipFill>
            <p:spPr>
              <a:xfrm>
                <a:off x="7639749" y="5361445"/>
                <a:ext cx="7011395" cy="4893734"/>
              </a:xfrm>
              <a:prstGeom prst="rect">
                <a:avLst/>
              </a:prstGeom>
            </p:spPr>
          </p:pic>
        </p:grp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C74E3663-99AE-F72F-F7C4-5DA9EE8BAE29}"/>
                </a:ext>
              </a:extLst>
            </p:cNvPr>
            <p:cNvSpPr/>
            <p:nvPr/>
          </p:nvSpPr>
          <p:spPr>
            <a:xfrm>
              <a:off x="7727099" y="377871"/>
              <a:ext cx="1931031" cy="31713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3D7E11A4-F004-B94A-3F93-63ECD5AC86C7}"/>
                </a:ext>
              </a:extLst>
            </p:cNvPr>
            <p:cNvCxnSpPr/>
            <p:nvPr/>
          </p:nvCxnSpPr>
          <p:spPr>
            <a:xfrm flipH="1">
              <a:off x="9671684" y="545852"/>
              <a:ext cx="3034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8F624E55-290C-093F-E668-26AA80F08A25}"/>
                </a:ext>
              </a:extLst>
            </p:cNvPr>
            <p:cNvSpPr/>
            <p:nvPr/>
          </p:nvSpPr>
          <p:spPr>
            <a:xfrm>
              <a:off x="9980401" y="377871"/>
              <a:ext cx="1205067" cy="31713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B0523F-F54A-1796-6B41-8AAAF4AFDC63}"/>
                </a:ext>
              </a:extLst>
            </p:cNvPr>
            <p:cNvSpPr/>
            <p:nvPr/>
          </p:nvSpPr>
          <p:spPr>
            <a:xfrm>
              <a:off x="7751409" y="1172601"/>
              <a:ext cx="6928932" cy="17180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3B0EF1AD-BAC9-011A-4E41-27B57E257944}"/>
                </a:ext>
              </a:extLst>
            </p:cNvPr>
            <p:cNvSpPr/>
            <p:nvPr/>
          </p:nvSpPr>
          <p:spPr>
            <a:xfrm>
              <a:off x="7751409" y="3577179"/>
              <a:ext cx="6928932" cy="650421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7D3E0ED0-D1B6-4313-CE5E-8244416E7D7A}"/>
                </a:ext>
              </a:extLst>
            </p:cNvPr>
            <p:cNvSpPr/>
            <p:nvPr/>
          </p:nvSpPr>
          <p:spPr>
            <a:xfrm>
              <a:off x="12114432" y="458349"/>
              <a:ext cx="784363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特技の例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05C52208-9200-F4E0-32B6-07EA7E6065AA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12510077" y="893498"/>
              <a:ext cx="0" cy="2482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BA58261A-BDDD-5534-213E-B495C95F7B82}"/>
                </a:ext>
              </a:extLst>
            </p:cNvPr>
            <p:cNvCxnSpPr/>
            <p:nvPr/>
          </p:nvCxnSpPr>
          <p:spPr>
            <a:xfrm flipH="1">
              <a:off x="8655577" y="3230434"/>
              <a:ext cx="2910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37A093B1-7EFC-854E-E184-9E95A4EF44F5}"/>
                </a:ext>
              </a:extLst>
            </p:cNvPr>
            <p:cNvSpPr/>
            <p:nvPr/>
          </p:nvSpPr>
          <p:spPr>
            <a:xfrm>
              <a:off x="8951921" y="3075471"/>
              <a:ext cx="1472367" cy="31033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CD4458CB-5D61-8EC1-B1B7-320765F38F2B}"/>
                </a:ext>
              </a:extLst>
            </p:cNvPr>
            <p:cNvSpPr/>
            <p:nvPr/>
          </p:nvSpPr>
          <p:spPr>
            <a:xfrm>
              <a:off x="7818183" y="2946849"/>
              <a:ext cx="796538" cy="5417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F6B9D57E-5EDE-813F-C629-A4DC445832EE}"/>
                </a:ext>
              </a:extLst>
            </p:cNvPr>
            <p:cNvSpPr/>
            <p:nvPr/>
          </p:nvSpPr>
          <p:spPr>
            <a:xfrm>
              <a:off x="12200158" y="2843674"/>
              <a:ext cx="612911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704EEB4E-2D9C-F135-B252-87C17876F049}"/>
                </a:ext>
              </a:extLst>
            </p:cNvPr>
            <p:cNvCxnSpPr>
              <a:stCxn id="35" idx="2"/>
            </p:cNvCxnSpPr>
            <p:nvPr/>
          </p:nvCxnSpPr>
          <p:spPr>
            <a:xfrm flipH="1">
              <a:off x="12510077" y="3278823"/>
              <a:ext cx="1121" cy="23592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380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258B3-633D-6635-AC91-A7A12696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4EFE87B-04F7-9C07-B860-4752E257218E}"/>
              </a:ext>
            </a:extLst>
          </p:cNvPr>
          <p:cNvGrpSpPr/>
          <p:nvPr/>
        </p:nvGrpSpPr>
        <p:grpSpPr>
          <a:xfrm>
            <a:off x="2371855" y="-2343027"/>
            <a:ext cx="7448290" cy="10311370"/>
            <a:chOff x="2371855" y="-2343027"/>
            <a:chExt cx="7448290" cy="1031137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F3515AA-999E-3A82-D87B-AFFE796EA1CF}"/>
                </a:ext>
              </a:extLst>
            </p:cNvPr>
            <p:cNvSpPr/>
            <p:nvPr/>
          </p:nvSpPr>
          <p:spPr>
            <a:xfrm>
              <a:off x="2371855" y="-2343027"/>
              <a:ext cx="7448290" cy="10311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CDBC656B-B7A3-C664-9366-6F7CD2C43F6F}"/>
                </a:ext>
              </a:extLst>
            </p:cNvPr>
            <p:cNvGrpSpPr/>
            <p:nvPr/>
          </p:nvGrpSpPr>
          <p:grpSpPr>
            <a:xfrm>
              <a:off x="2465473" y="-2225190"/>
              <a:ext cx="7261054" cy="10042781"/>
              <a:chOff x="2471783" y="-4431361"/>
              <a:chExt cx="7261054" cy="10042781"/>
            </a:xfrm>
          </p:grpSpPr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F8560C80-183B-D5EC-B639-6411952E31D5}"/>
                  </a:ext>
                </a:extLst>
              </p:cNvPr>
              <p:cNvSpPr/>
              <p:nvPr/>
            </p:nvSpPr>
            <p:spPr>
              <a:xfrm>
                <a:off x="2471783" y="-3752908"/>
                <a:ext cx="7261054" cy="9364328"/>
              </a:xfrm>
              <a:prstGeom prst="rect">
                <a:avLst/>
              </a:prstGeom>
              <a:ln w="38100">
                <a:solidFill>
                  <a:schemeClr val="accent5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 dirty="0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C00DB0BB-94F0-B50E-DF86-0FA69CB13C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9" t="12904" r="21614"/>
              <a:stretch>
                <a:fillRect/>
              </a:stretch>
            </p:blipFill>
            <p:spPr>
              <a:xfrm>
                <a:off x="2526521" y="-3698021"/>
                <a:ext cx="7151577" cy="5182470"/>
              </a:xfrm>
              <a:prstGeom prst="rect">
                <a:avLst/>
              </a:prstGeom>
            </p:spPr>
          </p:pic>
          <p:pic>
            <p:nvPicPr>
              <p:cNvPr id="41" name="図 40">
                <a:extLst>
                  <a:ext uri="{FF2B5EF4-FFF2-40B4-BE49-F238E27FC236}">
                    <a16:creationId xmlns:a16="http://schemas.microsoft.com/office/drawing/2014/main" id="{0280DEC2-E0FE-9A45-DB4D-D2EBBDBABE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20627" r="21613" b="4695"/>
              <a:stretch>
                <a:fillRect/>
              </a:stretch>
            </p:blipFill>
            <p:spPr>
              <a:xfrm>
                <a:off x="2526520" y="1115442"/>
                <a:ext cx="7151579" cy="4443480"/>
              </a:xfrm>
              <a:prstGeom prst="rect">
                <a:avLst/>
              </a:prstGeom>
            </p:spPr>
          </p:pic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2A0F9248-F007-3E9D-88E2-02B91A726ECB}"/>
                  </a:ext>
                </a:extLst>
              </p:cNvPr>
              <p:cNvSpPr/>
              <p:nvPr/>
            </p:nvSpPr>
            <p:spPr>
              <a:xfrm>
                <a:off x="2637429" y="-2684460"/>
                <a:ext cx="6882334" cy="1565437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27C68EA5-8338-7D73-8377-2595DA7B9E65}"/>
                  </a:ext>
                </a:extLst>
              </p:cNvPr>
              <p:cNvSpPr/>
              <p:nvPr/>
            </p:nvSpPr>
            <p:spPr>
              <a:xfrm>
                <a:off x="2637429" y="-493461"/>
                <a:ext cx="6882334" cy="592649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28BDAEF-C1C6-0279-78E3-D21C10732B6C}"/>
                  </a:ext>
                </a:extLst>
              </p:cNvPr>
              <p:cNvSpPr/>
              <p:nvPr/>
            </p:nvSpPr>
            <p:spPr>
              <a:xfrm>
                <a:off x="6971111" y="-3335271"/>
                <a:ext cx="779088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特技の例</a:t>
                </a:r>
                <a:endParaRPr kumimoji="1"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線矢印コネクタ 33">
                <a:extLst>
                  <a:ext uri="{FF2B5EF4-FFF2-40B4-BE49-F238E27FC236}">
                    <a16:creationId xmlns:a16="http://schemas.microsoft.com/office/drawing/2014/main" id="{D7B6A029-958D-075E-AF64-E6DF6B4B91D9}"/>
                  </a:ext>
                </a:extLst>
              </p:cNvPr>
              <p:cNvCxnSpPr>
                <a:stCxn id="33" idx="2"/>
              </p:cNvCxnSpPr>
              <p:nvPr/>
            </p:nvCxnSpPr>
            <p:spPr>
              <a:xfrm>
                <a:off x="7360655" y="-3011271"/>
                <a:ext cx="3440" cy="298697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矢印コネクタ 34">
                <a:extLst>
                  <a:ext uri="{FF2B5EF4-FFF2-40B4-BE49-F238E27FC236}">
                    <a16:creationId xmlns:a16="http://schemas.microsoft.com/office/drawing/2014/main" id="{343AB9FE-711D-2A79-A8EC-D67D65C26817}"/>
                  </a:ext>
                </a:extLst>
              </p:cNvPr>
              <p:cNvCxnSpPr/>
              <p:nvPr/>
            </p:nvCxnSpPr>
            <p:spPr>
              <a:xfrm flipH="1">
                <a:off x="3535517" y="-809408"/>
                <a:ext cx="289116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013726C-A497-7F1A-395D-ECB50A15D75A}"/>
                  </a:ext>
                </a:extLst>
              </p:cNvPr>
              <p:cNvSpPr/>
              <p:nvPr/>
            </p:nvSpPr>
            <p:spPr>
              <a:xfrm>
                <a:off x="3830262" y="-950606"/>
                <a:ext cx="750476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特技の数</a:t>
                </a:r>
                <a:endParaRPr kumimoji="1" lang="ja-JP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02FF5A03-5D97-AE8D-90C1-4DD0D6A44D32}"/>
                  </a:ext>
                </a:extLst>
              </p:cNvPr>
              <p:cNvSpPr/>
              <p:nvPr/>
            </p:nvSpPr>
            <p:spPr>
              <a:xfrm>
                <a:off x="2703754" y="-1067804"/>
                <a:ext cx="791181" cy="49359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1100"/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E28CCCB3-53C4-9EB5-DC75-1D9C2599CC4B}"/>
                  </a:ext>
                </a:extLst>
              </p:cNvPr>
              <p:cNvSpPr/>
              <p:nvPr/>
            </p:nvSpPr>
            <p:spPr>
              <a:xfrm>
                <a:off x="7056260" y="-1161815"/>
                <a:ext cx="608789" cy="324000"/>
              </a:xfrm>
              <a:prstGeom prst="rect">
                <a:avLst/>
              </a:prstGeom>
              <a:solidFill>
                <a:sysClr val="window" lastClr="FFFFFF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kumimoji="1" lang="ja-JP" altLang="en-US" sz="1100" b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特技</a:t>
                </a:r>
                <a:endParaRPr kumimoji="1"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9" name="直線矢印コネクタ 38">
                <a:extLst>
                  <a:ext uri="{FF2B5EF4-FFF2-40B4-BE49-F238E27FC236}">
                    <a16:creationId xmlns:a16="http://schemas.microsoft.com/office/drawing/2014/main" id="{FF890B9B-0605-6437-E2EF-B78BC5FC687B}"/>
                  </a:ext>
                </a:extLst>
              </p:cNvPr>
              <p:cNvCxnSpPr>
                <a:stCxn id="38" idx="2"/>
              </p:cNvCxnSpPr>
              <p:nvPr/>
            </p:nvCxnSpPr>
            <p:spPr>
              <a:xfrm>
                <a:off x="7360655" y="-837815"/>
                <a:ext cx="3440" cy="28746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008E6139-6A77-4EB5-7E3E-8AE92BFAF450}"/>
                  </a:ext>
                </a:extLst>
              </p:cNvPr>
              <p:cNvSpPr/>
              <p:nvPr/>
            </p:nvSpPr>
            <p:spPr>
              <a:xfrm>
                <a:off x="4976238" y="-4431361"/>
                <a:ext cx="2204715" cy="560617"/>
              </a:xfrm>
              <a:prstGeom prst="rect">
                <a:avLst/>
              </a:prstGeom>
              <a:ln w="28575">
                <a:solidFill>
                  <a:schemeClr val="accent5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1800" b="1" dirty="0">
                    <a:solidFill>
                      <a:schemeClr val="tx1"/>
                    </a:solidFill>
                  </a:rPr>
                  <a:t>[</a:t>
                </a:r>
                <a:r>
                  <a:rPr lang="ja-JP" altLang="en-US" sz="1800" b="1" dirty="0">
                    <a:solidFill>
                      <a:schemeClr val="tx1"/>
                    </a:solidFill>
                  </a:rPr>
                  <a:t>特技</a:t>
                </a:r>
                <a:r>
                  <a:rPr kumimoji="1" lang="ja-JP" altLang="en-US" sz="1800" b="1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情報</a:t>
                </a:r>
                <a:r>
                  <a:rPr lang="en-US" altLang="ja-JP" sz="1800" b="1" dirty="0">
                    <a:solidFill>
                      <a:schemeClr val="tx1"/>
                    </a:solidFill>
                  </a:rPr>
                  <a:t>]</a:t>
                </a:r>
                <a:r>
                  <a:rPr lang="ja-JP" altLang="en-US" sz="1800" b="1" dirty="0">
                    <a:solidFill>
                      <a:schemeClr val="tx1"/>
                    </a:solidFill>
                  </a:rPr>
                  <a:t>タブ</a:t>
                </a:r>
                <a:endParaRPr kumimoji="1" lang="ja-JP" altLang="en-US" sz="18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69035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32A21-B240-B05F-2895-31BE4E327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E418DC0-CB86-63AF-41EB-7DC6EFA85FB2}"/>
              </a:ext>
            </a:extLst>
          </p:cNvPr>
          <p:cNvGrpSpPr/>
          <p:nvPr/>
        </p:nvGrpSpPr>
        <p:grpSpPr>
          <a:xfrm>
            <a:off x="2478992" y="1513973"/>
            <a:ext cx="7234016" cy="3017127"/>
            <a:chOff x="7584641" y="1"/>
            <a:chExt cx="7310216" cy="320278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0E456273-4599-D047-BC79-05B04F358F6B}"/>
                </a:ext>
              </a:extLst>
            </p:cNvPr>
            <p:cNvSpPr/>
            <p:nvPr/>
          </p:nvSpPr>
          <p:spPr>
            <a:xfrm>
              <a:off x="7584641" y="1"/>
              <a:ext cx="7310216" cy="3202786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37" name="図 36">
              <a:extLst>
                <a:ext uri="{FF2B5EF4-FFF2-40B4-BE49-F238E27FC236}">
                  <a16:creationId xmlns:a16="http://schemas.microsoft.com/office/drawing/2014/main" id="{A697899E-01D7-1D95-464C-ABC765F28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2904" r="21614" b="41836"/>
            <a:stretch>
              <a:fillRect/>
            </a:stretch>
          </p:blipFill>
          <p:spPr>
            <a:xfrm>
              <a:off x="7639750" y="60238"/>
              <a:ext cx="7199998" cy="2955637"/>
            </a:xfrm>
            <a:prstGeom prst="rect">
              <a:avLst/>
            </a:prstGeom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3261AA2-9EB0-E01D-2A4E-ED01FF14510B}"/>
                </a:ext>
              </a:extLst>
            </p:cNvPr>
            <p:cNvSpPr/>
            <p:nvPr/>
          </p:nvSpPr>
          <p:spPr>
            <a:xfrm>
              <a:off x="7751409" y="1172601"/>
              <a:ext cx="6928932" cy="17180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177565E8-4565-16CC-97D9-BE424CD0C7D6}"/>
                </a:ext>
              </a:extLst>
            </p:cNvPr>
            <p:cNvSpPr/>
            <p:nvPr/>
          </p:nvSpPr>
          <p:spPr>
            <a:xfrm>
              <a:off x="12114432" y="458349"/>
              <a:ext cx="784363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特技の例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13C1C106-F4BD-74B6-E680-10323E60DCC6}"/>
                </a:ext>
              </a:extLst>
            </p:cNvPr>
            <p:cNvCxnSpPr>
              <a:stCxn id="30" idx="2"/>
            </p:cNvCxnSpPr>
            <p:nvPr/>
          </p:nvCxnSpPr>
          <p:spPr>
            <a:xfrm>
              <a:off x="12510077" y="893498"/>
              <a:ext cx="0" cy="2482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8716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72A31-0EC3-9D40-2B0F-C226CFBD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35A9D26-7105-0562-FEA9-DBE610984589}"/>
              </a:ext>
            </a:extLst>
          </p:cNvPr>
          <p:cNvGrpSpPr/>
          <p:nvPr/>
        </p:nvGrpSpPr>
        <p:grpSpPr>
          <a:xfrm>
            <a:off x="2480823" y="-588936"/>
            <a:ext cx="7234016" cy="7196184"/>
            <a:chOff x="7584641" y="2638163"/>
            <a:chExt cx="7310216" cy="7639001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FE475EB-F7E6-1044-6C94-DDD781149D80}"/>
                </a:ext>
              </a:extLst>
            </p:cNvPr>
            <p:cNvSpPr/>
            <p:nvPr/>
          </p:nvSpPr>
          <p:spPr>
            <a:xfrm>
              <a:off x="7584641" y="2638163"/>
              <a:ext cx="7310216" cy="7639001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D0508125-6CCA-FAC1-70C6-0F997DB4D44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39749" y="2889232"/>
              <a:ext cx="7200000" cy="7330316"/>
              <a:chOff x="7639749" y="2899154"/>
              <a:chExt cx="7011395" cy="7356025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64CB2D62-2E8A-B9F5-E613-6A34F2264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879" t="56224" r="21614" b="1"/>
              <a:stretch>
                <a:fillRect/>
              </a:stretch>
            </p:blipFill>
            <p:spPr>
              <a:xfrm>
                <a:off x="7639750" y="2899154"/>
                <a:ext cx="7011393" cy="2868685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716674D-A7BB-A592-AC5E-3A80EE3BA4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878" t="20627" r="21613" b="4695"/>
              <a:stretch>
                <a:fillRect/>
              </a:stretch>
            </p:blipFill>
            <p:spPr>
              <a:xfrm>
                <a:off x="7639749" y="5361445"/>
                <a:ext cx="7011395" cy="4893734"/>
              </a:xfrm>
              <a:prstGeom prst="rect">
                <a:avLst/>
              </a:prstGeom>
            </p:spPr>
          </p:pic>
        </p:grp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DCF8A6F9-5934-7B1C-E76E-4A7DB52DC2BD}"/>
                </a:ext>
              </a:extLst>
            </p:cNvPr>
            <p:cNvSpPr/>
            <p:nvPr/>
          </p:nvSpPr>
          <p:spPr>
            <a:xfrm>
              <a:off x="7751409" y="3577179"/>
              <a:ext cx="6928932" cy="650421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7658F73A-8A73-F53C-4DA7-C00508B08353}"/>
                </a:ext>
              </a:extLst>
            </p:cNvPr>
            <p:cNvCxnSpPr/>
            <p:nvPr/>
          </p:nvCxnSpPr>
          <p:spPr>
            <a:xfrm flipH="1">
              <a:off x="8655577" y="3230434"/>
              <a:ext cx="2910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7707DE7-18E8-AF4D-C886-219743593918}"/>
                </a:ext>
              </a:extLst>
            </p:cNvPr>
            <p:cNvSpPr/>
            <p:nvPr/>
          </p:nvSpPr>
          <p:spPr>
            <a:xfrm>
              <a:off x="8951921" y="3075471"/>
              <a:ext cx="1472367" cy="31033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入力内容の読み込み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2BF2421C-2B0E-2EAC-EFCB-49720DAF5448}"/>
                </a:ext>
              </a:extLst>
            </p:cNvPr>
            <p:cNvSpPr/>
            <p:nvPr/>
          </p:nvSpPr>
          <p:spPr>
            <a:xfrm>
              <a:off x="7818183" y="2946849"/>
              <a:ext cx="796538" cy="5417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2DF198E7-F9B3-AAE6-389E-07AD98FC6928}"/>
                </a:ext>
              </a:extLst>
            </p:cNvPr>
            <p:cNvSpPr/>
            <p:nvPr/>
          </p:nvSpPr>
          <p:spPr>
            <a:xfrm>
              <a:off x="12200158" y="2843674"/>
              <a:ext cx="612911" cy="435149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特技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60058939-6F9E-66FC-B697-73ACB3A2C1E7}"/>
                </a:ext>
              </a:extLst>
            </p:cNvPr>
            <p:cNvCxnSpPr>
              <a:stCxn id="35" idx="2"/>
            </p:cNvCxnSpPr>
            <p:nvPr/>
          </p:nvCxnSpPr>
          <p:spPr>
            <a:xfrm flipH="1">
              <a:off x="12510077" y="3278823"/>
              <a:ext cx="1121" cy="23592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7832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EEDF-F1AC-B3B6-87AE-744B71C6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22544D1C-A6B6-66DA-9592-4187BC6A4A99}"/>
              </a:ext>
            </a:extLst>
          </p:cNvPr>
          <p:cNvGrpSpPr/>
          <p:nvPr/>
        </p:nvGrpSpPr>
        <p:grpSpPr>
          <a:xfrm>
            <a:off x="1185675" y="-1034472"/>
            <a:ext cx="7448290" cy="8373622"/>
            <a:chOff x="4932175" y="-1110672"/>
            <a:chExt cx="7448290" cy="837362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D5B10158-A786-010F-E42C-E43E721947A6}"/>
                </a:ext>
              </a:extLst>
            </p:cNvPr>
            <p:cNvSpPr/>
            <p:nvPr/>
          </p:nvSpPr>
          <p:spPr>
            <a:xfrm>
              <a:off x="4932175" y="-1110672"/>
              <a:ext cx="7448290" cy="83736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E1ED7B8-3073-FD26-CEC4-6C03BC42E004}"/>
                </a:ext>
              </a:extLst>
            </p:cNvPr>
            <p:cNvSpPr/>
            <p:nvPr/>
          </p:nvSpPr>
          <p:spPr>
            <a:xfrm>
              <a:off x="5031130" y="-314383"/>
              <a:ext cx="7250380" cy="7489251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7BD3801C-FD65-F38B-4C0E-B5903297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3670" r="21614"/>
            <a:stretch>
              <a:fillRect/>
            </a:stretch>
          </p:blipFill>
          <p:spPr>
            <a:xfrm>
              <a:off x="5080567" y="-259440"/>
              <a:ext cx="7151507" cy="5151336"/>
            </a:xfrm>
            <a:prstGeom prst="rect">
              <a:avLst/>
            </a:prstGeom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DC38FD48-6182-AA4C-71D5-279A09764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81" t="53004" r="21613" b="4876"/>
            <a:stretch>
              <a:fillRect/>
            </a:stretch>
          </p:blipFill>
          <p:spPr>
            <a:xfrm>
              <a:off x="5080565" y="4598388"/>
              <a:ext cx="7151509" cy="2513229"/>
            </a:xfrm>
            <a:prstGeom prst="rect">
              <a:avLst/>
            </a:prstGeom>
          </p:spPr>
        </p:pic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23980047-E38E-6B5C-5A39-CAEB17745CBA}"/>
                </a:ext>
              </a:extLst>
            </p:cNvPr>
            <p:cNvSpPr/>
            <p:nvPr/>
          </p:nvSpPr>
          <p:spPr>
            <a:xfrm>
              <a:off x="10015979" y="6546194"/>
              <a:ext cx="2035803" cy="34671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D86F0BF3-262B-EED0-D381-798CA93A24C6}"/>
                </a:ext>
              </a:extLst>
            </p:cNvPr>
            <p:cNvCxnSpPr/>
            <p:nvPr/>
          </p:nvCxnSpPr>
          <p:spPr>
            <a:xfrm>
              <a:off x="9375924" y="6729919"/>
              <a:ext cx="61401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19CC2F8C-3584-BF37-6794-0BC0968B9F29}"/>
                </a:ext>
              </a:extLst>
            </p:cNvPr>
            <p:cNvSpPr/>
            <p:nvPr/>
          </p:nvSpPr>
          <p:spPr>
            <a:xfrm>
              <a:off x="8145463" y="6583208"/>
              <a:ext cx="1555662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5674060-9565-7DC5-8974-3EB12761B402}"/>
                </a:ext>
              </a:extLst>
            </p:cNvPr>
            <p:cNvSpPr/>
            <p:nvPr/>
          </p:nvSpPr>
          <p:spPr>
            <a:xfrm>
              <a:off x="9343501" y="108786"/>
              <a:ext cx="1556689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</a:rPr>
                <a:t>エネミーデータ確認</a:t>
              </a:r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865A18DA-8A70-212E-33F4-26199CC6DFDE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0120732" y="432786"/>
              <a:ext cx="1114" cy="2880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F9FA87F4-A8B9-67F2-3E7C-0A80D20ADD44}"/>
                </a:ext>
              </a:extLst>
            </p:cNvPr>
            <p:cNvSpPr/>
            <p:nvPr/>
          </p:nvSpPr>
          <p:spPr>
            <a:xfrm>
              <a:off x="7542080" y="-992836"/>
              <a:ext cx="2204715" cy="560617"/>
            </a:xfrm>
            <a:prstGeom prst="rect">
              <a:avLst/>
            </a:prstGeom>
            <a:ln w="28575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8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[</a:t>
              </a:r>
              <a:r>
                <a:rPr kumimoji="1" lang="ja-JP" altLang="en-US" sz="18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データ出力</a:t>
              </a:r>
              <a:r>
                <a:rPr lang="en-US" altLang="ja-JP" sz="1800" b="1" dirty="0">
                  <a:solidFill>
                    <a:schemeClr val="tx1"/>
                  </a:solidFill>
                </a:rPr>
                <a:t>]</a:t>
              </a:r>
              <a:r>
                <a:rPr lang="ja-JP" altLang="en-US" sz="1800" b="1" dirty="0">
                  <a:solidFill>
                    <a:schemeClr val="tx1"/>
                  </a:solidFill>
                </a:rPr>
                <a:t>タブ</a:t>
              </a:r>
              <a:endParaRPr kumimoji="1" lang="ja-JP" altLang="en-US" sz="1800" dirty="0">
                <a:solidFill>
                  <a:schemeClr val="tx1"/>
                </a:solidFill>
              </a:endParaRPr>
            </a:p>
          </p:txBody>
        </p:sp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825D9585-ED2E-F3B5-FD9B-B690FD7CF495}"/>
                </a:ext>
              </a:extLst>
            </p:cNvPr>
            <p:cNvSpPr/>
            <p:nvPr/>
          </p:nvSpPr>
          <p:spPr>
            <a:xfrm>
              <a:off x="5139204" y="4575617"/>
              <a:ext cx="7010465" cy="146465"/>
            </a:xfrm>
            <a:custGeom>
              <a:avLst/>
              <a:gdLst>
                <a:gd name="csX0" fmla="*/ 0 w 10703002"/>
                <a:gd name="csY0" fmla="*/ 723900 h 731634"/>
                <a:gd name="csX1" fmla="*/ 716280 w 10703002"/>
                <a:gd name="csY1" fmla="*/ 0 h 731634"/>
                <a:gd name="csX2" fmla="*/ 1440180 w 10703002"/>
                <a:gd name="csY2" fmla="*/ 723900 h 731634"/>
                <a:gd name="csX3" fmla="*/ 2156460 w 10703002"/>
                <a:gd name="csY3" fmla="*/ 7620 h 731634"/>
                <a:gd name="csX4" fmla="*/ 2880360 w 10703002"/>
                <a:gd name="csY4" fmla="*/ 723900 h 731634"/>
                <a:gd name="csX5" fmla="*/ 3604260 w 10703002"/>
                <a:gd name="csY5" fmla="*/ 0 h 731634"/>
                <a:gd name="csX6" fmla="*/ 4328160 w 10703002"/>
                <a:gd name="csY6" fmla="*/ 723900 h 731634"/>
                <a:gd name="csX7" fmla="*/ 5036820 w 10703002"/>
                <a:gd name="csY7" fmla="*/ 0 h 731634"/>
                <a:gd name="csX8" fmla="*/ 5753100 w 10703002"/>
                <a:gd name="csY8" fmla="*/ 723900 h 731634"/>
                <a:gd name="csX9" fmla="*/ 6477000 w 10703002"/>
                <a:gd name="csY9" fmla="*/ 0 h 731634"/>
                <a:gd name="csX10" fmla="*/ 7193280 w 10703002"/>
                <a:gd name="csY10" fmla="*/ 723900 h 731634"/>
                <a:gd name="csX11" fmla="*/ 7917180 w 10703002"/>
                <a:gd name="csY11" fmla="*/ 7620 h 731634"/>
                <a:gd name="csX12" fmla="*/ 8633460 w 10703002"/>
                <a:gd name="csY12" fmla="*/ 723900 h 731634"/>
                <a:gd name="csX13" fmla="*/ 9357360 w 10703002"/>
                <a:gd name="csY13" fmla="*/ 7620 h 731634"/>
                <a:gd name="csX14" fmla="*/ 10081260 w 10703002"/>
                <a:gd name="csY14" fmla="*/ 731520 h 731634"/>
                <a:gd name="csX15" fmla="*/ 10683240 w 10703002"/>
                <a:gd name="csY15" fmla="*/ 68580 h 731634"/>
                <a:gd name="csX0" fmla="*/ 0 w 10806734"/>
                <a:gd name="csY0" fmla="*/ 723900 h 731623"/>
                <a:gd name="csX1" fmla="*/ 716280 w 10806734"/>
                <a:gd name="csY1" fmla="*/ 0 h 731623"/>
                <a:gd name="csX2" fmla="*/ 1440180 w 10806734"/>
                <a:gd name="csY2" fmla="*/ 723900 h 731623"/>
                <a:gd name="csX3" fmla="*/ 2156460 w 10806734"/>
                <a:gd name="csY3" fmla="*/ 7620 h 731623"/>
                <a:gd name="csX4" fmla="*/ 2880360 w 10806734"/>
                <a:gd name="csY4" fmla="*/ 723900 h 731623"/>
                <a:gd name="csX5" fmla="*/ 3604260 w 10806734"/>
                <a:gd name="csY5" fmla="*/ 0 h 731623"/>
                <a:gd name="csX6" fmla="*/ 4328160 w 10806734"/>
                <a:gd name="csY6" fmla="*/ 723900 h 731623"/>
                <a:gd name="csX7" fmla="*/ 5036820 w 10806734"/>
                <a:gd name="csY7" fmla="*/ 0 h 731623"/>
                <a:gd name="csX8" fmla="*/ 5753100 w 10806734"/>
                <a:gd name="csY8" fmla="*/ 723900 h 731623"/>
                <a:gd name="csX9" fmla="*/ 6477000 w 10806734"/>
                <a:gd name="csY9" fmla="*/ 0 h 731623"/>
                <a:gd name="csX10" fmla="*/ 7193280 w 10806734"/>
                <a:gd name="csY10" fmla="*/ 723900 h 731623"/>
                <a:gd name="csX11" fmla="*/ 7917180 w 10806734"/>
                <a:gd name="csY11" fmla="*/ 7620 h 731623"/>
                <a:gd name="csX12" fmla="*/ 8633460 w 10806734"/>
                <a:gd name="csY12" fmla="*/ 723900 h 731623"/>
                <a:gd name="csX13" fmla="*/ 9357360 w 10806734"/>
                <a:gd name="csY13" fmla="*/ 7620 h 731623"/>
                <a:gd name="csX14" fmla="*/ 10081260 w 10806734"/>
                <a:gd name="csY14" fmla="*/ 731520 h 731623"/>
                <a:gd name="csX15" fmla="*/ 10789920 w 10806734"/>
                <a:gd name="csY15" fmla="*/ 0 h 731623"/>
                <a:gd name="csX0" fmla="*/ 0 w 10789986"/>
                <a:gd name="csY0" fmla="*/ 723900 h 732889"/>
                <a:gd name="csX1" fmla="*/ 716280 w 10789986"/>
                <a:gd name="csY1" fmla="*/ 0 h 732889"/>
                <a:gd name="csX2" fmla="*/ 1440180 w 10789986"/>
                <a:gd name="csY2" fmla="*/ 723900 h 732889"/>
                <a:gd name="csX3" fmla="*/ 2156460 w 10789986"/>
                <a:gd name="csY3" fmla="*/ 7620 h 732889"/>
                <a:gd name="csX4" fmla="*/ 2880360 w 10789986"/>
                <a:gd name="csY4" fmla="*/ 723900 h 732889"/>
                <a:gd name="csX5" fmla="*/ 3604260 w 10789986"/>
                <a:gd name="csY5" fmla="*/ 0 h 732889"/>
                <a:gd name="csX6" fmla="*/ 4328160 w 10789986"/>
                <a:gd name="csY6" fmla="*/ 723900 h 732889"/>
                <a:gd name="csX7" fmla="*/ 5036820 w 10789986"/>
                <a:gd name="csY7" fmla="*/ 0 h 732889"/>
                <a:gd name="csX8" fmla="*/ 5753100 w 10789986"/>
                <a:gd name="csY8" fmla="*/ 723900 h 732889"/>
                <a:gd name="csX9" fmla="*/ 6477000 w 10789986"/>
                <a:gd name="csY9" fmla="*/ 0 h 732889"/>
                <a:gd name="csX10" fmla="*/ 7193280 w 10789986"/>
                <a:gd name="csY10" fmla="*/ 723900 h 732889"/>
                <a:gd name="csX11" fmla="*/ 7917180 w 10789986"/>
                <a:gd name="csY11" fmla="*/ 7620 h 732889"/>
                <a:gd name="csX12" fmla="*/ 8633460 w 10789986"/>
                <a:gd name="csY12" fmla="*/ 723900 h 732889"/>
                <a:gd name="csX13" fmla="*/ 9357360 w 10789986"/>
                <a:gd name="csY13" fmla="*/ 7620 h 732889"/>
                <a:gd name="csX14" fmla="*/ 10081260 w 10789986"/>
                <a:gd name="csY14" fmla="*/ 731520 h 732889"/>
                <a:gd name="csX15" fmla="*/ 10789920 w 10789986"/>
                <a:gd name="csY15" fmla="*/ 0 h 732889"/>
                <a:gd name="csX0" fmla="*/ 0 w 10418702"/>
                <a:gd name="csY0" fmla="*/ 723900 h 733077"/>
                <a:gd name="csX1" fmla="*/ 716280 w 10418702"/>
                <a:gd name="csY1" fmla="*/ 0 h 733077"/>
                <a:gd name="csX2" fmla="*/ 1440180 w 10418702"/>
                <a:gd name="csY2" fmla="*/ 723900 h 733077"/>
                <a:gd name="csX3" fmla="*/ 2156460 w 10418702"/>
                <a:gd name="csY3" fmla="*/ 7620 h 733077"/>
                <a:gd name="csX4" fmla="*/ 2880360 w 10418702"/>
                <a:gd name="csY4" fmla="*/ 723900 h 733077"/>
                <a:gd name="csX5" fmla="*/ 3604260 w 10418702"/>
                <a:gd name="csY5" fmla="*/ 0 h 733077"/>
                <a:gd name="csX6" fmla="*/ 4328160 w 10418702"/>
                <a:gd name="csY6" fmla="*/ 723900 h 733077"/>
                <a:gd name="csX7" fmla="*/ 5036820 w 10418702"/>
                <a:gd name="csY7" fmla="*/ 0 h 733077"/>
                <a:gd name="csX8" fmla="*/ 5753100 w 10418702"/>
                <a:gd name="csY8" fmla="*/ 723900 h 733077"/>
                <a:gd name="csX9" fmla="*/ 6477000 w 10418702"/>
                <a:gd name="csY9" fmla="*/ 0 h 733077"/>
                <a:gd name="csX10" fmla="*/ 7193280 w 10418702"/>
                <a:gd name="csY10" fmla="*/ 723900 h 733077"/>
                <a:gd name="csX11" fmla="*/ 7917180 w 10418702"/>
                <a:gd name="csY11" fmla="*/ 7620 h 733077"/>
                <a:gd name="csX12" fmla="*/ 8633460 w 10418702"/>
                <a:gd name="csY12" fmla="*/ 723900 h 733077"/>
                <a:gd name="csX13" fmla="*/ 9357360 w 10418702"/>
                <a:gd name="csY13" fmla="*/ 7620 h 733077"/>
                <a:gd name="csX14" fmla="*/ 10081260 w 10418702"/>
                <a:gd name="csY14" fmla="*/ 731520 h 733077"/>
                <a:gd name="csX15" fmla="*/ 10418445 w 10418702"/>
                <a:gd name="csY15" fmla="*/ 9525 h 733077"/>
                <a:gd name="csX0" fmla="*/ 0 w 10180719"/>
                <a:gd name="csY0" fmla="*/ 723900 h 1052272"/>
                <a:gd name="csX1" fmla="*/ 716280 w 10180719"/>
                <a:gd name="csY1" fmla="*/ 0 h 1052272"/>
                <a:gd name="csX2" fmla="*/ 1440180 w 10180719"/>
                <a:gd name="csY2" fmla="*/ 723900 h 1052272"/>
                <a:gd name="csX3" fmla="*/ 2156460 w 10180719"/>
                <a:gd name="csY3" fmla="*/ 7620 h 1052272"/>
                <a:gd name="csX4" fmla="*/ 2880360 w 10180719"/>
                <a:gd name="csY4" fmla="*/ 723900 h 1052272"/>
                <a:gd name="csX5" fmla="*/ 3604260 w 10180719"/>
                <a:gd name="csY5" fmla="*/ 0 h 1052272"/>
                <a:gd name="csX6" fmla="*/ 4328160 w 10180719"/>
                <a:gd name="csY6" fmla="*/ 723900 h 1052272"/>
                <a:gd name="csX7" fmla="*/ 5036820 w 10180719"/>
                <a:gd name="csY7" fmla="*/ 0 h 1052272"/>
                <a:gd name="csX8" fmla="*/ 5753100 w 10180719"/>
                <a:gd name="csY8" fmla="*/ 723900 h 1052272"/>
                <a:gd name="csX9" fmla="*/ 6477000 w 10180719"/>
                <a:gd name="csY9" fmla="*/ 0 h 1052272"/>
                <a:gd name="csX10" fmla="*/ 7193280 w 10180719"/>
                <a:gd name="csY10" fmla="*/ 723900 h 1052272"/>
                <a:gd name="csX11" fmla="*/ 7917180 w 10180719"/>
                <a:gd name="csY11" fmla="*/ 7620 h 1052272"/>
                <a:gd name="csX12" fmla="*/ 8633460 w 10180719"/>
                <a:gd name="csY12" fmla="*/ 723900 h 1052272"/>
                <a:gd name="csX13" fmla="*/ 9357360 w 10180719"/>
                <a:gd name="csY13" fmla="*/ 7620 h 1052272"/>
                <a:gd name="csX14" fmla="*/ 10081260 w 10180719"/>
                <a:gd name="csY14" fmla="*/ 731520 h 1052272"/>
                <a:gd name="csX15" fmla="*/ 10080307 w 10180719"/>
                <a:gd name="csY15" fmla="*/ 733425 h 1052272"/>
                <a:gd name="csX0" fmla="*/ 0 w 10359304"/>
                <a:gd name="csY0" fmla="*/ 723900 h 733525"/>
                <a:gd name="csX1" fmla="*/ 716280 w 10359304"/>
                <a:gd name="csY1" fmla="*/ 0 h 733525"/>
                <a:gd name="csX2" fmla="*/ 1440180 w 10359304"/>
                <a:gd name="csY2" fmla="*/ 723900 h 733525"/>
                <a:gd name="csX3" fmla="*/ 2156460 w 10359304"/>
                <a:gd name="csY3" fmla="*/ 7620 h 733525"/>
                <a:gd name="csX4" fmla="*/ 2880360 w 10359304"/>
                <a:gd name="csY4" fmla="*/ 723900 h 733525"/>
                <a:gd name="csX5" fmla="*/ 3604260 w 10359304"/>
                <a:gd name="csY5" fmla="*/ 0 h 733525"/>
                <a:gd name="csX6" fmla="*/ 4328160 w 10359304"/>
                <a:gd name="csY6" fmla="*/ 723900 h 733525"/>
                <a:gd name="csX7" fmla="*/ 5036820 w 10359304"/>
                <a:gd name="csY7" fmla="*/ 0 h 733525"/>
                <a:gd name="csX8" fmla="*/ 5753100 w 10359304"/>
                <a:gd name="csY8" fmla="*/ 723900 h 733525"/>
                <a:gd name="csX9" fmla="*/ 6477000 w 10359304"/>
                <a:gd name="csY9" fmla="*/ 0 h 733525"/>
                <a:gd name="csX10" fmla="*/ 7193280 w 10359304"/>
                <a:gd name="csY10" fmla="*/ 723900 h 733525"/>
                <a:gd name="csX11" fmla="*/ 7917180 w 10359304"/>
                <a:gd name="csY11" fmla="*/ 7620 h 733525"/>
                <a:gd name="csX12" fmla="*/ 8633460 w 10359304"/>
                <a:gd name="csY12" fmla="*/ 723900 h 733525"/>
                <a:gd name="csX13" fmla="*/ 9357360 w 10359304"/>
                <a:gd name="csY13" fmla="*/ 7620 h 733525"/>
                <a:gd name="csX14" fmla="*/ 10081260 w 10359304"/>
                <a:gd name="csY14" fmla="*/ 731520 h 733525"/>
                <a:gd name="csX15" fmla="*/ 10080307 w 10359304"/>
                <a:gd name="csY15" fmla="*/ 733425 h 733525"/>
                <a:gd name="csX0" fmla="*/ 0 w 10368372"/>
                <a:gd name="csY0" fmla="*/ 723900 h 731913"/>
                <a:gd name="csX1" fmla="*/ 716280 w 10368372"/>
                <a:gd name="csY1" fmla="*/ 0 h 731913"/>
                <a:gd name="csX2" fmla="*/ 1440180 w 10368372"/>
                <a:gd name="csY2" fmla="*/ 723900 h 731913"/>
                <a:gd name="csX3" fmla="*/ 2156460 w 10368372"/>
                <a:gd name="csY3" fmla="*/ 7620 h 731913"/>
                <a:gd name="csX4" fmla="*/ 2880360 w 10368372"/>
                <a:gd name="csY4" fmla="*/ 723900 h 731913"/>
                <a:gd name="csX5" fmla="*/ 3604260 w 10368372"/>
                <a:gd name="csY5" fmla="*/ 0 h 731913"/>
                <a:gd name="csX6" fmla="*/ 4328160 w 10368372"/>
                <a:gd name="csY6" fmla="*/ 723900 h 731913"/>
                <a:gd name="csX7" fmla="*/ 5036820 w 10368372"/>
                <a:gd name="csY7" fmla="*/ 0 h 731913"/>
                <a:gd name="csX8" fmla="*/ 5753100 w 10368372"/>
                <a:gd name="csY8" fmla="*/ 723900 h 731913"/>
                <a:gd name="csX9" fmla="*/ 6477000 w 10368372"/>
                <a:gd name="csY9" fmla="*/ 0 h 731913"/>
                <a:gd name="csX10" fmla="*/ 7193280 w 10368372"/>
                <a:gd name="csY10" fmla="*/ 723900 h 731913"/>
                <a:gd name="csX11" fmla="*/ 7917180 w 10368372"/>
                <a:gd name="csY11" fmla="*/ 7620 h 731913"/>
                <a:gd name="csX12" fmla="*/ 8633460 w 10368372"/>
                <a:gd name="csY12" fmla="*/ 723900 h 731913"/>
                <a:gd name="csX13" fmla="*/ 9357360 w 10368372"/>
                <a:gd name="csY13" fmla="*/ 7620 h 731913"/>
                <a:gd name="csX14" fmla="*/ 10081260 w 10368372"/>
                <a:gd name="csY14" fmla="*/ 731520 h 731913"/>
                <a:gd name="csX15" fmla="*/ 10094595 w 10368372"/>
                <a:gd name="csY15" fmla="*/ 576262 h 731913"/>
                <a:gd name="csX0" fmla="*/ 0 w 10183505"/>
                <a:gd name="csY0" fmla="*/ 723900 h 731967"/>
                <a:gd name="csX1" fmla="*/ 716280 w 10183505"/>
                <a:gd name="csY1" fmla="*/ 0 h 731967"/>
                <a:gd name="csX2" fmla="*/ 1440180 w 10183505"/>
                <a:gd name="csY2" fmla="*/ 723900 h 731967"/>
                <a:gd name="csX3" fmla="*/ 2156460 w 10183505"/>
                <a:gd name="csY3" fmla="*/ 7620 h 731967"/>
                <a:gd name="csX4" fmla="*/ 2880360 w 10183505"/>
                <a:gd name="csY4" fmla="*/ 723900 h 731967"/>
                <a:gd name="csX5" fmla="*/ 3604260 w 10183505"/>
                <a:gd name="csY5" fmla="*/ 0 h 731967"/>
                <a:gd name="csX6" fmla="*/ 4328160 w 10183505"/>
                <a:gd name="csY6" fmla="*/ 723900 h 731967"/>
                <a:gd name="csX7" fmla="*/ 5036820 w 10183505"/>
                <a:gd name="csY7" fmla="*/ 0 h 731967"/>
                <a:gd name="csX8" fmla="*/ 5753100 w 10183505"/>
                <a:gd name="csY8" fmla="*/ 723900 h 731967"/>
                <a:gd name="csX9" fmla="*/ 6477000 w 10183505"/>
                <a:gd name="csY9" fmla="*/ 0 h 731967"/>
                <a:gd name="csX10" fmla="*/ 7193280 w 10183505"/>
                <a:gd name="csY10" fmla="*/ 723900 h 731967"/>
                <a:gd name="csX11" fmla="*/ 7917180 w 10183505"/>
                <a:gd name="csY11" fmla="*/ 7620 h 731967"/>
                <a:gd name="csX12" fmla="*/ 8633460 w 10183505"/>
                <a:gd name="csY12" fmla="*/ 723900 h 731967"/>
                <a:gd name="csX13" fmla="*/ 9357360 w 10183505"/>
                <a:gd name="csY13" fmla="*/ 7620 h 731967"/>
                <a:gd name="csX14" fmla="*/ 10081260 w 10183505"/>
                <a:gd name="csY14" fmla="*/ 731520 h 731967"/>
                <a:gd name="csX15" fmla="*/ 10094595 w 10183505"/>
                <a:gd name="csY15" fmla="*/ 576262 h 731967"/>
                <a:gd name="csX0" fmla="*/ 0 w 10176069"/>
                <a:gd name="csY0" fmla="*/ 723900 h 731979"/>
                <a:gd name="csX1" fmla="*/ 716280 w 10176069"/>
                <a:gd name="csY1" fmla="*/ 0 h 731979"/>
                <a:gd name="csX2" fmla="*/ 1440180 w 10176069"/>
                <a:gd name="csY2" fmla="*/ 723900 h 731979"/>
                <a:gd name="csX3" fmla="*/ 2156460 w 10176069"/>
                <a:gd name="csY3" fmla="*/ 7620 h 731979"/>
                <a:gd name="csX4" fmla="*/ 2880360 w 10176069"/>
                <a:gd name="csY4" fmla="*/ 723900 h 731979"/>
                <a:gd name="csX5" fmla="*/ 3604260 w 10176069"/>
                <a:gd name="csY5" fmla="*/ 0 h 731979"/>
                <a:gd name="csX6" fmla="*/ 4328160 w 10176069"/>
                <a:gd name="csY6" fmla="*/ 723900 h 731979"/>
                <a:gd name="csX7" fmla="*/ 5036820 w 10176069"/>
                <a:gd name="csY7" fmla="*/ 0 h 731979"/>
                <a:gd name="csX8" fmla="*/ 5753100 w 10176069"/>
                <a:gd name="csY8" fmla="*/ 723900 h 731979"/>
                <a:gd name="csX9" fmla="*/ 6477000 w 10176069"/>
                <a:gd name="csY9" fmla="*/ 0 h 731979"/>
                <a:gd name="csX10" fmla="*/ 7193280 w 10176069"/>
                <a:gd name="csY10" fmla="*/ 723900 h 731979"/>
                <a:gd name="csX11" fmla="*/ 7917180 w 10176069"/>
                <a:gd name="csY11" fmla="*/ 7620 h 731979"/>
                <a:gd name="csX12" fmla="*/ 8633460 w 10176069"/>
                <a:gd name="csY12" fmla="*/ 723900 h 731979"/>
                <a:gd name="csX13" fmla="*/ 9357360 w 10176069"/>
                <a:gd name="csY13" fmla="*/ 7620 h 731979"/>
                <a:gd name="csX14" fmla="*/ 10081260 w 10176069"/>
                <a:gd name="csY14" fmla="*/ 731520 h 731979"/>
                <a:gd name="csX15" fmla="*/ 10066020 w 10176069"/>
                <a:gd name="csY15" fmla="*/ 581024 h 731979"/>
                <a:gd name="csX0" fmla="*/ 0 w 10081260"/>
                <a:gd name="csY0" fmla="*/ 723900 h 731520"/>
                <a:gd name="csX1" fmla="*/ 716280 w 10081260"/>
                <a:gd name="csY1" fmla="*/ 0 h 731520"/>
                <a:gd name="csX2" fmla="*/ 1440180 w 10081260"/>
                <a:gd name="csY2" fmla="*/ 723900 h 731520"/>
                <a:gd name="csX3" fmla="*/ 2156460 w 10081260"/>
                <a:gd name="csY3" fmla="*/ 7620 h 731520"/>
                <a:gd name="csX4" fmla="*/ 2880360 w 10081260"/>
                <a:gd name="csY4" fmla="*/ 723900 h 731520"/>
                <a:gd name="csX5" fmla="*/ 3604260 w 10081260"/>
                <a:gd name="csY5" fmla="*/ 0 h 731520"/>
                <a:gd name="csX6" fmla="*/ 4328160 w 10081260"/>
                <a:gd name="csY6" fmla="*/ 723900 h 731520"/>
                <a:gd name="csX7" fmla="*/ 5036820 w 10081260"/>
                <a:gd name="csY7" fmla="*/ 0 h 731520"/>
                <a:gd name="csX8" fmla="*/ 5753100 w 10081260"/>
                <a:gd name="csY8" fmla="*/ 723900 h 731520"/>
                <a:gd name="csX9" fmla="*/ 6477000 w 10081260"/>
                <a:gd name="csY9" fmla="*/ 0 h 731520"/>
                <a:gd name="csX10" fmla="*/ 7193280 w 10081260"/>
                <a:gd name="csY10" fmla="*/ 723900 h 731520"/>
                <a:gd name="csX11" fmla="*/ 7917180 w 10081260"/>
                <a:gd name="csY11" fmla="*/ 7620 h 731520"/>
                <a:gd name="csX12" fmla="*/ 8633460 w 10081260"/>
                <a:gd name="csY12" fmla="*/ 723900 h 731520"/>
                <a:gd name="csX13" fmla="*/ 9357360 w 10081260"/>
                <a:gd name="csY13" fmla="*/ 7620 h 731520"/>
                <a:gd name="csX14" fmla="*/ 10081260 w 10081260"/>
                <a:gd name="csY14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64980" h="731520">
                  <a:moveTo>
                    <a:pt x="0" y="0"/>
                  </a:moveTo>
                  <a:cubicBezTo>
                    <a:pt x="240030" y="0"/>
                    <a:pt x="483870" y="722630"/>
                    <a:pt x="723900" y="723900"/>
                  </a:cubicBezTo>
                  <a:cubicBezTo>
                    <a:pt x="963930" y="725170"/>
                    <a:pt x="1200150" y="7620"/>
                    <a:pt x="1440180" y="7620"/>
                  </a:cubicBezTo>
                  <a:cubicBezTo>
                    <a:pt x="1680210" y="7620"/>
                    <a:pt x="1922780" y="725170"/>
                    <a:pt x="2164080" y="723900"/>
                  </a:cubicBezTo>
                  <a:cubicBezTo>
                    <a:pt x="2405380" y="722630"/>
                    <a:pt x="2646680" y="0"/>
                    <a:pt x="2887980" y="0"/>
                  </a:cubicBezTo>
                  <a:cubicBezTo>
                    <a:pt x="3129280" y="0"/>
                    <a:pt x="3373120" y="723900"/>
                    <a:pt x="3611880" y="723900"/>
                  </a:cubicBezTo>
                  <a:cubicBezTo>
                    <a:pt x="3850640" y="723900"/>
                    <a:pt x="4083050" y="0"/>
                    <a:pt x="4320540" y="0"/>
                  </a:cubicBezTo>
                  <a:cubicBezTo>
                    <a:pt x="4558030" y="0"/>
                    <a:pt x="4796790" y="723900"/>
                    <a:pt x="5036820" y="723900"/>
                  </a:cubicBezTo>
                  <a:cubicBezTo>
                    <a:pt x="5276850" y="723900"/>
                    <a:pt x="5520690" y="0"/>
                    <a:pt x="5760720" y="0"/>
                  </a:cubicBezTo>
                  <a:cubicBezTo>
                    <a:pt x="6000750" y="0"/>
                    <a:pt x="6236970" y="722630"/>
                    <a:pt x="6477000" y="723900"/>
                  </a:cubicBezTo>
                  <a:cubicBezTo>
                    <a:pt x="6717030" y="725170"/>
                    <a:pt x="6960870" y="7620"/>
                    <a:pt x="7200900" y="7620"/>
                  </a:cubicBezTo>
                  <a:cubicBezTo>
                    <a:pt x="7440930" y="7620"/>
                    <a:pt x="7677150" y="723900"/>
                    <a:pt x="7917180" y="723900"/>
                  </a:cubicBezTo>
                  <a:cubicBezTo>
                    <a:pt x="8157210" y="723900"/>
                    <a:pt x="8399780" y="6350"/>
                    <a:pt x="8641080" y="7620"/>
                  </a:cubicBezTo>
                  <a:cubicBezTo>
                    <a:pt x="8882380" y="8890"/>
                    <a:pt x="9144000" y="721360"/>
                    <a:pt x="9364980" y="731520"/>
                  </a:cubicBezTo>
                </a:path>
              </a:pathLst>
            </a:custGeom>
            <a:noFill/>
            <a:ln w="28575">
              <a:solidFill>
                <a:schemeClr val="accent1">
                  <a:shade val="15000"/>
                </a:schemeClr>
              </a:solidFill>
            </a:ln>
            <a:effectLst>
              <a:outerShdw dist="101600" dir="5400000" algn="t" rotWithShape="0">
                <a:schemeClr val="tx2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BC799F20-0E0B-BBA9-5CDA-7BD027973BD2}"/>
                </a:ext>
              </a:extLst>
            </p:cNvPr>
            <p:cNvSpPr/>
            <p:nvPr/>
          </p:nvSpPr>
          <p:spPr>
            <a:xfrm>
              <a:off x="5203305" y="755142"/>
              <a:ext cx="6882266" cy="375580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7E33F69-707B-0DA7-3DF3-BE7FD352E4E0}"/>
                </a:ext>
              </a:extLst>
            </p:cNvPr>
            <p:cNvSpPr/>
            <p:nvPr/>
          </p:nvSpPr>
          <p:spPr>
            <a:xfrm>
              <a:off x="5203305" y="4854232"/>
              <a:ext cx="6882266" cy="15852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7F0B2064-F4DC-AF30-3AA0-0115DD8C3FEB}"/>
                </a:ext>
              </a:extLst>
            </p:cNvPr>
            <p:cNvCxnSpPr>
              <a:cxnSpLocks/>
            </p:cNvCxnSpPr>
            <p:nvPr/>
          </p:nvCxnSpPr>
          <p:spPr>
            <a:xfrm>
              <a:off x="6216083" y="4513140"/>
              <a:ext cx="0" cy="34109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E6C94A4-10F1-1913-D7D0-3F45F5964142}"/>
                </a:ext>
              </a:extLst>
            </p:cNvPr>
            <p:cNvSpPr/>
            <p:nvPr/>
          </p:nvSpPr>
          <p:spPr>
            <a:xfrm>
              <a:off x="5600191" y="4333656"/>
              <a:ext cx="1231784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CCFOLIA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用出力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70592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A07E6-AF50-5047-D398-F024E2EB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97034FBB-E131-203F-59ED-35EBB81D58EB}"/>
              </a:ext>
            </a:extLst>
          </p:cNvPr>
          <p:cNvGrpSpPr/>
          <p:nvPr/>
        </p:nvGrpSpPr>
        <p:grpSpPr>
          <a:xfrm>
            <a:off x="1900027" y="-474408"/>
            <a:ext cx="7223341" cy="7984482"/>
            <a:chOff x="1900027" y="-474408"/>
            <a:chExt cx="7223341" cy="7984482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1E3FBDB-EC6D-C8C4-5298-AB5E179F0323}"/>
                </a:ext>
              </a:extLst>
            </p:cNvPr>
            <p:cNvSpPr/>
            <p:nvPr/>
          </p:nvSpPr>
          <p:spPr>
            <a:xfrm>
              <a:off x="1900027" y="-474408"/>
              <a:ext cx="7223341" cy="7984482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F83B939B-7CE2-B19B-3910-3752D711F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53004" r="21613" b="4876"/>
            <a:stretch>
              <a:fillRect/>
            </a:stretch>
          </p:blipFill>
          <p:spPr>
            <a:xfrm>
              <a:off x="1949277" y="4830527"/>
              <a:ext cx="7124839" cy="2597366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81ED593C-CFA6-123D-7AB1-AFBF60B5F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9" t="13670" r="21614" b="3231"/>
            <a:stretch>
              <a:fillRect/>
            </a:stretch>
          </p:blipFill>
          <p:spPr>
            <a:xfrm>
              <a:off x="1949279" y="-384205"/>
              <a:ext cx="7124837" cy="5124529"/>
            </a:xfrm>
            <a:prstGeom prst="rect">
              <a:avLst/>
            </a:prstGeom>
          </p:spPr>
        </p:pic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6B6A6F-89B7-2858-C0BC-27C884C75E1B}"/>
                </a:ext>
              </a:extLst>
            </p:cNvPr>
            <p:cNvSpPr/>
            <p:nvPr/>
          </p:nvSpPr>
          <p:spPr>
            <a:xfrm>
              <a:off x="1993643" y="-84794"/>
              <a:ext cx="1910872" cy="29894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399A6E91-24F5-4256-FD90-6891E92A2BE4}"/>
                </a:ext>
              </a:extLst>
            </p:cNvPr>
            <p:cNvCxnSpPr/>
            <p:nvPr/>
          </p:nvCxnSpPr>
          <p:spPr>
            <a:xfrm flipH="1">
              <a:off x="3917928" y="73550"/>
              <a:ext cx="30027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96B6816-76A6-610F-ADBB-27132812F75E}"/>
                </a:ext>
              </a:extLst>
            </p:cNvPr>
            <p:cNvSpPr/>
            <p:nvPr/>
          </p:nvSpPr>
          <p:spPr>
            <a:xfrm>
              <a:off x="4223422" y="-84794"/>
              <a:ext cx="1192487" cy="298941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ja-JP" sz="1100" b="1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タブの切り替え</a:t>
              </a:r>
              <a:endParaRPr kumimoji="1" lang="ja-JP" altLang="en-US" sz="1100">
                <a:solidFill>
                  <a:schemeClr val="tx1"/>
                </a:solidFill>
              </a:endParaRPr>
            </a:p>
          </p:txBody>
        </p:sp>
        <p:sp>
          <p:nvSpPr>
            <p:cNvPr id="62" name="フリーフォーム: 図形 61">
              <a:extLst>
                <a:ext uri="{FF2B5EF4-FFF2-40B4-BE49-F238E27FC236}">
                  <a16:creationId xmlns:a16="http://schemas.microsoft.com/office/drawing/2014/main" id="{46A5EB4F-14FB-9659-4CBD-BDBF36771E82}"/>
                </a:ext>
              </a:extLst>
            </p:cNvPr>
            <p:cNvSpPr/>
            <p:nvPr/>
          </p:nvSpPr>
          <p:spPr>
            <a:xfrm>
              <a:off x="2003585" y="4688681"/>
              <a:ext cx="7010465" cy="146465"/>
            </a:xfrm>
            <a:custGeom>
              <a:avLst/>
              <a:gdLst>
                <a:gd name="csX0" fmla="*/ 0 w 10703002"/>
                <a:gd name="csY0" fmla="*/ 723900 h 731634"/>
                <a:gd name="csX1" fmla="*/ 716280 w 10703002"/>
                <a:gd name="csY1" fmla="*/ 0 h 731634"/>
                <a:gd name="csX2" fmla="*/ 1440180 w 10703002"/>
                <a:gd name="csY2" fmla="*/ 723900 h 731634"/>
                <a:gd name="csX3" fmla="*/ 2156460 w 10703002"/>
                <a:gd name="csY3" fmla="*/ 7620 h 731634"/>
                <a:gd name="csX4" fmla="*/ 2880360 w 10703002"/>
                <a:gd name="csY4" fmla="*/ 723900 h 731634"/>
                <a:gd name="csX5" fmla="*/ 3604260 w 10703002"/>
                <a:gd name="csY5" fmla="*/ 0 h 731634"/>
                <a:gd name="csX6" fmla="*/ 4328160 w 10703002"/>
                <a:gd name="csY6" fmla="*/ 723900 h 731634"/>
                <a:gd name="csX7" fmla="*/ 5036820 w 10703002"/>
                <a:gd name="csY7" fmla="*/ 0 h 731634"/>
                <a:gd name="csX8" fmla="*/ 5753100 w 10703002"/>
                <a:gd name="csY8" fmla="*/ 723900 h 731634"/>
                <a:gd name="csX9" fmla="*/ 6477000 w 10703002"/>
                <a:gd name="csY9" fmla="*/ 0 h 731634"/>
                <a:gd name="csX10" fmla="*/ 7193280 w 10703002"/>
                <a:gd name="csY10" fmla="*/ 723900 h 731634"/>
                <a:gd name="csX11" fmla="*/ 7917180 w 10703002"/>
                <a:gd name="csY11" fmla="*/ 7620 h 731634"/>
                <a:gd name="csX12" fmla="*/ 8633460 w 10703002"/>
                <a:gd name="csY12" fmla="*/ 723900 h 731634"/>
                <a:gd name="csX13" fmla="*/ 9357360 w 10703002"/>
                <a:gd name="csY13" fmla="*/ 7620 h 731634"/>
                <a:gd name="csX14" fmla="*/ 10081260 w 10703002"/>
                <a:gd name="csY14" fmla="*/ 731520 h 731634"/>
                <a:gd name="csX15" fmla="*/ 10683240 w 10703002"/>
                <a:gd name="csY15" fmla="*/ 68580 h 731634"/>
                <a:gd name="csX0" fmla="*/ 0 w 10806734"/>
                <a:gd name="csY0" fmla="*/ 723900 h 731623"/>
                <a:gd name="csX1" fmla="*/ 716280 w 10806734"/>
                <a:gd name="csY1" fmla="*/ 0 h 731623"/>
                <a:gd name="csX2" fmla="*/ 1440180 w 10806734"/>
                <a:gd name="csY2" fmla="*/ 723900 h 731623"/>
                <a:gd name="csX3" fmla="*/ 2156460 w 10806734"/>
                <a:gd name="csY3" fmla="*/ 7620 h 731623"/>
                <a:gd name="csX4" fmla="*/ 2880360 w 10806734"/>
                <a:gd name="csY4" fmla="*/ 723900 h 731623"/>
                <a:gd name="csX5" fmla="*/ 3604260 w 10806734"/>
                <a:gd name="csY5" fmla="*/ 0 h 731623"/>
                <a:gd name="csX6" fmla="*/ 4328160 w 10806734"/>
                <a:gd name="csY6" fmla="*/ 723900 h 731623"/>
                <a:gd name="csX7" fmla="*/ 5036820 w 10806734"/>
                <a:gd name="csY7" fmla="*/ 0 h 731623"/>
                <a:gd name="csX8" fmla="*/ 5753100 w 10806734"/>
                <a:gd name="csY8" fmla="*/ 723900 h 731623"/>
                <a:gd name="csX9" fmla="*/ 6477000 w 10806734"/>
                <a:gd name="csY9" fmla="*/ 0 h 731623"/>
                <a:gd name="csX10" fmla="*/ 7193280 w 10806734"/>
                <a:gd name="csY10" fmla="*/ 723900 h 731623"/>
                <a:gd name="csX11" fmla="*/ 7917180 w 10806734"/>
                <a:gd name="csY11" fmla="*/ 7620 h 731623"/>
                <a:gd name="csX12" fmla="*/ 8633460 w 10806734"/>
                <a:gd name="csY12" fmla="*/ 723900 h 731623"/>
                <a:gd name="csX13" fmla="*/ 9357360 w 10806734"/>
                <a:gd name="csY13" fmla="*/ 7620 h 731623"/>
                <a:gd name="csX14" fmla="*/ 10081260 w 10806734"/>
                <a:gd name="csY14" fmla="*/ 731520 h 731623"/>
                <a:gd name="csX15" fmla="*/ 10789920 w 10806734"/>
                <a:gd name="csY15" fmla="*/ 0 h 731623"/>
                <a:gd name="csX0" fmla="*/ 0 w 10789986"/>
                <a:gd name="csY0" fmla="*/ 723900 h 732889"/>
                <a:gd name="csX1" fmla="*/ 716280 w 10789986"/>
                <a:gd name="csY1" fmla="*/ 0 h 732889"/>
                <a:gd name="csX2" fmla="*/ 1440180 w 10789986"/>
                <a:gd name="csY2" fmla="*/ 723900 h 732889"/>
                <a:gd name="csX3" fmla="*/ 2156460 w 10789986"/>
                <a:gd name="csY3" fmla="*/ 7620 h 732889"/>
                <a:gd name="csX4" fmla="*/ 2880360 w 10789986"/>
                <a:gd name="csY4" fmla="*/ 723900 h 732889"/>
                <a:gd name="csX5" fmla="*/ 3604260 w 10789986"/>
                <a:gd name="csY5" fmla="*/ 0 h 732889"/>
                <a:gd name="csX6" fmla="*/ 4328160 w 10789986"/>
                <a:gd name="csY6" fmla="*/ 723900 h 732889"/>
                <a:gd name="csX7" fmla="*/ 5036820 w 10789986"/>
                <a:gd name="csY7" fmla="*/ 0 h 732889"/>
                <a:gd name="csX8" fmla="*/ 5753100 w 10789986"/>
                <a:gd name="csY8" fmla="*/ 723900 h 732889"/>
                <a:gd name="csX9" fmla="*/ 6477000 w 10789986"/>
                <a:gd name="csY9" fmla="*/ 0 h 732889"/>
                <a:gd name="csX10" fmla="*/ 7193280 w 10789986"/>
                <a:gd name="csY10" fmla="*/ 723900 h 732889"/>
                <a:gd name="csX11" fmla="*/ 7917180 w 10789986"/>
                <a:gd name="csY11" fmla="*/ 7620 h 732889"/>
                <a:gd name="csX12" fmla="*/ 8633460 w 10789986"/>
                <a:gd name="csY12" fmla="*/ 723900 h 732889"/>
                <a:gd name="csX13" fmla="*/ 9357360 w 10789986"/>
                <a:gd name="csY13" fmla="*/ 7620 h 732889"/>
                <a:gd name="csX14" fmla="*/ 10081260 w 10789986"/>
                <a:gd name="csY14" fmla="*/ 731520 h 732889"/>
                <a:gd name="csX15" fmla="*/ 10789920 w 10789986"/>
                <a:gd name="csY15" fmla="*/ 0 h 732889"/>
                <a:gd name="csX0" fmla="*/ 0 w 10418702"/>
                <a:gd name="csY0" fmla="*/ 723900 h 733077"/>
                <a:gd name="csX1" fmla="*/ 716280 w 10418702"/>
                <a:gd name="csY1" fmla="*/ 0 h 733077"/>
                <a:gd name="csX2" fmla="*/ 1440180 w 10418702"/>
                <a:gd name="csY2" fmla="*/ 723900 h 733077"/>
                <a:gd name="csX3" fmla="*/ 2156460 w 10418702"/>
                <a:gd name="csY3" fmla="*/ 7620 h 733077"/>
                <a:gd name="csX4" fmla="*/ 2880360 w 10418702"/>
                <a:gd name="csY4" fmla="*/ 723900 h 733077"/>
                <a:gd name="csX5" fmla="*/ 3604260 w 10418702"/>
                <a:gd name="csY5" fmla="*/ 0 h 733077"/>
                <a:gd name="csX6" fmla="*/ 4328160 w 10418702"/>
                <a:gd name="csY6" fmla="*/ 723900 h 733077"/>
                <a:gd name="csX7" fmla="*/ 5036820 w 10418702"/>
                <a:gd name="csY7" fmla="*/ 0 h 733077"/>
                <a:gd name="csX8" fmla="*/ 5753100 w 10418702"/>
                <a:gd name="csY8" fmla="*/ 723900 h 733077"/>
                <a:gd name="csX9" fmla="*/ 6477000 w 10418702"/>
                <a:gd name="csY9" fmla="*/ 0 h 733077"/>
                <a:gd name="csX10" fmla="*/ 7193280 w 10418702"/>
                <a:gd name="csY10" fmla="*/ 723900 h 733077"/>
                <a:gd name="csX11" fmla="*/ 7917180 w 10418702"/>
                <a:gd name="csY11" fmla="*/ 7620 h 733077"/>
                <a:gd name="csX12" fmla="*/ 8633460 w 10418702"/>
                <a:gd name="csY12" fmla="*/ 723900 h 733077"/>
                <a:gd name="csX13" fmla="*/ 9357360 w 10418702"/>
                <a:gd name="csY13" fmla="*/ 7620 h 733077"/>
                <a:gd name="csX14" fmla="*/ 10081260 w 10418702"/>
                <a:gd name="csY14" fmla="*/ 731520 h 733077"/>
                <a:gd name="csX15" fmla="*/ 10418445 w 10418702"/>
                <a:gd name="csY15" fmla="*/ 9525 h 733077"/>
                <a:gd name="csX0" fmla="*/ 0 w 10180719"/>
                <a:gd name="csY0" fmla="*/ 723900 h 1052272"/>
                <a:gd name="csX1" fmla="*/ 716280 w 10180719"/>
                <a:gd name="csY1" fmla="*/ 0 h 1052272"/>
                <a:gd name="csX2" fmla="*/ 1440180 w 10180719"/>
                <a:gd name="csY2" fmla="*/ 723900 h 1052272"/>
                <a:gd name="csX3" fmla="*/ 2156460 w 10180719"/>
                <a:gd name="csY3" fmla="*/ 7620 h 1052272"/>
                <a:gd name="csX4" fmla="*/ 2880360 w 10180719"/>
                <a:gd name="csY4" fmla="*/ 723900 h 1052272"/>
                <a:gd name="csX5" fmla="*/ 3604260 w 10180719"/>
                <a:gd name="csY5" fmla="*/ 0 h 1052272"/>
                <a:gd name="csX6" fmla="*/ 4328160 w 10180719"/>
                <a:gd name="csY6" fmla="*/ 723900 h 1052272"/>
                <a:gd name="csX7" fmla="*/ 5036820 w 10180719"/>
                <a:gd name="csY7" fmla="*/ 0 h 1052272"/>
                <a:gd name="csX8" fmla="*/ 5753100 w 10180719"/>
                <a:gd name="csY8" fmla="*/ 723900 h 1052272"/>
                <a:gd name="csX9" fmla="*/ 6477000 w 10180719"/>
                <a:gd name="csY9" fmla="*/ 0 h 1052272"/>
                <a:gd name="csX10" fmla="*/ 7193280 w 10180719"/>
                <a:gd name="csY10" fmla="*/ 723900 h 1052272"/>
                <a:gd name="csX11" fmla="*/ 7917180 w 10180719"/>
                <a:gd name="csY11" fmla="*/ 7620 h 1052272"/>
                <a:gd name="csX12" fmla="*/ 8633460 w 10180719"/>
                <a:gd name="csY12" fmla="*/ 723900 h 1052272"/>
                <a:gd name="csX13" fmla="*/ 9357360 w 10180719"/>
                <a:gd name="csY13" fmla="*/ 7620 h 1052272"/>
                <a:gd name="csX14" fmla="*/ 10081260 w 10180719"/>
                <a:gd name="csY14" fmla="*/ 731520 h 1052272"/>
                <a:gd name="csX15" fmla="*/ 10080307 w 10180719"/>
                <a:gd name="csY15" fmla="*/ 733425 h 1052272"/>
                <a:gd name="csX0" fmla="*/ 0 w 10359304"/>
                <a:gd name="csY0" fmla="*/ 723900 h 733525"/>
                <a:gd name="csX1" fmla="*/ 716280 w 10359304"/>
                <a:gd name="csY1" fmla="*/ 0 h 733525"/>
                <a:gd name="csX2" fmla="*/ 1440180 w 10359304"/>
                <a:gd name="csY2" fmla="*/ 723900 h 733525"/>
                <a:gd name="csX3" fmla="*/ 2156460 w 10359304"/>
                <a:gd name="csY3" fmla="*/ 7620 h 733525"/>
                <a:gd name="csX4" fmla="*/ 2880360 w 10359304"/>
                <a:gd name="csY4" fmla="*/ 723900 h 733525"/>
                <a:gd name="csX5" fmla="*/ 3604260 w 10359304"/>
                <a:gd name="csY5" fmla="*/ 0 h 733525"/>
                <a:gd name="csX6" fmla="*/ 4328160 w 10359304"/>
                <a:gd name="csY6" fmla="*/ 723900 h 733525"/>
                <a:gd name="csX7" fmla="*/ 5036820 w 10359304"/>
                <a:gd name="csY7" fmla="*/ 0 h 733525"/>
                <a:gd name="csX8" fmla="*/ 5753100 w 10359304"/>
                <a:gd name="csY8" fmla="*/ 723900 h 733525"/>
                <a:gd name="csX9" fmla="*/ 6477000 w 10359304"/>
                <a:gd name="csY9" fmla="*/ 0 h 733525"/>
                <a:gd name="csX10" fmla="*/ 7193280 w 10359304"/>
                <a:gd name="csY10" fmla="*/ 723900 h 733525"/>
                <a:gd name="csX11" fmla="*/ 7917180 w 10359304"/>
                <a:gd name="csY11" fmla="*/ 7620 h 733525"/>
                <a:gd name="csX12" fmla="*/ 8633460 w 10359304"/>
                <a:gd name="csY12" fmla="*/ 723900 h 733525"/>
                <a:gd name="csX13" fmla="*/ 9357360 w 10359304"/>
                <a:gd name="csY13" fmla="*/ 7620 h 733525"/>
                <a:gd name="csX14" fmla="*/ 10081260 w 10359304"/>
                <a:gd name="csY14" fmla="*/ 731520 h 733525"/>
                <a:gd name="csX15" fmla="*/ 10080307 w 10359304"/>
                <a:gd name="csY15" fmla="*/ 733425 h 733525"/>
                <a:gd name="csX0" fmla="*/ 0 w 10368372"/>
                <a:gd name="csY0" fmla="*/ 723900 h 731913"/>
                <a:gd name="csX1" fmla="*/ 716280 w 10368372"/>
                <a:gd name="csY1" fmla="*/ 0 h 731913"/>
                <a:gd name="csX2" fmla="*/ 1440180 w 10368372"/>
                <a:gd name="csY2" fmla="*/ 723900 h 731913"/>
                <a:gd name="csX3" fmla="*/ 2156460 w 10368372"/>
                <a:gd name="csY3" fmla="*/ 7620 h 731913"/>
                <a:gd name="csX4" fmla="*/ 2880360 w 10368372"/>
                <a:gd name="csY4" fmla="*/ 723900 h 731913"/>
                <a:gd name="csX5" fmla="*/ 3604260 w 10368372"/>
                <a:gd name="csY5" fmla="*/ 0 h 731913"/>
                <a:gd name="csX6" fmla="*/ 4328160 w 10368372"/>
                <a:gd name="csY6" fmla="*/ 723900 h 731913"/>
                <a:gd name="csX7" fmla="*/ 5036820 w 10368372"/>
                <a:gd name="csY7" fmla="*/ 0 h 731913"/>
                <a:gd name="csX8" fmla="*/ 5753100 w 10368372"/>
                <a:gd name="csY8" fmla="*/ 723900 h 731913"/>
                <a:gd name="csX9" fmla="*/ 6477000 w 10368372"/>
                <a:gd name="csY9" fmla="*/ 0 h 731913"/>
                <a:gd name="csX10" fmla="*/ 7193280 w 10368372"/>
                <a:gd name="csY10" fmla="*/ 723900 h 731913"/>
                <a:gd name="csX11" fmla="*/ 7917180 w 10368372"/>
                <a:gd name="csY11" fmla="*/ 7620 h 731913"/>
                <a:gd name="csX12" fmla="*/ 8633460 w 10368372"/>
                <a:gd name="csY12" fmla="*/ 723900 h 731913"/>
                <a:gd name="csX13" fmla="*/ 9357360 w 10368372"/>
                <a:gd name="csY13" fmla="*/ 7620 h 731913"/>
                <a:gd name="csX14" fmla="*/ 10081260 w 10368372"/>
                <a:gd name="csY14" fmla="*/ 731520 h 731913"/>
                <a:gd name="csX15" fmla="*/ 10094595 w 10368372"/>
                <a:gd name="csY15" fmla="*/ 576262 h 731913"/>
                <a:gd name="csX0" fmla="*/ 0 w 10183505"/>
                <a:gd name="csY0" fmla="*/ 723900 h 731967"/>
                <a:gd name="csX1" fmla="*/ 716280 w 10183505"/>
                <a:gd name="csY1" fmla="*/ 0 h 731967"/>
                <a:gd name="csX2" fmla="*/ 1440180 w 10183505"/>
                <a:gd name="csY2" fmla="*/ 723900 h 731967"/>
                <a:gd name="csX3" fmla="*/ 2156460 w 10183505"/>
                <a:gd name="csY3" fmla="*/ 7620 h 731967"/>
                <a:gd name="csX4" fmla="*/ 2880360 w 10183505"/>
                <a:gd name="csY4" fmla="*/ 723900 h 731967"/>
                <a:gd name="csX5" fmla="*/ 3604260 w 10183505"/>
                <a:gd name="csY5" fmla="*/ 0 h 731967"/>
                <a:gd name="csX6" fmla="*/ 4328160 w 10183505"/>
                <a:gd name="csY6" fmla="*/ 723900 h 731967"/>
                <a:gd name="csX7" fmla="*/ 5036820 w 10183505"/>
                <a:gd name="csY7" fmla="*/ 0 h 731967"/>
                <a:gd name="csX8" fmla="*/ 5753100 w 10183505"/>
                <a:gd name="csY8" fmla="*/ 723900 h 731967"/>
                <a:gd name="csX9" fmla="*/ 6477000 w 10183505"/>
                <a:gd name="csY9" fmla="*/ 0 h 731967"/>
                <a:gd name="csX10" fmla="*/ 7193280 w 10183505"/>
                <a:gd name="csY10" fmla="*/ 723900 h 731967"/>
                <a:gd name="csX11" fmla="*/ 7917180 w 10183505"/>
                <a:gd name="csY11" fmla="*/ 7620 h 731967"/>
                <a:gd name="csX12" fmla="*/ 8633460 w 10183505"/>
                <a:gd name="csY12" fmla="*/ 723900 h 731967"/>
                <a:gd name="csX13" fmla="*/ 9357360 w 10183505"/>
                <a:gd name="csY13" fmla="*/ 7620 h 731967"/>
                <a:gd name="csX14" fmla="*/ 10081260 w 10183505"/>
                <a:gd name="csY14" fmla="*/ 731520 h 731967"/>
                <a:gd name="csX15" fmla="*/ 10094595 w 10183505"/>
                <a:gd name="csY15" fmla="*/ 576262 h 731967"/>
                <a:gd name="csX0" fmla="*/ 0 w 10176069"/>
                <a:gd name="csY0" fmla="*/ 723900 h 731979"/>
                <a:gd name="csX1" fmla="*/ 716280 w 10176069"/>
                <a:gd name="csY1" fmla="*/ 0 h 731979"/>
                <a:gd name="csX2" fmla="*/ 1440180 w 10176069"/>
                <a:gd name="csY2" fmla="*/ 723900 h 731979"/>
                <a:gd name="csX3" fmla="*/ 2156460 w 10176069"/>
                <a:gd name="csY3" fmla="*/ 7620 h 731979"/>
                <a:gd name="csX4" fmla="*/ 2880360 w 10176069"/>
                <a:gd name="csY4" fmla="*/ 723900 h 731979"/>
                <a:gd name="csX5" fmla="*/ 3604260 w 10176069"/>
                <a:gd name="csY5" fmla="*/ 0 h 731979"/>
                <a:gd name="csX6" fmla="*/ 4328160 w 10176069"/>
                <a:gd name="csY6" fmla="*/ 723900 h 731979"/>
                <a:gd name="csX7" fmla="*/ 5036820 w 10176069"/>
                <a:gd name="csY7" fmla="*/ 0 h 731979"/>
                <a:gd name="csX8" fmla="*/ 5753100 w 10176069"/>
                <a:gd name="csY8" fmla="*/ 723900 h 731979"/>
                <a:gd name="csX9" fmla="*/ 6477000 w 10176069"/>
                <a:gd name="csY9" fmla="*/ 0 h 731979"/>
                <a:gd name="csX10" fmla="*/ 7193280 w 10176069"/>
                <a:gd name="csY10" fmla="*/ 723900 h 731979"/>
                <a:gd name="csX11" fmla="*/ 7917180 w 10176069"/>
                <a:gd name="csY11" fmla="*/ 7620 h 731979"/>
                <a:gd name="csX12" fmla="*/ 8633460 w 10176069"/>
                <a:gd name="csY12" fmla="*/ 723900 h 731979"/>
                <a:gd name="csX13" fmla="*/ 9357360 w 10176069"/>
                <a:gd name="csY13" fmla="*/ 7620 h 731979"/>
                <a:gd name="csX14" fmla="*/ 10081260 w 10176069"/>
                <a:gd name="csY14" fmla="*/ 731520 h 731979"/>
                <a:gd name="csX15" fmla="*/ 10066020 w 10176069"/>
                <a:gd name="csY15" fmla="*/ 581024 h 731979"/>
                <a:gd name="csX0" fmla="*/ 0 w 10081260"/>
                <a:gd name="csY0" fmla="*/ 723900 h 731520"/>
                <a:gd name="csX1" fmla="*/ 716280 w 10081260"/>
                <a:gd name="csY1" fmla="*/ 0 h 731520"/>
                <a:gd name="csX2" fmla="*/ 1440180 w 10081260"/>
                <a:gd name="csY2" fmla="*/ 723900 h 731520"/>
                <a:gd name="csX3" fmla="*/ 2156460 w 10081260"/>
                <a:gd name="csY3" fmla="*/ 7620 h 731520"/>
                <a:gd name="csX4" fmla="*/ 2880360 w 10081260"/>
                <a:gd name="csY4" fmla="*/ 723900 h 731520"/>
                <a:gd name="csX5" fmla="*/ 3604260 w 10081260"/>
                <a:gd name="csY5" fmla="*/ 0 h 731520"/>
                <a:gd name="csX6" fmla="*/ 4328160 w 10081260"/>
                <a:gd name="csY6" fmla="*/ 723900 h 731520"/>
                <a:gd name="csX7" fmla="*/ 5036820 w 10081260"/>
                <a:gd name="csY7" fmla="*/ 0 h 731520"/>
                <a:gd name="csX8" fmla="*/ 5753100 w 10081260"/>
                <a:gd name="csY8" fmla="*/ 723900 h 731520"/>
                <a:gd name="csX9" fmla="*/ 6477000 w 10081260"/>
                <a:gd name="csY9" fmla="*/ 0 h 731520"/>
                <a:gd name="csX10" fmla="*/ 7193280 w 10081260"/>
                <a:gd name="csY10" fmla="*/ 723900 h 731520"/>
                <a:gd name="csX11" fmla="*/ 7917180 w 10081260"/>
                <a:gd name="csY11" fmla="*/ 7620 h 731520"/>
                <a:gd name="csX12" fmla="*/ 8633460 w 10081260"/>
                <a:gd name="csY12" fmla="*/ 723900 h 731520"/>
                <a:gd name="csX13" fmla="*/ 9357360 w 10081260"/>
                <a:gd name="csY13" fmla="*/ 7620 h 731520"/>
                <a:gd name="csX14" fmla="*/ 10081260 w 10081260"/>
                <a:gd name="csY14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64980" h="731520">
                  <a:moveTo>
                    <a:pt x="0" y="0"/>
                  </a:moveTo>
                  <a:cubicBezTo>
                    <a:pt x="240030" y="0"/>
                    <a:pt x="483870" y="722630"/>
                    <a:pt x="723900" y="723900"/>
                  </a:cubicBezTo>
                  <a:cubicBezTo>
                    <a:pt x="963930" y="725170"/>
                    <a:pt x="1200150" y="7620"/>
                    <a:pt x="1440180" y="7620"/>
                  </a:cubicBezTo>
                  <a:cubicBezTo>
                    <a:pt x="1680210" y="7620"/>
                    <a:pt x="1922780" y="725170"/>
                    <a:pt x="2164080" y="723900"/>
                  </a:cubicBezTo>
                  <a:cubicBezTo>
                    <a:pt x="2405380" y="722630"/>
                    <a:pt x="2646680" y="0"/>
                    <a:pt x="2887980" y="0"/>
                  </a:cubicBezTo>
                  <a:cubicBezTo>
                    <a:pt x="3129280" y="0"/>
                    <a:pt x="3373120" y="723900"/>
                    <a:pt x="3611880" y="723900"/>
                  </a:cubicBezTo>
                  <a:cubicBezTo>
                    <a:pt x="3850640" y="723900"/>
                    <a:pt x="4083050" y="0"/>
                    <a:pt x="4320540" y="0"/>
                  </a:cubicBezTo>
                  <a:cubicBezTo>
                    <a:pt x="4558030" y="0"/>
                    <a:pt x="4796790" y="723900"/>
                    <a:pt x="5036820" y="723900"/>
                  </a:cubicBezTo>
                  <a:cubicBezTo>
                    <a:pt x="5276850" y="723900"/>
                    <a:pt x="5520690" y="0"/>
                    <a:pt x="5760720" y="0"/>
                  </a:cubicBezTo>
                  <a:cubicBezTo>
                    <a:pt x="6000750" y="0"/>
                    <a:pt x="6236970" y="722630"/>
                    <a:pt x="6477000" y="723900"/>
                  </a:cubicBezTo>
                  <a:cubicBezTo>
                    <a:pt x="6717030" y="725170"/>
                    <a:pt x="6960870" y="7620"/>
                    <a:pt x="7200900" y="7620"/>
                  </a:cubicBezTo>
                  <a:cubicBezTo>
                    <a:pt x="7440930" y="7620"/>
                    <a:pt x="7677150" y="723900"/>
                    <a:pt x="7917180" y="723900"/>
                  </a:cubicBezTo>
                  <a:cubicBezTo>
                    <a:pt x="8157210" y="723900"/>
                    <a:pt x="8399780" y="6350"/>
                    <a:pt x="8641080" y="7620"/>
                  </a:cubicBezTo>
                  <a:cubicBezTo>
                    <a:pt x="8882380" y="8890"/>
                    <a:pt x="9144000" y="721360"/>
                    <a:pt x="9364980" y="731520"/>
                  </a:cubicBezTo>
                </a:path>
              </a:pathLst>
            </a:custGeom>
            <a:noFill/>
            <a:ln w="28575">
              <a:solidFill>
                <a:schemeClr val="accent1">
                  <a:shade val="15000"/>
                </a:schemeClr>
              </a:solidFill>
            </a:ln>
            <a:effectLst>
              <a:outerShdw dist="101600" dir="5400000" algn="t" rotWithShape="0">
                <a:schemeClr val="tx2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0728FD0-F9A2-C615-BC78-53E6E74C1830}"/>
                </a:ext>
              </a:extLst>
            </p:cNvPr>
            <p:cNvSpPr/>
            <p:nvPr/>
          </p:nvSpPr>
          <p:spPr>
            <a:xfrm>
              <a:off x="6196316" y="-3651"/>
              <a:ext cx="1550884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</a:rPr>
                <a:t>エネミーデータ確認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6A22A474-FEF6-5A9A-C681-9FD04FD62E0B}"/>
                </a:ext>
              </a:extLst>
            </p:cNvPr>
            <p:cNvCxnSpPr>
              <a:stCxn id="17" idx="2"/>
            </p:cNvCxnSpPr>
            <p:nvPr/>
          </p:nvCxnSpPr>
          <p:spPr>
            <a:xfrm flipH="1">
              <a:off x="6970648" y="406534"/>
              <a:ext cx="1109" cy="22238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B42D721-9A0D-3A5E-0BF9-6988C5A00B80}"/>
                </a:ext>
              </a:extLst>
            </p:cNvPr>
            <p:cNvSpPr/>
            <p:nvPr/>
          </p:nvSpPr>
          <p:spPr>
            <a:xfrm>
              <a:off x="2071559" y="664344"/>
              <a:ext cx="6856600" cy="388153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F3FA7953-3F5D-C708-D2E4-7F117B7CFD7E}"/>
                </a:ext>
              </a:extLst>
            </p:cNvPr>
            <p:cNvSpPr/>
            <p:nvPr/>
          </p:nvSpPr>
          <p:spPr>
            <a:xfrm>
              <a:off x="2071559" y="5094937"/>
              <a:ext cx="6856600" cy="163829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99C22D0D-0913-1141-2829-B500BC4A5F3D}"/>
                </a:ext>
              </a:extLst>
            </p:cNvPr>
            <p:cNvSpPr/>
            <p:nvPr/>
          </p:nvSpPr>
          <p:spPr>
            <a:xfrm>
              <a:off x="6866286" y="6843541"/>
              <a:ext cx="2028211" cy="3583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0616A217-9B1C-3EF0-8EB0-4DF5F55BFFA5}"/>
                </a:ext>
              </a:extLst>
            </p:cNvPr>
            <p:cNvCxnSpPr/>
            <p:nvPr/>
          </p:nvCxnSpPr>
          <p:spPr>
            <a:xfrm>
              <a:off x="6228618" y="7033417"/>
              <a:ext cx="61172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E0742568-52ED-4379-57E0-EFC4BC442A7C}"/>
                </a:ext>
              </a:extLst>
            </p:cNvPr>
            <p:cNvSpPr/>
            <p:nvPr/>
          </p:nvSpPr>
          <p:spPr>
            <a:xfrm>
              <a:off x="4963886" y="6825951"/>
              <a:ext cx="1601690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97D2A33-2DE1-FA87-5A7B-C325A7112717}"/>
                </a:ext>
              </a:extLst>
            </p:cNvPr>
            <p:cNvSpPr/>
            <p:nvPr/>
          </p:nvSpPr>
          <p:spPr>
            <a:xfrm>
              <a:off x="2387408" y="4459044"/>
              <a:ext cx="1386306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CCFOLIA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BA2FC64-D57A-300A-2055-5AF913981A22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>
              <a:off x="3079452" y="4869229"/>
              <a:ext cx="1109" cy="22238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94474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82F54-050F-873F-F56B-DE2C7712E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3E6A3ACF-C9BC-8AF9-BC33-26E5639E7326}"/>
              </a:ext>
            </a:extLst>
          </p:cNvPr>
          <p:cNvGrpSpPr/>
          <p:nvPr/>
        </p:nvGrpSpPr>
        <p:grpSpPr>
          <a:xfrm>
            <a:off x="1185675" y="-1034472"/>
            <a:ext cx="7448290" cy="7139608"/>
            <a:chOff x="4932175" y="-1110672"/>
            <a:chExt cx="7448290" cy="7139608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44978FC4-8A2B-B984-1752-1037771591AB}"/>
                </a:ext>
              </a:extLst>
            </p:cNvPr>
            <p:cNvSpPr/>
            <p:nvPr/>
          </p:nvSpPr>
          <p:spPr>
            <a:xfrm>
              <a:off x="4932175" y="-1110672"/>
              <a:ext cx="7448290" cy="7092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A479A8C-652D-7829-8FC5-87A518875A02}"/>
                </a:ext>
              </a:extLst>
            </p:cNvPr>
            <p:cNvSpPr/>
            <p:nvPr/>
          </p:nvSpPr>
          <p:spPr>
            <a:xfrm>
              <a:off x="5031130" y="-314383"/>
              <a:ext cx="7250380" cy="6343319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8885BECC-B97A-A213-B901-EEE4A2955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3670" r="21614"/>
            <a:stretch>
              <a:fillRect/>
            </a:stretch>
          </p:blipFill>
          <p:spPr>
            <a:xfrm>
              <a:off x="5080567" y="-259440"/>
              <a:ext cx="7151507" cy="5151336"/>
            </a:xfrm>
            <a:prstGeom prst="rect">
              <a:avLst/>
            </a:prstGeom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A2BD267C-F836-A5EF-D16D-17287F910A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81" t="43835" r="21613" b="37209"/>
            <a:stretch>
              <a:fillRect/>
            </a:stretch>
          </p:blipFill>
          <p:spPr>
            <a:xfrm>
              <a:off x="5080565" y="4710482"/>
              <a:ext cx="7151509" cy="1131057"/>
            </a:xfrm>
            <a:prstGeom prst="rect">
              <a:avLst/>
            </a:prstGeom>
          </p:spPr>
        </p:pic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7815BB3D-6638-B636-571B-CF20D72B31A7}"/>
                </a:ext>
              </a:extLst>
            </p:cNvPr>
            <p:cNvSpPr/>
            <p:nvPr/>
          </p:nvSpPr>
          <p:spPr>
            <a:xfrm>
              <a:off x="9343501" y="108786"/>
              <a:ext cx="1556689" cy="324000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>
                  <a:solidFill>
                    <a:schemeClr val="tx1"/>
                  </a:solidFill>
                </a:rPr>
                <a:t>エネミーデータ確認</a:t>
              </a:r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9AACB834-71D2-3A4F-3888-D7857D366492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0120732" y="432786"/>
              <a:ext cx="1114" cy="2880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39F3A9E5-264F-9FE4-13BB-A6844681267A}"/>
                </a:ext>
              </a:extLst>
            </p:cNvPr>
            <p:cNvSpPr/>
            <p:nvPr/>
          </p:nvSpPr>
          <p:spPr>
            <a:xfrm>
              <a:off x="5139204" y="4575617"/>
              <a:ext cx="7010465" cy="146465"/>
            </a:xfrm>
            <a:custGeom>
              <a:avLst/>
              <a:gdLst>
                <a:gd name="csX0" fmla="*/ 0 w 10703002"/>
                <a:gd name="csY0" fmla="*/ 723900 h 731634"/>
                <a:gd name="csX1" fmla="*/ 716280 w 10703002"/>
                <a:gd name="csY1" fmla="*/ 0 h 731634"/>
                <a:gd name="csX2" fmla="*/ 1440180 w 10703002"/>
                <a:gd name="csY2" fmla="*/ 723900 h 731634"/>
                <a:gd name="csX3" fmla="*/ 2156460 w 10703002"/>
                <a:gd name="csY3" fmla="*/ 7620 h 731634"/>
                <a:gd name="csX4" fmla="*/ 2880360 w 10703002"/>
                <a:gd name="csY4" fmla="*/ 723900 h 731634"/>
                <a:gd name="csX5" fmla="*/ 3604260 w 10703002"/>
                <a:gd name="csY5" fmla="*/ 0 h 731634"/>
                <a:gd name="csX6" fmla="*/ 4328160 w 10703002"/>
                <a:gd name="csY6" fmla="*/ 723900 h 731634"/>
                <a:gd name="csX7" fmla="*/ 5036820 w 10703002"/>
                <a:gd name="csY7" fmla="*/ 0 h 731634"/>
                <a:gd name="csX8" fmla="*/ 5753100 w 10703002"/>
                <a:gd name="csY8" fmla="*/ 723900 h 731634"/>
                <a:gd name="csX9" fmla="*/ 6477000 w 10703002"/>
                <a:gd name="csY9" fmla="*/ 0 h 731634"/>
                <a:gd name="csX10" fmla="*/ 7193280 w 10703002"/>
                <a:gd name="csY10" fmla="*/ 723900 h 731634"/>
                <a:gd name="csX11" fmla="*/ 7917180 w 10703002"/>
                <a:gd name="csY11" fmla="*/ 7620 h 731634"/>
                <a:gd name="csX12" fmla="*/ 8633460 w 10703002"/>
                <a:gd name="csY12" fmla="*/ 723900 h 731634"/>
                <a:gd name="csX13" fmla="*/ 9357360 w 10703002"/>
                <a:gd name="csY13" fmla="*/ 7620 h 731634"/>
                <a:gd name="csX14" fmla="*/ 10081260 w 10703002"/>
                <a:gd name="csY14" fmla="*/ 731520 h 731634"/>
                <a:gd name="csX15" fmla="*/ 10683240 w 10703002"/>
                <a:gd name="csY15" fmla="*/ 68580 h 731634"/>
                <a:gd name="csX0" fmla="*/ 0 w 10806734"/>
                <a:gd name="csY0" fmla="*/ 723900 h 731623"/>
                <a:gd name="csX1" fmla="*/ 716280 w 10806734"/>
                <a:gd name="csY1" fmla="*/ 0 h 731623"/>
                <a:gd name="csX2" fmla="*/ 1440180 w 10806734"/>
                <a:gd name="csY2" fmla="*/ 723900 h 731623"/>
                <a:gd name="csX3" fmla="*/ 2156460 w 10806734"/>
                <a:gd name="csY3" fmla="*/ 7620 h 731623"/>
                <a:gd name="csX4" fmla="*/ 2880360 w 10806734"/>
                <a:gd name="csY4" fmla="*/ 723900 h 731623"/>
                <a:gd name="csX5" fmla="*/ 3604260 w 10806734"/>
                <a:gd name="csY5" fmla="*/ 0 h 731623"/>
                <a:gd name="csX6" fmla="*/ 4328160 w 10806734"/>
                <a:gd name="csY6" fmla="*/ 723900 h 731623"/>
                <a:gd name="csX7" fmla="*/ 5036820 w 10806734"/>
                <a:gd name="csY7" fmla="*/ 0 h 731623"/>
                <a:gd name="csX8" fmla="*/ 5753100 w 10806734"/>
                <a:gd name="csY8" fmla="*/ 723900 h 731623"/>
                <a:gd name="csX9" fmla="*/ 6477000 w 10806734"/>
                <a:gd name="csY9" fmla="*/ 0 h 731623"/>
                <a:gd name="csX10" fmla="*/ 7193280 w 10806734"/>
                <a:gd name="csY10" fmla="*/ 723900 h 731623"/>
                <a:gd name="csX11" fmla="*/ 7917180 w 10806734"/>
                <a:gd name="csY11" fmla="*/ 7620 h 731623"/>
                <a:gd name="csX12" fmla="*/ 8633460 w 10806734"/>
                <a:gd name="csY12" fmla="*/ 723900 h 731623"/>
                <a:gd name="csX13" fmla="*/ 9357360 w 10806734"/>
                <a:gd name="csY13" fmla="*/ 7620 h 731623"/>
                <a:gd name="csX14" fmla="*/ 10081260 w 10806734"/>
                <a:gd name="csY14" fmla="*/ 731520 h 731623"/>
                <a:gd name="csX15" fmla="*/ 10789920 w 10806734"/>
                <a:gd name="csY15" fmla="*/ 0 h 731623"/>
                <a:gd name="csX0" fmla="*/ 0 w 10789986"/>
                <a:gd name="csY0" fmla="*/ 723900 h 732889"/>
                <a:gd name="csX1" fmla="*/ 716280 w 10789986"/>
                <a:gd name="csY1" fmla="*/ 0 h 732889"/>
                <a:gd name="csX2" fmla="*/ 1440180 w 10789986"/>
                <a:gd name="csY2" fmla="*/ 723900 h 732889"/>
                <a:gd name="csX3" fmla="*/ 2156460 w 10789986"/>
                <a:gd name="csY3" fmla="*/ 7620 h 732889"/>
                <a:gd name="csX4" fmla="*/ 2880360 w 10789986"/>
                <a:gd name="csY4" fmla="*/ 723900 h 732889"/>
                <a:gd name="csX5" fmla="*/ 3604260 w 10789986"/>
                <a:gd name="csY5" fmla="*/ 0 h 732889"/>
                <a:gd name="csX6" fmla="*/ 4328160 w 10789986"/>
                <a:gd name="csY6" fmla="*/ 723900 h 732889"/>
                <a:gd name="csX7" fmla="*/ 5036820 w 10789986"/>
                <a:gd name="csY7" fmla="*/ 0 h 732889"/>
                <a:gd name="csX8" fmla="*/ 5753100 w 10789986"/>
                <a:gd name="csY8" fmla="*/ 723900 h 732889"/>
                <a:gd name="csX9" fmla="*/ 6477000 w 10789986"/>
                <a:gd name="csY9" fmla="*/ 0 h 732889"/>
                <a:gd name="csX10" fmla="*/ 7193280 w 10789986"/>
                <a:gd name="csY10" fmla="*/ 723900 h 732889"/>
                <a:gd name="csX11" fmla="*/ 7917180 w 10789986"/>
                <a:gd name="csY11" fmla="*/ 7620 h 732889"/>
                <a:gd name="csX12" fmla="*/ 8633460 w 10789986"/>
                <a:gd name="csY12" fmla="*/ 723900 h 732889"/>
                <a:gd name="csX13" fmla="*/ 9357360 w 10789986"/>
                <a:gd name="csY13" fmla="*/ 7620 h 732889"/>
                <a:gd name="csX14" fmla="*/ 10081260 w 10789986"/>
                <a:gd name="csY14" fmla="*/ 731520 h 732889"/>
                <a:gd name="csX15" fmla="*/ 10789920 w 10789986"/>
                <a:gd name="csY15" fmla="*/ 0 h 732889"/>
                <a:gd name="csX0" fmla="*/ 0 w 10418702"/>
                <a:gd name="csY0" fmla="*/ 723900 h 733077"/>
                <a:gd name="csX1" fmla="*/ 716280 w 10418702"/>
                <a:gd name="csY1" fmla="*/ 0 h 733077"/>
                <a:gd name="csX2" fmla="*/ 1440180 w 10418702"/>
                <a:gd name="csY2" fmla="*/ 723900 h 733077"/>
                <a:gd name="csX3" fmla="*/ 2156460 w 10418702"/>
                <a:gd name="csY3" fmla="*/ 7620 h 733077"/>
                <a:gd name="csX4" fmla="*/ 2880360 w 10418702"/>
                <a:gd name="csY4" fmla="*/ 723900 h 733077"/>
                <a:gd name="csX5" fmla="*/ 3604260 w 10418702"/>
                <a:gd name="csY5" fmla="*/ 0 h 733077"/>
                <a:gd name="csX6" fmla="*/ 4328160 w 10418702"/>
                <a:gd name="csY6" fmla="*/ 723900 h 733077"/>
                <a:gd name="csX7" fmla="*/ 5036820 w 10418702"/>
                <a:gd name="csY7" fmla="*/ 0 h 733077"/>
                <a:gd name="csX8" fmla="*/ 5753100 w 10418702"/>
                <a:gd name="csY8" fmla="*/ 723900 h 733077"/>
                <a:gd name="csX9" fmla="*/ 6477000 w 10418702"/>
                <a:gd name="csY9" fmla="*/ 0 h 733077"/>
                <a:gd name="csX10" fmla="*/ 7193280 w 10418702"/>
                <a:gd name="csY10" fmla="*/ 723900 h 733077"/>
                <a:gd name="csX11" fmla="*/ 7917180 w 10418702"/>
                <a:gd name="csY11" fmla="*/ 7620 h 733077"/>
                <a:gd name="csX12" fmla="*/ 8633460 w 10418702"/>
                <a:gd name="csY12" fmla="*/ 723900 h 733077"/>
                <a:gd name="csX13" fmla="*/ 9357360 w 10418702"/>
                <a:gd name="csY13" fmla="*/ 7620 h 733077"/>
                <a:gd name="csX14" fmla="*/ 10081260 w 10418702"/>
                <a:gd name="csY14" fmla="*/ 731520 h 733077"/>
                <a:gd name="csX15" fmla="*/ 10418445 w 10418702"/>
                <a:gd name="csY15" fmla="*/ 9525 h 733077"/>
                <a:gd name="csX0" fmla="*/ 0 w 10180719"/>
                <a:gd name="csY0" fmla="*/ 723900 h 1052272"/>
                <a:gd name="csX1" fmla="*/ 716280 w 10180719"/>
                <a:gd name="csY1" fmla="*/ 0 h 1052272"/>
                <a:gd name="csX2" fmla="*/ 1440180 w 10180719"/>
                <a:gd name="csY2" fmla="*/ 723900 h 1052272"/>
                <a:gd name="csX3" fmla="*/ 2156460 w 10180719"/>
                <a:gd name="csY3" fmla="*/ 7620 h 1052272"/>
                <a:gd name="csX4" fmla="*/ 2880360 w 10180719"/>
                <a:gd name="csY4" fmla="*/ 723900 h 1052272"/>
                <a:gd name="csX5" fmla="*/ 3604260 w 10180719"/>
                <a:gd name="csY5" fmla="*/ 0 h 1052272"/>
                <a:gd name="csX6" fmla="*/ 4328160 w 10180719"/>
                <a:gd name="csY6" fmla="*/ 723900 h 1052272"/>
                <a:gd name="csX7" fmla="*/ 5036820 w 10180719"/>
                <a:gd name="csY7" fmla="*/ 0 h 1052272"/>
                <a:gd name="csX8" fmla="*/ 5753100 w 10180719"/>
                <a:gd name="csY8" fmla="*/ 723900 h 1052272"/>
                <a:gd name="csX9" fmla="*/ 6477000 w 10180719"/>
                <a:gd name="csY9" fmla="*/ 0 h 1052272"/>
                <a:gd name="csX10" fmla="*/ 7193280 w 10180719"/>
                <a:gd name="csY10" fmla="*/ 723900 h 1052272"/>
                <a:gd name="csX11" fmla="*/ 7917180 w 10180719"/>
                <a:gd name="csY11" fmla="*/ 7620 h 1052272"/>
                <a:gd name="csX12" fmla="*/ 8633460 w 10180719"/>
                <a:gd name="csY12" fmla="*/ 723900 h 1052272"/>
                <a:gd name="csX13" fmla="*/ 9357360 w 10180719"/>
                <a:gd name="csY13" fmla="*/ 7620 h 1052272"/>
                <a:gd name="csX14" fmla="*/ 10081260 w 10180719"/>
                <a:gd name="csY14" fmla="*/ 731520 h 1052272"/>
                <a:gd name="csX15" fmla="*/ 10080307 w 10180719"/>
                <a:gd name="csY15" fmla="*/ 733425 h 1052272"/>
                <a:gd name="csX0" fmla="*/ 0 w 10359304"/>
                <a:gd name="csY0" fmla="*/ 723900 h 733525"/>
                <a:gd name="csX1" fmla="*/ 716280 w 10359304"/>
                <a:gd name="csY1" fmla="*/ 0 h 733525"/>
                <a:gd name="csX2" fmla="*/ 1440180 w 10359304"/>
                <a:gd name="csY2" fmla="*/ 723900 h 733525"/>
                <a:gd name="csX3" fmla="*/ 2156460 w 10359304"/>
                <a:gd name="csY3" fmla="*/ 7620 h 733525"/>
                <a:gd name="csX4" fmla="*/ 2880360 w 10359304"/>
                <a:gd name="csY4" fmla="*/ 723900 h 733525"/>
                <a:gd name="csX5" fmla="*/ 3604260 w 10359304"/>
                <a:gd name="csY5" fmla="*/ 0 h 733525"/>
                <a:gd name="csX6" fmla="*/ 4328160 w 10359304"/>
                <a:gd name="csY6" fmla="*/ 723900 h 733525"/>
                <a:gd name="csX7" fmla="*/ 5036820 w 10359304"/>
                <a:gd name="csY7" fmla="*/ 0 h 733525"/>
                <a:gd name="csX8" fmla="*/ 5753100 w 10359304"/>
                <a:gd name="csY8" fmla="*/ 723900 h 733525"/>
                <a:gd name="csX9" fmla="*/ 6477000 w 10359304"/>
                <a:gd name="csY9" fmla="*/ 0 h 733525"/>
                <a:gd name="csX10" fmla="*/ 7193280 w 10359304"/>
                <a:gd name="csY10" fmla="*/ 723900 h 733525"/>
                <a:gd name="csX11" fmla="*/ 7917180 w 10359304"/>
                <a:gd name="csY11" fmla="*/ 7620 h 733525"/>
                <a:gd name="csX12" fmla="*/ 8633460 w 10359304"/>
                <a:gd name="csY12" fmla="*/ 723900 h 733525"/>
                <a:gd name="csX13" fmla="*/ 9357360 w 10359304"/>
                <a:gd name="csY13" fmla="*/ 7620 h 733525"/>
                <a:gd name="csX14" fmla="*/ 10081260 w 10359304"/>
                <a:gd name="csY14" fmla="*/ 731520 h 733525"/>
                <a:gd name="csX15" fmla="*/ 10080307 w 10359304"/>
                <a:gd name="csY15" fmla="*/ 733425 h 733525"/>
                <a:gd name="csX0" fmla="*/ 0 w 10368372"/>
                <a:gd name="csY0" fmla="*/ 723900 h 731913"/>
                <a:gd name="csX1" fmla="*/ 716280 w 10368372"/>
                <a:gd name="csY1" fmla="*/ 0 h 731913"/>
                <a:gd name="csX2" fmla="*/ 1440180 w 10368372"/>
                <a:gd name="csY2" fmla="*/ 723900 h 731913"/>
                <a:gd name="csX3" fmla="*/ 2156460 w 10368372"/>
                <a:gd name="csY3" fmla="*/ 7620 h 731913"/>
                <a:gd name="csX4" fmla="*/ 2880360 w 10368372"/>
                <a:gd name="csY4" fmla="*/ 723900 h 731913"/>
                <a:gd name="csX5" fmla="*/ 3604260 w 10368372"/>
                <a:gd name="csY5" fmla="*/ 0 h 731913"/>
                <a:gd name="csX6" fmla="*/ 4328160 w 10368372"/>
                <a:gd name="csY6" fmla="*/ 723900 h 731913"/>
                <a:gd name="csX7" fmla="*/ 5036820 w 10368372"/>
                <a:gd name="csY7" fmla="*/ 0 h 731913"/>
                <a:gd name="csX8" fmla="*/ 5753100 w 10368372"/>
                <a:gd name="csY8" fmla="*/ 723900 h 731913"/>
                <a:gd name="csX9" fmla="*/ 6477000 w 10368372"/>
                <a:gd name="csY9" fmla="*/ 0 h 731913"/>
                <a:gd name="csX10" fmla="*/ 7193280 w 10368372"/>
                <a:gd name="csY10" fmla="*/ 723900 h 731913"/>
                <a:gd name="csX11" fmla="*/ 7917180 w 10368372"/>
                <a:gd name="csY11" fmla="*/ 7620 h 731913"/>
                <a:gd name="csX12" fmla="*/ 8633460 w 10368372"/>
                <a:gd name="csY12" fmla="*/ 723900 h 731913"/>
                <a:gd name="csX13" fmla="*/ 9357360 w 10368372"/>
                <a:gd name="csY13" fmla="*/ 7620 h 731913"/>
                <a:gd name="csX14" fmla="*/ 10081260 w 10368372"/>
                <a:gd name="csY14" fmla="*/ 731520 h 731913"/>
                <a:gd name="csX15" fmla="*/ 10094595 w 10368372"/>
                <a:gd name="csY15" fmla="*/ 576262 h 731913"/>
                <a:gd name="csX0" fmla="*/ 0 w 10183505"/>
                <a:gd name="csY0" fmla="*/ 723900 h 731967"/>
                <a:gd name="csX1" fmla="*/ 716280 w 10183505"/>
                <a:gd name="csY1" fmla="*/ 0 h 731967"/>
                <a:gd name="csX2" fmla="*/ 1440180 w 10183505"/>
                <a:gd name="csY2" fmla="*/ 723900 h 731967"/>
                <a:gd name="csX3" fmla="*/ 2156460 w 10183505"/>
                <a:gd name="csY3" fmla="*/ 7620 h 731967"/>
                <a:gd name="csX4" fmla="*/ 2880360 w 10183505"/>
                <a:gd name="csY4" fmla="*/ 723900 h 731967"/>
                <a:gd name="csX5" fmla="*/ 3604260 w 10183505"/>
                <a:gd name="csY5" fmla="*/ 0 h 731967"/>
                <a:gd name="csX6" fmla="*/ 4328160 w 10183505"/>
                <a:gd name="csY6" fmla="*/ 723900 h 731967"/>
                <a:gd name="csX7" fmla="*/ 5036820 w 10183505"/>
                <a:gd name="csY7" fmla="*/ 0 h 731967"/>
                <a:gd name="csX8" fmla="*/ 5753100 w 10183505"/>
                <a:gd name="csY8" fmla="*/ 723900 h 731967"/>
                <a:gd name="csX9" fmla="*/ 6477000 w 10183505"/>
                <a:gd name="csY9" fmla="*/ 0 h 731967"/>
                <a:gd name="csX10" fmla="*/ 7193280 w 10183505"/>
                <a:gd name="csY10" fmla="*/ 723900 h 731967"/>
                <a:gd name="csX11" fmla="*/ 7917180 w 10183505"/>
                <a:gd name="csY11" fmla="*/ 7620 h 731967"/>
                <a:gd name="csX12" fmla="*/ 8633460 w 10183505"/>
                <a:gd name="csY12" fmla="*/ 723900 h 731967"/>
                <a:gd name="csX13" fmla="*/ 9357360 w 10183505"/>
                <a:gd name="csY13" fmla="*/ 7620 h 731967"/>
                <a:gd name="csX14" fmla="*/ 10081260 w 10183505"/>
                <a:gd name="csY14" fmla="*/ 731520 h 731967"/>
                <a:gd name="csX15" fmla="*/ 10094595 w 10183505"/>
                <a:gd name="csY15" fmla="*/ 576262 h 731967"/>
                <a:gd name="csX0" fmla="*/ 0 w 10176069"/>
                <a:gd name="csY0" fmla="*/ 723900 h 731979"/>
                <a:gd name="csX1" fmla="*/ 716280 w 10176069"/>
                <a:gd name="csY1" fmla="*/ 0 h 731979"/>
                <a:gd name="csX2" fmla="*/ 1440180 w 10176069"/>
                <a:gd name="csY2" fmla="*/ 723900 h 731979"/>
                <a:gd name="csX3" fmla="*/ 2156460 w 10176069"/>
                <a:gd name="csY3" fmla="*/ 7620 h 731979"/>
                <a:gd name="csX4" fmla="*/ 2880360 w 10176069"/>
                <a:gd name="csY4" fmla="*/ 723900 h 731979"/>
                <a:gd name="csX5" fmla="*/ 3604260 w 10176069"/>
                <a:gd name="csY5" fmla="*/ 0 h 731979"/>
                <a:gd name="csX6" fmla="*/ 4328160 w 10176069"/>
                <a:gd name="csY6" fmla="*/ 723900 h 731979"/>
                <a:gd name="csX7" fmla="*/ 5036820 w 10176069"/>
                <a:gd name="csY7" fmla="*/ 0 h 731979"/>
                <a:gd name="csX8" fmla="*/ 5753100 w 10176069"/>
                <a:gd name="csY8" fmla="*/ 723900 h 731979"/>
                <a:gd name="csX9" fmla="*/ 6477000 w 10176069"/>
                <a:gd name="csY9" fmla="*/ 0 h 731979"/>
                <a:gd name="csX10" fmla="*/ 7193280 w 10176069"/>
                <a:gd name="csY10" fmla="*/ 723900 h 731979"/>
                <a:gd name="csX11" fmla="*/ 7917180 w 10176069"/>
                <a:gd name="csY11" fmla="*/ 7620 h 731979"/>
                <a:gd name="csX12" fmla="*/ 8633460 w 10176069"/>
                <a:gd name="csY12" fmla="*/ 723900 h 731979"/>
                <a:gd name="csX13" fmla="*/ 9357360 w 10176069"/>
                <a:gd name="csY13" fmla="*/ 7620 h 731979"/>
                <a:gd name="csX14" fmla="*/ 10081260 w 10176069"/>
                <a:gd name="csY14" fmla="*/ 731520 h 731979"/>
                <a:gd name="csX15" fmla="*/ 10066020 w 10176069"/>
                <a:gd name="csY15" fmla="*/ 581024 h 731979"/>
                <a:gd name="csX0" fmla="*/ 0 w 10081260"/>
                <a:gd name="csY0" fmla="*/ 723900 h 731520"/>
                <a:gd name="csX1" fmla="*/ 716280 w 10081260"/>
                <a:gd name="csY1" fmla="*/ 0 h 731520"/>
                <a:gd name="csX2" fmla="*/ 1440180 w 10081260"/>
                <a:gd name="csY2" fmla="*/ 723900 h 731520"/>
                <a:gd name="csX3" fmla="*/ 2156460 w 10081260"/>
                <a:gd name="csY3" fmla="*/ 7620 h 731520"/>
                <a:gd name="csX4" fmla="*/ 2880360 w 10081260"/>
                <a:gd name="csY4" fmla="*/ 723900 h 731520"/>
                <a:gd name="csX5" fmla="*/ 3604260 w 10081260"/>
                <a:gd name="csY5" fmla="*/ 0 h 731520"/>
                <a:gd name="csX6" fmla="*/ 4328160 w 10081260"/>
                <a:gd name="csY6" fmla="*/ 723900 h 731520"/>
                <a:gd name="csX7" fmla="*/ 5036820 w 10081260"/>
                <a:gd name="csY7" fmla="*/ 0 h 731520"/>
                <a:gd name="csX8" fmla="*/ 5753100 w 10081260"/>
                <a:gd name="csY8" fmla="*/ 723900 h 731520"/>
                <a:gd name="csX9" fmla="*/ 6477000 w 10081260"/>
                <a:gd name="csY9" fmla="*/ 0 h 731520"/>
                <a:gd name="csX10" fmla="*/ 7193280 w 10081260"/>
                <a:gd name="csY10" fmla="*/ 723900 h 731520"/>
                <a:gd name="csX11" fmla="*/ 7917180 w 10081260"/>
                <a:gd name="csY11" fmla="*/ 7620 h 731520"/>
                <a:gd name="csX12" fmla="*/ 8633460 w 10081260"/>
                <a:gd name="csY12" fmla="*/ 723900 h 731520"/>
                <a:gd name="csX13" fmla="*/ 9357360 w 10081260"/>
                <a:gd name="csY13" fmla="*/ 7620 h 731520"/>
                <a:gd name="csX14" fmla="*/ 10081260 w 10081260"/>
                <a:gd name="csY14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  <a:gd name="csX0" fmla="*/ 0 w 9364980"/>
                <a:gd name="csY0" fmla="*/ 0 h 731520"/>
                <a:gd name="csX1" fmla="*/ 723900 w 9364980"/>
                <a:gd name="csY1" fmla="*/ 723900 h 731520"/>
                <a:gd name="csX2" fmla="*/ 1440180 w 9364980"/>
                <a:gd name="csY2" fmla="*/ 7620 h 731520"/>
                <a:gd name="csX3" fmla="*/ 2164080 w 9364980"/>
                <a:gd name="csY3" fmla="*/ 723900 h 731520"/>
                <a:gd name="csX4" fmla="*/ 2887980 w 9364980"/>
                <a:gd name="csY4" fmla="*/ 0 h 731520"/>
                <a:gd name="csX5" fmla="*/ 3611880 w 9364980"/>
                <a:gd name="csY5" fmla="*/ 723900 h 731520"/>
                <a:gd name="csX6" fmla="*/ 4320540 w 9364980"/>
                <a:gd name="csY6" fmla="*/ 0 h 731520"/>
                <a:gd name="csX7" fmla="*/ 5036820 w 9364980"/>
                <a:gd name="csY7" fmla="*/ 723900 h 731520"/>
                <a:gd name="csX8" fmla="*/ 5760720 w 9364980"/>
                <a:gd name="csY8" fmla="*/ 0 h 731520"/>
                <a:gd name="csX9" fmla="*/ 6477000 w 9364980"/>
                <a:gd name="csY9" fmla="*/ 723900 h 731520"/>
                <a:gd name="csX10" fmla="*/ 7200900 w 9364980"/>
                <a:gd name="csY10" fmla="*/ 7620 h 731520"/>
                <a:gd name="csX11" fmla="*/ 7917180 w 9364980"/>
                <a:gd name="csY11" fmla="*/ 723900 h 731520"/>
                <a:gd name="csX12" fmla="*/ 8641080 w 9364980"/>
                <a:gd name="csY12" fmla="*/ 7620 h 731520"/>
                <a:gd name="csX13" fmla="*/ 9364980 w 9364980"/>
                <a:gd name="csY13" fmla="*/ 7315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64980" h="731520">
                  <a:moveTo>
                    <a:pt x="0" y="0"/>
                  </a:moveTo>
                  <a:cubicBezTo>
                    <a:pt x="240030" y="0"/>
                    <a:pt x="483870" y="722630"/>
                    <a:pt x="723900" y="723900"/>
                  </a:cubicBezTo>
                  <a:cubicBezTo>
                    <a:pt x="963930" y="725170"/>
                    <a:pt x="1200150" y="7620"/>
                    <a:pt x="1440180" y="7620"/>
                  </a:cubicBezTo>
                  <a:cubicBezTo>
                    <a:pt x="1680210" y="7620"/>
                    <a:pt x="1922780" y="725170"/>
                    <a:pt x="2164080" y="723900"/>
                  </a:cubicBezTo>
                  <a:cubicBezTo>
                    <a:pt x="2405380" y="722630"/>
                    <a:pt x="2646680" y="0"/>
                    <a:pt x="2887980" y="0"/>
                  </a:cubicBezTo>
                  <a:cubicBezTo>
                    <a:pt x="3129280" y="0"/>
                    <a:pt x="3373120" y="723900"/>
                    <a:pt x="3611880" y="723900"/>
                  </a:cubicBezTo>
                  <a:cubicBezTo>
                    <a:pt x="3850640" y="723900"/>
                    <a:pt x="4083050" y="0"/>
                    <a:pt x="4320540" y="0"/>
                  </a:cubicBezTo>
                  <a:cubicBezTo>
                    <a:pt x="4558030" y="0"/>
                    <a:pt x="4796790" y="723900"/>
                    <a:pt x="5036820" y="723900"/>
                  </a:cubicBezTo>
                  <a:cubicBezTo>
                    <a:pt x="5276850" y="723900"/>
                    <a:pt x="5520690" y="0"/>
                    <a:pt x="5760720" y="0"/>
                  </a:cubicBezTo>
                  <a:cubicBezTo>
                    <a:pt x="6000750" y="0"/>
                    <a:pt x="6236970" y="722630"/>
                    <a:pt x="6477000" y="723900"/>
                  </a:cubicBezTo>
                  <a:cubicBezTo>
                    <a:pt x="6717030" y="725170"/>
                    <a:pt x="6960870" y="7620"/>
                    <a:pt x="7200900" y="7620"/>
                  </a:cubicBezTo>
                  <a:cubicBezTo>
                    <a:pt x="7440930" y="7620"/>
                    <a:pt x="7677150" y="723900"/>
                    <a:pt x="7917180" y="723900"/>
                  </a:cubicBezTo>
                  <a:cubicBezTo>
                    <a:pt x="8157210" y="723900"/>
                    <a:pt x="8399780" y="6350"/>
                    <a:pt x="8641080" y="7620"/>
                  </a:cubicBezTo>
                  <a:cubicBezTo>
                    <a:pt x="8882380" y="8890"/>
                    <a:pt x="9144000" y="721360"/>
                    <a:pt x="9364980" y="731520"/>
                  </a:cubicBezTo>
                </a:path>
              </a:pathLst>
            </a:custGeom>
            <a:noFill/>
            <a:ln w="28575">
              <a:solidFill>
                <a:schemeClr val="accent1">
                  <a:shade val="15000"/>
                </a:schemeClr>
              </a:solidFill>
            </a:ln>
            <a:effectLst>
              <a:outerShdw dist="101600" dir="5400000" algn="t" rotWithShape="0">
                <a:schemeClr val="tx2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2B816A0-E59C-DB27-C82F-A03214CEC16F}"/>
                </a:ext>
              </a:extLst>
            </p:cNvPr>
            <p:cNvSpPr/>
            <p:nvPr/>
          </p:nvSpPr>
          <p:spPr>
            <a:xfrm>
              <a:off x="5203305" y="755142"/>
              <a:ext cx="6882266" cy="4743958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14799447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9AF76-5847-2AB2-C9F4-E27C7403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CB893D8F-A4D9-B29B-4C3B-8B8F539C4A31}"/>
              </a:ext>
            </a:extLst>
          </p:cNvPr>
          <p:cNvGrpSpPr/>
          <p:nvPr/>
        </p:nvGrpSpPr>
        <p:grpSpPr>
          <a:xfrm>
            <a:off x="1063118" y="1748622"/>
            <a:ext cx="7223341" cy="3360755"/>
            <a:chOff x="1900027" y="4151432"/>
            <a:chExt cx="7223341" cy="3360755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94DA5AF-650D-BC84-F88A-86C148F19EF9}"/>
                </a:ext>
              </a:extLst>
            </p:cNvPr>
            <p:cNvSpPr/>
            <p:nvPr/>
          </p:nvSpPr>
          <p:spPr>
            <a:xfrm>
              <a:off x="1900027" y="4151432"/>
              <a:ext cx="7223341" cy="3360755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88691271-80CF-58CB-CB5F-494CBEC8D2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43031" r="21613" b="4876"/>
            <a:stretch>
              <a:fillRect/>
            </a:stretch>
          </p:blipFill>
          <p:spPr>
            <a:xfrm>
              <a:off x="1949277" y="4215539"/>
              <a:ext cx="7124839" cy="3212354"/>
            </a:xfrm>
            <a:prstGeom prst="rect">
              <a:avLst/>
            </a:prstGeom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50EDCA90-88F8-84B7-223C-8B25476253D5}"/>
                </a:ext>
              </a:extLst>
            </p:cNvPr>
            <p:cNvSpPr/>
            <p:nvPr/>
          </p:nvSpPr>
          <p:spPr>
            <a:xfrm>
              <a:off x="2071559" y="5094937"/>
              <a:ext cx="6856600" cy="163829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475CA47-58AB-D3A7-1F0A-277B9804BE17}"/>
                </a:ext>
              </a:extLst>
            </p:cNvPr>
            <p:cNvSpPr/>
            <p:nvPr/>
          </p:nvSpPr>
          <p:spPr>
            <a:xfrm>
              <a:off x="2387408" y="4459044"/>
              <a:ext cx="1386306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CCFOLIA</a:t>
              </a:r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C3E2369F-C669-8383-E407-AF853224E584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>
              <a:off x="3079452" y="4869229"/>
              <a:ext cx="1109" cy="22238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6903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F99BC-5D5B-61E2-0059-12FC814A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75966339-1095-7EC8-F875-21615F5C3F7A}"/>
              </a:ext>
            </a:extLst>
          </p:cNvPr>
          <p:cNvGrpSpPr/>
          <p:nvPr/>
        </p:nvGrpSpPr>
        <p:grpSpPr>
          <a:xfrm>
            <a:off x="2008515" y="3292397"/>
            <a:ext cx="7223341" cy="1803794"/>
            <a:chOff x="1900027" y="5756628"/>
            <a:chExt cx="7223341" cy="180379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3CA7EE3-D661-9B98-EDA1-DD8487B2D69C}"/>
                </a:ext>
              </a:extLst>
            </p:cNvPr>
            <p:cNvSpPr/>
            <p:nvPr/>
          </p:nvSpPr>
          <p:spPr>
            <a:xfrm>
              <a:off x="1900027" y="5756628"/>
              <a:ext cx="7223341" cy="1803794"/>
            </a:xfrm>
            <a:prstGeom prst="rect">
              <a:avLst/>
            </a:prstGeom>
            <a:solidFill>
              <a:sysClr val="window" lastClr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1738B2E8-5C10-063C-8E2A-B42D76095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81" t="70238" r="21613" b="4876"/>
            <a:stretch>
              <a:fillRect/>
            </a:stretch>
          </p:blipFill>
          <p:spPr>
            <a:xfrm>
              <a:off x="1949277" y="5893231"/>
              <a:ext cx="7124839" cy="1534662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8A74000-1B0F-2EB5-5A8C-78713FABC101}"/>
                </a:ext>
              </a:extLst>
            </p:cNvPr>
            <p:cNvSpPr/>
            <p:nvPr/>
          </p:nvSpPr>
          <p:spPr>
            <a:xfrm>
              <a:off x="6866286" y="6843541"/>
              <a:ext cx="2028211" cy="35832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251193F5-28B7-1217-E04A-5087410DD8D5}"/>
                </a:ext>
              </a:extLst>
            </p:cNvPr>
            <p:cNvCxnSpPr/>
            <p:nvPr/>
          </p:nvCxnSpPr>
          <p:spPr>
            <a:xfrm>
              <a:off x="6228618" y="7033417"/>
              <a:ext cx="61172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05FE3376-03FA-8721-5717-DF979BEE51A7}"/>
                </a:ext>
              </a:extLst>
            </p:cNvPr>
            <p:cNvSpPr/>
            <p:nvPr/>
          </p:nvSpPr>
          <p:spPr>
            <a:xfrm>
              <a:off x="4963886" y="6825951"/>
              <a:ext cx="1601690" cy="410185"/>
            </a:xfrm>
            <a:prstGeom prst="rect">
              <a:avLst/>
            </a:prstGeom>
            <a:solidFill>
              <a:sysClr val="window" lastClr="FFFFFF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ja-JP" altLang="en-US" sz="1100" b="1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rPr>
                <a:t>データファイル出力</a:t>
              </a:r>
              <a:endParaRPr kumimoji="1" lang="ja-JP" altLang="en-US" sz="11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6615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72C2C5-250A-C120-82D3-BF91F13B47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47500" b="25531"/>
          <a:stretch>
            <a:fillRect/>
          </a:stretch>
        </p:blipFill>
        <p:spPr>
          <a:xfrm>
            <a:off x="174172" y="623464"/>
            <a:ext cx="6400799" cy="406174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0D457F4-59B6-647E-19D7-F67F20DD6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237" y="0"/>
            <a:ext cx="5677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68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10477</TotalTime>
  <Words>275</Words>
  <Application>Microsoft Office PowerPoint</Application>
  <PresentationFormat>ワイド画面</PresentationFormat>
  <Paragraphs>98</Paragraphs>
  <Slides>35</Slides>
  <Notes>0</Notes>
  <HiddenSlides>20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35</vt:i4>
      </vt:variant>
    </vt:vector>
  </HeadingPairs>
  <TitlesOfParts>
    <vt:vector size="3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9</cp:revision>
  <dcterms:created xsi:type="dcterms:W3CDTF">2026-04-25T16:47:26Z</dcterms:created>
  <dcterms:modified xsi:type="dcterms:W3CDTF">2026-05-24T05:06:23Z</dcterms:modified>
</cp:coreProperties>
</file>