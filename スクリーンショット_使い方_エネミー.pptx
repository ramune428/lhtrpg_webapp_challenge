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62" r:id="rId5"/>
    <p:sldId id="265" r:id="rId6"/>
    <p:sldId id="263" r:id="rId7"/>
    <p:sldId id="264" r:id="rId8"/>
    <p:sldId id="266" r:id="rId9"/>
    <p:sldId id="270" r:id="rId10"/>
    <p:sldId id="271" r:id="rId11"/>
    <p:sldId id="272" r:id="rId12"/>
    <p:sldId id="273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5" autoAdjust="0"/>
    <p:restoredTop sz="94660"/>
  </p:normalViewPr>
  <p:slideViewPr>
    <p:cSldViewPr>
      <p:cViewPr>
        <p:scale>
          <a:sx n="100" d="100"/>
          <a:sy n="100" d="100"/>
        </p:scale>
        <p:origin x="258" y="1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7A9C8-CD40-02F2-4AFF-3A4EA0A12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6F261D-1DEC-43FD-7EB1-7852B09BB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A11490-EDAF-D489-4703-10862AB2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793624-4AA6-E906-AD7B-464EE160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20FC20-D43E-B46B-9902-8AA72B61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794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11DA8-8C03-66E1-C8FE-AECB7D6A5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1C660-831C-B515-1FC7-06F2C1CD2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111A5B-BF75-D665-A326-32B4DAFE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632B30-40B3-C401-E487-A44FE616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4DF3A3-0766-A249-A4F8-BD5FC6A2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76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15ABF-6C98-5CCB-B67A-9E17493B6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79ED16-E695-B65E-AC81-959E32264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44A8BD-E994-20CA-F278-658B1AF88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7F3E3-8C16-4428-CBFC-963DADCB7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E9703C-B779-59D7-89A1-DE580E7F7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321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559BE-7B68-DB8D-1E0D-5DC0108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35AAB-28D5-B128-4E07-32AAAE627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76FC9-A475-6B4D-450E-D63F7919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D294D5-C664-FE30-1C18-DED173BC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9173CF-E195-D564-94AF-E72D2EF9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20C1AC-558D-E039-E608-10220E4FE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93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97370-4AF0-8B4A-2ECE-ACDF8640A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C474D0-5C55-3738-2326-C02D6A593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4921E1-D1C9-F809-52E5-B5C2852EC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E4E936-47D6-B13A-A6A1-F3D87EDF1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5CBC00-A892-0C87-F3EA-7EA1802A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456954-95C7-CF4C-249F-1D6895821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45ACE-A110-8CF7-987E-2F46BDAA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4DA3AB-8ABA-84A6-20C3-FFB7B25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3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CC4D89-42FC-285D-7279-48320E63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E68BF2-C450-D8D2-CD4A-0CB75165D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DE8A4A-839F-F966-46F7-FA2D21DF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64701C0-94B1-3A7C-FBAC-63CC777E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55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DA886E7-FB69-1FE6-82B0-6A68AC913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F4AF76-EB4F-7CEA-66A5-EA7B05DE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B5FAF0-B7AD-0024-CF5B-A16E7C103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B8F38-4C4C-51E7-13B4-5EC0243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765C0-5A1F-5BFE-D0F4-7757627D3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616C6B-0F2F-0DA6-FE3B-4027630F5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528518-BD3B-77FD-A17B-CDC37D61A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47850-1023-71B2-9143-742A8C77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850C81-2BF6-8552-B6C4-C45EF784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142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C10B33-3ACF-37B5-B698-EE95A75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933CA3-A199-0523-16B5-4CDA3031D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15C1D8-162F-D436-E28F-C39C04D97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AFA11B-E65F-2B23-C08D-F687F185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9899F3-DD10-1AF4-200C-BE7417E8A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5BC771-01CC-F28A-7573-FAF235F4D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9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1BA42B-7E1C-346B-B68D-D6720E6B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001F52-37F8-30A8-9376-6E8B63195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C3D5B-E934-18B3-0E32-6E1F77D2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6F7D4-27D0-68C8-9F18-4901F430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D67265-F337-264F-CBA9-ED7146B5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224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BB7EE71-EE08-E0B1-6B79-103BE07C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548C2D-FC85-5311-06ED-832987AC7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1F3E60-25D4-8488-FB22-1B67264AC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E09A52-73A1-2E26-C985-1892978F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EE22C1-E7A5-7CA9-8EC1-3127987D1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1140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EA3995-B799-AC79-D658-A237AB6CE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F7C7BA-2422-2616-5576-EE328AFB6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0D7821-0130-BF82-9F38-F14121A5A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57232-4567-7888-7059-21CE6D8C5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59DA19-5831-EC50-644F-7DC3EEFE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701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C68308-2AD8-3BBF-42D6-41AD34A52D8F}"/>
              </a:ext>
            </a:extLst>
          </p:cNvPr>
          <p:cNvGrpSpPr/>
          <p:nvPr/>
        </p:nvGrpSpPr>
        <p:grpSpPr>
          <a:xfrm>
            <a:off x="-855407" y="-7728154"/>
            <a:ext cx="13303046" cy="19762839"/>
            <a:chOff x="-855407" y="-7728154"/>
            <a:chExt cx="13303046" cy="19762839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9B08CDD2-A161-BA29-8D11-A8682EBA3F9E}"/>
                </a:ext>
              </a:extLst>
            </p:cNvPr>
            <p:cNvSpPr/>
            <p:nvPr/>
          </p:nvSpPr>
          <p:spPr>
            <a:xfrm>
              <a:off x="-855407" y="-7728154"/>
              <a:ext cx="13303046" cy="197628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ED4BEDD-05BE-86A0-F22C-6B47A4043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8340" y="4701892"/>
              <a:ext cx="9515475" cy="67151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D4A899B7-10A4-39E7-8B3D-8F76F07CB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882"/>
            <a:stretch>
              <a:fillRect/>
            </a:stretch>
          </p:blipFill>
          <p:spPr>
            <a:xfrm>
              <a:off x="-515275" y="-1302363"/>
              <a:ext cx="12744000" cy="665160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5681A0-E10C-0EB7-1434-ED2E73205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198" y="-7149646"/>
              <a:ext cx="11300400" cy="7965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765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313106B-5620-4C72-B153-1A5F31039641}"/>
              </a:ext>
            </a:extLst>
          </p:cNvPr>
          <p:cNvGrpSpPr/>
          <p:nvPr/>
        </p:nvGrpSpPr>
        <p:grpSpPr>
          <a:xfrm>
            <a:off x="461899" y="-6355586"/>
            <a:ext cx="11268202" cy="19569173"/>
            <a:chOff x="0" y="0"/>
            <a:chExt cx="11475801" cy="19124022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7BAB3D4A-8172-A04B-F527-58319D4ABE0B}"/>
                </a:ext>
              </a:extLst>
            </p:cNvPr>
            <p:cNvGrpSpPr/>
            <p:nvPr/>
          </p:nvGrpSpPr>
          <p:grpSpPr>
            <a:xfrm>
              <a:off x="0" y="0"/>
              <a:ext cx="11475801" cy="19124022"/>
              <a:chOff x="0" y="0"/>
              <a:chExt cx="11236058" cy="18674011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622D09D-C287-AC17-5FBF-C440DD5BF06B}"/>
                  </a:ext>
                </a:extLst>
              </p:cNvPr>
              <p:cNvSpPr/>
              <p:nvPr/>
            </p:nvSpPr>
            <p:spPr>
              <a:xfrm>
                <a:off x="0" y="0"/>
                <a:ext cx="11236058" cy="1867401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19" name="図 18">
                <a:extLst>
                  <a:ext uri="{FF2B5EF4-FFF2-40B4-BE49-F238E27FC236}">
                    <a16:creationId xmlns:a16="http://schemas.microsoft.com/office/drawing/2014/main" id="{473DDA88-E27C-4A57-F196-D5472179BFA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r="6080"/>
              <a:stretch>
                <a:fillRect/>
              </a:stretch>
            </p:blipFill>
            <p:spPr>
              <a:xfrm>
                <a:off x="1360933" y="11894317"/>
                <a:ext cx="8602795" cy="6715125"/>
              </a:xfrm>
              <a:prstGeom prst="rect">
                <a:avLst/>
              </a:prstGeom>
            </p:spPr>
          </p:pic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45AF5E9B-03D6-4AB1-1676-F897EC1E4B6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5627" r="14777" b="5882"/>
              <a:stretch>
                <a:fillRect/>
              </a:stretch>
            </p:blipFill>
            <p:spPr>
              <a:xfrm>
                <a:off x="1284801" y="5890062"/>
                <a:ext cx="8869255" cy="6651603"/>
              </a:xfrm>
              <a:prstGeom prst="rect">
                <a:avLst/>
              </a:prstGeom>
            </p:spPr>
          </p:pic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724E5798-6B4D-8335-294F-FFE337B9910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123" r="14411"/>
              <a:stretch>
                <a:fillRect/>
              </a:stretch>
            </p:blipFill>
            <p:spPr>
              <a:xfrm>
                <a:off x="1246735" y="42779"/>
                <a:ext cx="8640862" cy="7965543"/>
              </a:xfrm>
              <a:prstGeom prst="rect">
                <a:avLst/>
              </a:prstGeom>
            </p:spPr>
          </p:pic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FF1069A-A88D-ECCA-B2D3-D5E5EA42DE82}"/>
                </a:ext>
              </a:extLst>
            </p:cNvPr>
            <p:cNvSpPr/>
            <p:nvPr/>
          </p:nvSpPr>
          <p:spPr>
            <a:xfrm>
              <a:off x="1639995" y="2407636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0E6D1CA-FE3F-BD19-107E-ECC42C57A33E}"/>
                </a:ext>
              </a:extLst>
            </p:cNvPr>
            <p:cNvSpPr/>
            <p:nvPr/>
          </p:nvSpPr>
          <p:spPr>
            <a:xfrm>
              <a:off x="1647615" y="6431862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06FF8C-BBF1-A37D-99A5-8EC634E1711A}"/>
                </a:ext>
              </a:extLst>
            </p:cNvPr>
            <p:cNvSpPr/>
            <p:nvPr/>
          </p:nvSpPr>
          <p:spPr>
            <a:xfrm>
              <a:off x="1651425" y="12552974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A8E0F279-70E5-379B-E1F0-D9F94828F9DC}"/>
                </a:ext>
              </a:extLst>
            </p:cNvPr>
            <p:cNvCxnSpPr>
              <a:cxnSpLocks/>
              <a:stCxn id="10" idx="2"/>
              <a:endCxn id="17" idx="3"/>
            </p:cNvCxnSpPr>
            <p:nvPr/>
          </p:nvCxnSpPr>
          <p:spPr>
            <a:xfrm flipH="1">
              <a:off x="10123534" y="1215948"/>
              <a:ext cx="587953" cy="283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E104C9A3-86A7-D51B-40D9-020CDC9F4FBC}"/>
                </a:ext>
              </a:extLst>
            </p:cNvPr>
            <p:cNvSpPr/>
            <p:nvPr/>
          </p:nvSpPr>
          <p:spPr>
            <a:xfrm>
              <a:off x="10209576" y="787841"/>
              <a:ext cx="1003822" cy="428106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①基本操作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68340B4-6D24-E1D2-B115-6F171BA29353}"/>
                </a:ext>
              </a:extLst>
            </p:cNvPr>
            <p:cNvSpPr/>
            <p:nvPr/>
          </p:nvSpPr>
          <p:spPr>
            <a:xfrm>
              <a:off x="10191493" y="3783566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②エネミー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2CDDD4D-0B14-0752-6CA5-ED2B32D28DB7}"/>
                </a:ext>
              </a:extLst>
            </p:cNvPr>
            <p:cNvCxnSpPr>
              <a:stCxn id="11" idx="1"/>
              <a:endCxn id="6" idx="3"/>
            </p:cNvCxnSpPr>
            <p:nvPr/>
          </p:nvCxnSpPr>
          <p:spPr>
            <a:xfrm flipH="1">
              <a:off x="9910638" y="4146901"/>
              <a:ext cx="278950" cy="19820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1F70571-B6B2-13D4-D227-24B29505C168}"/>
                </a:ext>
              </a:extLst>
            </p:cNvPr>
            <p:cNvSpPr/>
            <p:nvPr/>
          </p:nvSpPr>
          <p:spPr>
            <a:xfrm>
              <a:off x="10179543" y="8754923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③ドロップ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50B8946C-E226-2A43-27FE-92A7329BAA3A}"/>
                </a:ext>
              </a:extLst>
            </p:cNvPr>
            <p:cNvCxnSpPr>
              <a:stCxn id="13" idx="1"/>
              <a:endCxn id="7" idx="3"/>
            </p:cNvCxnSpPr>
            <p:nvPr/>
          </p:nvCxnSpPr>
          <p:spPr>
            <a:xfrm flipH="1">
              <a:off x="9904923" y="9103625"/>
              <a:ext cx="274620" cy="2391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2848968-827C-725D-E743-131CBFBB5A52}"/>
                </a:ext>
              </a:extLst>
            </p:cNvPr>
            <p:cNvSpPr/>
            <p:nvPr/>
          </p:nvSpPr>
          <p:spPr>
            <a:xfrm>
              <a:off x="10179542" y="14961760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C83085F6-8CDA-B12B-DEC4-FF49022A0FDF}"/>
                </a:ext>
              </a:extLst>
            </p:cNvPr>
            <p:cNvCxnSpPr>
              <a:stCxn id="15" idx="1"/>
              <a:endCxn id="8" idx="3"/>
            </p:cNvCxnSpPr>
            <p:nvPr/>
          </p:nvCxnSpPr>
          <p:spPr>
            <a:xfrm flipH="1">
              <a:off x="9904923" y="15378262"/>
              <a:ext cx="274619" cy="2466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C0E0312-1518-D906-CA50-661F906058F2}"/>
                </a:ext>
              </a:extLst>
            </p:cNvPr>
            <p:cNvSpPr/>
            <p:nvPr/>
          </p:nvSpPr>
          <p:spPr>
            <a:xfrm>
              <a:off x="1429003" y="681482"/>
              <a:ext cx="8694531" cy="163685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329693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4F45D081-122C-A67B-F3CE-434CFE3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54" t="3847" r="17591" b="3889"/>
          <a:stretch>
            <a:fillRect/>
          </a:stretch>
        </p:blipFill>
        <p:spPr>
          <a:xfrm>
            <a:off x="2667000" y="486087"/>
            <a:ext cx="5985510" cy="1274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2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7F64B540-BE8C-0B3F-0C77-B712161BC309}"/>
              </a:ext>
            </a:extLst>
          </p:cNvPr>
          <p:cNvGrpSpPr/>
          <p:nvPr/>
        </p:nvGrpSpPr>
        <p:grpSpPr>
          <a:xfrm>
            <a:off x="456796" y="-6352185"/>
            <a:ext cx="11278408" cy="19562370"/>
            <a:chOff x="0" y="0"/>
            <a:chExt cx="11441694" cy="19024888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313106B-5620-4C72-B153-1A5F31039641}"/>
                </a:ext>
              </a:extLst>
            </p:cNvPr>
            <p:cNvGrpSpPr/>
            <p:nvPr/>
          </p:nvGrpSpPr>
          <p:grpSpPr>
            <a:xfrm>
              <a:off x="0" y="0"/>
              <a:ext cx="11441694" cy="19024888"/>
              <a:chOff x="0" y="0"/>
              <a:chExt cx="11475801" cy="19124022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7BAB3D4A-8172-A04B-F527-58319D4ABE0B}"/>
                  </a:ext>
                </a:extLst>
              </p:cNvPr>
              <p:cNvGrpSpPr/>
              <p:nvPr/>
            </p:nvGrpSpPr>
            <p:grpSpPr>
              <a:xfrm>
                <a:off x="0" y="0"/>
                <a:ext cx="11475801" cy="19124022"/>
                <a:chOff x="0" y="0"/>
                <a:chExt cx="11236058" cy="18674011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0622D09D-C287-AC17-5FBF-C440DD5BF06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1236058" cy="1867401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 anchor="ctr"/>
                <a:lstStyle>
                  <a:defPPr>
                    <a:defRPr lang="ja-JP"/>
                  </a:defPPr>
                  <a:lvl1pPr marL="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7" name="図 26">
                  <a:extLst>
                    <a:ext uri="{FF2B5EF4-FFF2-40B4-BE49-F238E27FC236}">
                      <a16:creationId xmlns:a16="http://schemas.microsoft.com/office/drawing/2014/main" id="{473DDA88-E27C-4A57-F196-D5472179B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511" r="6080"/>
                <a:stretch>
                  <a:fillRect/>
                </a:stretch>
              </p:blipFill>
              <p:spPr>
                <a:xfrm>
                  <a:off x="1360933" y="11894317"/>
                  <a:ext cx="8602795" cy="6715125"/>
                </a:xfrm>
                <a:prstGeom prst="rect">
                  <a:avLst/>
                </a:prstGeom>
              </p:spPr>
            </p:pic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45AF5E9B-03D6-4AB1-1676-F897EC1E4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5627" r="14777" b="5882"/>
                <a:stretch>
                  <a:fillRect/>
                </a:stretch>
              </p:blipFill>
              <p:spPr>
                <a:xfrm>
                  <a:off x="1284801" y="5890062"/>
                  <a:ext cx="8869255" cy="6651603"/>
                </a:xfrm>
                <a:prstGeom prst="rect">
                  <a:avLst/>
                </a:prstGeom>
              </p:spPr>
            </p:pic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724E5798-6B4D-8335-294F-FFE337B991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l="9123" r="14411"/>
                <a:stretch>
                  <a:fillRect/>
                </a:stretch>
              </p:blipFill>
              <p:spPr>
                <a:xfrm>
                  <a:off x="1246735" y="42779"/>
                  <a:ext cx="8640862" cy="7965543"/>
                </a:xfrm>
                <a:prstGeom prst="rect">
                  <a:avLst/>
                </a:prstGeom>
              </p:spPr>
            </p:pic>
          </p:grp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1FF1069A-A88D-ECCA-B2D3-D5E5EA42DE82}"/>
                  </a:ext>
                </a:extLst>
              </p:cNvPr>
              <p:cNvSpPr/>
              <p:nvPr/>
            </p:nvSpPr>
            <p:spPr>
              <a:xfrm>
                <a:off x="1639995" y="2407636"/>
                <a:ext cx="8272548" cy="386732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E0E6D1CA-FE3F-BD19-107E-ECC42C57A33E}"/>
                  </a:ext>
                </a:extLst>
              </p:cNvPr>
              <p:cNvSpPr/>
              <p:nvPr/>
            </p:nvSpPr>
            <p:spPr>
              <a:xfrm>
                <a:off x="1647615" y="6431862"/>
                <a:ext cx="8259213" cy="58180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5A06FF8C-BBF1-A37D-99A5-8EC634E1711A}"/>
                  </a:ext>
                </a:extLst>
              </p:cNvPr>
              <p:cNvSpPr/>
              <p:nvPr/>
            </p:nvSpPr>
            <p:spPr>
              <a:xfrm>
                <a:off x="1651425" y="12552974"/>
                <a:ext cx="8253498" cy="61394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68340B4-6D24-E1D2-B115-6F171BA29353}"/>
                  </a:ext>
                </a:extLst>
              </p:cNvPr>
              <p:cNvSpPr/>
              <p:nvPr/>
            </p:nvSpPr>
            <p:spPr>
              <a:xfrm>
                <a:off x="10191493" y="3783566"/>
                <a:ext cx="1170410" cy="71454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情報入力欄</a:t>
                </a:r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2CDDD4D-0B14-0752-6CA5-ED2B32D28DB7}"/>
                  </a:ext>
                </a:extLst>
              </p:cNvPr>
              <p:cNvCxnSpPr>
                <a:stCxn id="20" idx="1"/>
                <a:endCxn id="17" idx="3"/>
              </p:cNvCxnSpPr>
              <p:nvPr/>
            </p:nvCxnSpPr>
            <p:spPr>
              <a:xfrm flipH="1">
                <a:off x="9910638" y="4146901"/>
                <a:ext cx="278950" cy="19820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A1F70571-B6B2-13D4-D227-24B29505C168}"/>
                  </a:ext>
                </a:extLst>
              </p:cNvPr>
              <p:cNvSpPr/>
              <p:nvPr/>
            </p:nvSpPr>
            <p:spPr>
              <a:xfrm>
                <a:off x="10179543" y="8754923"/>
                <a:ext cx="1129367" cy="70000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⑤ドロップ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入力欄</a:t>
                </a:r>
              </a:p>
            </p:txBody>
          </p: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50B8946C-E226-2A43-27FE-92A7329BAA3A}"/>
                  </a:ext>
                </a:extLst>
              </p:cNvPr>
              <p:cNvCxnSpPr>
                <a:stCxn id="22" idx="1"/>
                <a:endCxn id="18" idx="3"/>
              </p:cNvCxnSpPr>
              <p:nvPr/>
            </p:nvCxnSpPr>
            <p:spPr>
              <a:xfrm flipH="1">
                <a:off x="9904923" y="9103625"/>
                <a:ext cx="274620" cy="23916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32848968-827C-725D-E743-131CBFBB5A52}"/>
                  </a:ext>
                </a:extLst>
              </p:cNvPr>
              <p:cNvSpPr/>
              <p:nvPr/>
            </p:nvSpPr>
            <p:spPr>
              <a:xfrm>
                <a:off x="10179542" y="14961760"/>
                <a:ext cx="1135083" cy="83490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⑥エネミー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能力値欄</a:t>
                </a:r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C83085F6-8CDA-B12B-DEC4-FF49022A0FDF}"/>
                  </a:ext>
                </a:extLst>
              </p:cNvPr>
              <p:cNvCxnSpPr>
                <a:stCxn id="24" idx="1"/>
                <a:endCxn id="19" idx="3"/>
              </p:cNvCxnSpPr>
              <p:nvPr/>
            </p:nvCxnSpPr>
            <p:spPr>
              <a:xfrm flipH="1">
                <a:off x="9904923" y="15378262"/>
                <a:ext cx="274619" cy="24669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B1F3D28A-2366-4058-B8C0-9AF10E9EAFFF}"/>
                </a:ext>
              </a:extLst>
            </p:cNvPr>
            <p:cNvGrpSpPr/>
            <p:nvPr/>
          </p:nvGrpSpPr>
          <p:grpSpPr>
            <a:xfrm>
              <a:off x="1467101" y="691343"/>
              <a:ext cx="8550990" cy="1602982"/>
              <a:chOff x="1467101" y="691344"/>
              <a:chExt cx="8885958" cy="1362085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A1854A21-90D8-7B80-E985-12453F5DE690}"/>
                  </a:ext>
                </a:extLst>
              </p:cNvPr>
              <p:cNvSpPr/>
              <p:nvPr/>
            </p:nvSpPr>
            <p:spPr>
              <a:xfrm>
                <a:off x="1467101" y="75925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ED802243-87DD-6226-8472-F7A2537619C7}"/>
                  </a:ext>
                </a:extLst>
              </p:cNvPr>
              <p:cNvSpPr/>
              <p:nvPr/>
            </p:nvSpPr>
            <p:spPr>
              <a:xfrm>
                <a:off x="1683233" y="1665848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2E8FFF4E-F31F-5793-E540-4AFFB749927D}"/>
                  </a:ext>
                </a:extLst>
              </p:cNvPr>
              <p:cNvSpPr/>
              <p:nvPr/>
            </p:nvSpPr>
            <p:spPr>
              <a:xfrm>
                <a:off x="9023354" y="720740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94E4CC36-680F-CB3C-2850-AFE93141BF78}"/>
                  </a:ext>
                </a:extLst>
              </p:cNvPr>
              <p:cNvCxnSpPr>
                <a:stCxn id="11" idx="1"/>
                <a:endCxn id="7" idx="3"/>
              </p:cNvCxnSpPr>
              <p:nvPr/>
            </p:nvCxnSpPr>
            <p:spPr>
              <a:xfrm flipH="1">
                <a:off x="4045787" y="93559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F3CF621C-5E25-3F99-A481-0B0B64736FB2}"/>
                  </a:ext>
                </a:extLst>
              </p:cNvPr>
              <p:cNvSpPr/>
              <p:nvPr/>
            </p:nvSpPr>
            <p:spPr>
              <a:xfrm>
                <a:off x="4670608" y="72154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AA0463E3-3F5C-394A-9326-56603CC5E8C2}"/>
                  </a:ext>
                </a:extLst>
              </p:cNvPr>
              <p:cNvSpPr/>
              <p:nvPr/>
            </p:nvSpPr>
            <p:spPr>
              <a:xfrm>
                <a:off x="3322224" y="1632944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2472F7D2-2107-3228-25FE-1A2F85169989}"/>
                  </a:ext>
                </a:extLst>
              </p:cNvPr>
              <p:cNvCxnSpPr>
                <a:stCxn id="12" idx="1"/>
                <a:endCxn id="8" idx="3"/>
              </p:cNvCxnSpPr>
              <p:nvPr/>
            </p:nvCxnSpPr>
            <p:spPr>
              <a:xfrm flipH="1">
                <a:off x="2984521" y="1843187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26F9E13D-A368-6634-3CA4-62E95FC0D867}"/>
                  </a:ext>
                </a:extLst>
              </p:cNvPr>
              <p:cNvSpPr/>
              <p:nvPr/>
            </p:nvSpPr>
            <p:spPr>
              <a:xfrm>
                <a:off x="6941340" y="691344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B7DA71E8-81AA-3491-4CD7-E16D27753BA2}"/>
                  </a:ext>
                </a:extLst>
              </p:cNvPr>
              <p:cNvCxnSpPr>
                <a:stCxn id="14" idx="3"/>
                <a:endCxn id="9" idx="1"/>
              </p:cNvCxnSpPr>
              <p:nvPr/>
            </p:nvCxnSpPr>
            <p:spPr>
              <a:xfrm>
                <a:off x="8581420" y="891716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494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D166-DF8A-EAC8-4C75-A464748EB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64796E84-DD6A-24FE-6399-7D7B78DF7910}"/>
              </a:ext>
            </a:extLst>
          </p:cNvPr>
          <p:cNvGrpSpPr/>
          <p:nvPr/>
        </p:nvGrpSpPr>
        <p:grpSpPr>
          <a:xfrm>
            <a:off x="891885" y="1423278"/>
            <a:ext cx="11441695" cy="3502478"/>
            <a:chOff x="0" y="661308"/>
            <a:chExt cx="11322632" cy="346325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2B860D3-5596-4659-4CA7-BB4F4CC66BB5}"/>
                </a:ext>
              </a:extLst>
            </p:cNvPr>
            <p:cNvGrpSpPr/>
            <p:nvPr/>
          </p:nvGrpSpPr>
          <p:grpSpPr>
            <a:xfrm>
              <a:off x="0" y="661308"/>
              <a:ext cx="11322632" cy="3463257"/>
              <a:chOff x="0" y="661308"/>
              <a:chExt cx="11236058" cy="3428276"/>
            </a:xfrm>
          </p:grpSpPr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5F88021-E903-5F7D-1CDE-B5AD4A8A7900}"/>
                  </a:ext>
                </a:extLst>
              </p:cNvPr>
              <p:cNvSpPr/>
              <p:nvPr/>
            </p:nvSpPr>
            <p:spPr>
              <a:xfrm>
                <a:off x="0" y="661308"/>
                <a:ext cx="11236058" cy="342827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E3E3388C-D99D-72D2-79CA-4B6F9F1449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r="14411" b="65718"/>
              <a:stretch>
                <a:fillRect/>
              </a:stretch>
            </p:blipFill>
            <p:spPr>
              <a:xfrm>
                <a:off x="1246735" y="704087"/>
                <a:ext cx="8640862" cy="2730754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9A35922-D925-E01D-2D97-2553CAD4C0BF}"/>
                </a:ext>
              </a:extLst>
            </p:cNvPr>
            <p:cNvGrpSpPr/>
            <p:nvPr/>
          </p:nvGrpSpPr>
          <p:grpSpPr>
            <a:xfrm>
              <a:off x="1451834" y="1344915"/>
              <a:ext cx="8462009" cy="1585033"/>
              <a:chOff x="1451834" y="1344915"/>
              <a:chExt cx="8885958" cy="1362085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403654BE-CC03-BA01-F7DE-212845F10F81}"/>
                  </a:ext>
                </a:extLst>
              </p:cNvPr>
              <p:cNvSpPr/>
              <p:nvPr/>
            </p:nvSpPr>
            <p:spPr>
              <a:xfrm>
                <a:off x="1451834" y="1412829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9DCAF8EA-B50A-FAED-87AE-31E6A054FB59}"/>
                  </a:ext>
                </a:extLst>
              </p:cNvPr>
              <p:cNvSpPr/>
              <p:nvPr/>
            </p:nvSpPr>
            <p:spPr>
              <a:xfrm>
                <a:off x="1667966" y="2319419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8667634C-E793-C5B6-1A29-CFB15874789A}"/>
                  </a:ext>
                </a:extLst>
              </p:cNvPr>
              <p:cNvSpPr/>
              <p:nvPr/>
            </p:nvSpPr>
            <p:spPr>
              <a:xfrm>
                <a:off x="9008087" y="1374311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F8BF77E2-5D8B-B307-7534-3E1C0E265653}"/>
                  </a:ext>
                </a:extLst>
              </p:cNvPr>
              <p:cNvCxnSpPr>
                <a:stCxn id="14" idx="1"/>
                <a:endCxn id="10" idx="3"/>
              </p:cNvCxnSpPr>
              <p:nvPr/>
            </p:nvCxnSpPr>
            <p:spPr>
              <a:xfrm flipH="1">
                <a:off x="4030520" y="1589166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9E718FB3-B9ED-7C99-376F-6AD5B33ED941}"/>
                  </a:ext>
                </a:extLst>
              </p:cNvPr>
              <p:cNvSpPr/>
              <p:nvPr/>
            </p:nvSpPr>
            <p:spPr>
              <a:xfrm>
                <a:off x="4655341" y="1375113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8CB59C3C-250B-F0F7-99E7-33F14F34D287}"/>
                  </a:ext>
                </a:extLst>
              </p:cNvPr>
              <p:cNvSpPr/>
              <p:nvPr/>
            </p:nvSpPr>
            <p:spPr>
              <a:xfrm>
                <a:off x="3306957" y="2286515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B23FC7A-9023-256E-98E6-976A8F40800D}"/>
                  </a:ext>
                </a:extLst>
              </p:cNvPr>
              <p:cNvCxnSpPr>
                <a:stCxn id="15" idx="1"/>
                <a:endCxn id="11" idx="3"/>
              </p:cNvCxnSpPr>
              <p:nvPr/>
            </p:nvCxnSpPr>
            <p:spPr>
              <a:xfrm flipH="1">
                <a:off x="2969254" y="2496758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A7B2137-9475-4AF0-80AE-507F40708728}"/>
                  </a:ext>
                </a:extLst>
              </p:cNvPr>
              <p:cNvSpPr/>
              <p:nvPr/>
            </p:nvSpPr>
            <p:spPr>
              <a:xfrm>
                <a:off x="6926073" y="1344915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3C550A2-2E01-5905-F9C1-A4E5015DE494}"/>
                  </a:ext>
                </a:extLst>
              </p:cNvPr>
              <p:cNvCxnSpPr>
                <a:stCxn id="17" idx="3"/>
                <a:endCxn id="12" idx="1"/>
              </p:cNvCxnSpPr>
              <p:nvPr/>
            </p:nvCxnSpPr>
            <p:spPr>
              <a:xfrm>
                <a:off x="8566153" y="1545287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3852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E229200-2AD2-BD8E-1054-B47E1C8A1EE1}"/>
              </a:ext>
            </a:extLst>
          </p:cNvPr>
          <p:cNvGrpSpPr/>
          <p:nvPr/>
        </p:nvGrpSpPr>
        <p:grpSpPr>
          <a:xfrm>
            <a:off x="-141578" y="1371570"/>
            <a:ext cx="11436931" cy="4626427"/>
            <a:chOff x="12187237" y="0"/>
            <a:chExt cx="11475801" cy="465594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9ECF3CB1-ED0C-B0ED-6A59-C4776D570463}"/>
                </a:ext>
              </a:extLst>
            </p:cNvPr>
            <p:cNvGrpSpPr/>
            <p:nvPr/>
          </p:nvGrpSpPr>
          <p:grpSpPr>
            <a:xfrm>
              <a:off x="12187237" y="0"/>
              <a:ext cx="11475801" cy="4655945"/>
              <a:chOff x="12187237" y="0"/>
              <a:chExt cx="11236058" cy="4546385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5AE5EF6D-5F1D-D845-AB37-0967E92907A5}"/>
                  </a:ext>
                </a:extLst>
              </p:cNvPr>
              <p:cNvSpPr/>
              <p:nvPr/>
            </p:nvSpPr>
            <p:spPr>
              <a:xfrm>
                <a:off x="12187237" y="0"/>
                <a:ext cx="11236058" cy="454638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F9E84E0-0EF0-17FC-6FE4-B2FEC39576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t="27121" r="14411" b="20370"/>
              <a:stretch>
                <a:fillRect/>
              </a:stretch>
            </p:blipFill>
            <p:spPr>
              <a:xfrm>
                <a:off x="13433972" y="233815"/>
                <a:ext cx="8640862" cy="4182676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68B1F501-50A0-F874-0098-AE3005047196}"/>
                </a:ext>
              </a:extLst>
            </p:cNvPr>
            <p:cNvSpPr/>
            <p:nvPr/>
          </p:nvSpPr>
          <p:spPr>
            <a:xfrm>
              <a:off x="13827232" y="390945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B687877-C95E-F730-40C5-963B3E524E38}"/>
                </a:ext>
              </a:extLst>
            </p:cNvPr>
            <p:cNvSpPr/>
            <p:nvPr/>
          </p:nvSpPr>
          <p:spPr>
            <a:xfrm>
              <a:off x="22378730" y="1955069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A959EEC2-3229-4685-6297-95CB3BF1ED7C}"/>
                </a:ext>
              </a:extLst>
            </p:cNvPr>
            <p:cNvCxnSpPr>
              <a:stCxn id="35" idx="1"/>
              <a:endCxn id="34" idx="3"/>
            </p:cNvCxnSpPr>
            <p:nvPr/>
          </p:nvCxnSpPr>
          <p:spPr>
            <a:xfrm flipH="1">
              <a:off x="22099780" y="2312343"/>
              <a:ext cx="278950" cy="122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3752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15857-827A-6229-6113-E552ADAC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39F7668-3B6B-6140-6A0C-58595BED5135}"/>
              </a:ext>
            </a:extLst>
          </p:cNvPr>
          <p:cNvGrpSpPr/>
          <p:nvPr/>
        </p:nvGrpSpPr>
        <p:grpSpPr>
          <a:xfrm>
            <a:off x="520410" y="0"/>
            <a:ext cx="11436931" cy="6640884"/>
            <a:chOff x="333375" y="4887767"/>
            <a:chExt cx="11475801" cy="6683747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E0AA464E-254A-BCD5-7491-2B8D385FAC0C}"/>
                </a:ext>
              </a:extLst>
            </p:cNvPr>
            <p:cNvGrpSpPr/>
            <p:nvPr/>
          </p:nvGrpSpPr>
          <p:grpSpPr>
            <a:xfrm>
              <a:off x="333375" y="4887767"/>
              <a:ext cx="11475801" cy="6683747"/>
              <a:chOff x="333375" y="4887767"/>
              <a:chExt cx="11236058" cy="6526470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8DC25741-1012-004A-8360-88CD98DE3327}"/>
                  </a:ext>
                </a:extLst>
              </p:cNvPr>
              <p:cNvSpPr/>
              <p:nvPr/>
            </p:nvSpPr>
            <p:spPr>
              <a:xfrm>
                <a:off x="333375" y="4887767"/>
                <a:ext cx="11236058" cy="652647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C970566-6562-751D-E782-572914D801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5627" t="4316" r="14777" b="8679"/>
              <a:stretch>
                <a:fillRect/>
              </a:stretch>
            </p:blipFill>
            <p:spPr>
              <a:xfrm>
                <a:off x="1618176" y="5122335"/>
                <a:ext cx="8869255" cy="6148906"/>
              </a:xfrm>
              <a:prstGeom prst="rect">
                <a:avLst/>
              </a:prstGeom>
            </p:spPr>
          </p:pic>
        </p:grp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AF3D99A-EDAD-1798-29B2-69A887A60946}"/>
                </a:ext>
              </a:extLst>
            </p:cNvPr>
            <p:cNvSpPr/>
            <p:nvPr/>
          </p:nvSpPr>
          <p:spPr>
            <a:xfrm>
              <a:off x="1980990" y="5215465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A11EA04-7160-76FC-A60E-63742E5407FB}"/>
                </a:ext>
              </a:extLst>
            </p:cNvPr>
            <p:cNvSpPr/>
            <p:nvPr/>
          </p:nvSpPr>
          <p:spPr>
            <a:xfrm>
              <a:off x="10512918" y="7766687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⑤ドロップ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4BF8C1D-901C-95E3-FAC1-AA061E830872}"/>
                </a:ext>
              </a:extLst>
            </p:cNvPr>
            <p:cNvCxnSpPr>
              <a:stCxn id="29" idx="1"/>
              <a:endCxn id="28" idx="3"/>
            </p:cNvCxnSpPr>
            <p:nvPr/>
          </p:nvCxnSpPr>
          <p:spPr>
            <a:xfrm flipH="1">
              <a:off x="10240203" y="8116686"/>
              <a:ext cx="272715" cy="78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1427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80BDA-4A4C-7E94-0A20-011122EAC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117035BB-941E-434B-1B7D-FC0E88A58996}"/>
              </a:ext>
            </a:extLst>
          </p:cNvPr>
          <p:cNvGrpSpPr/>
          <p:nvPr/>
        </p:nvGrpSpPr>
        <p:grpSpPr>
          <a:xfrm>
            <a:off x="375153" y="415637"/>
            <a:ext cx="11441694" cy="6918613"/>
            <a:chOff x="12301537" y="5082948"/>
            <a:chExt cx="11475801" cy="6955591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3A9B2BE-7263-7BEF-CF8A-8FBC14530D4D}"/>
                </a:ext>
              </a:extLst>
            </p:cNvPr>
            <p:cNvGrpSpPr/>
            <p:nvPr/>
          </p:nvGrpSpPr>
          <p:grpSpPr>
            <a:xfrm>
              <a:off x="12301537" y="5082948"/>
              <a:ext cx="11475801" cy="6955591"/>
              <a:chOff x="12301537" y="5082948"/>
              <a:chExt cx="11236058" cy="679191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BF470FBD-094D-577D-D12C-5F0DEA6E1F68}"/>
                  </a:ext>
                </a:extLst>
              </p:cNvPr>
              <p:cNvSpPr/>
              <p:nvPr/>
            </p:nvSpPr>
            <p:spPr>
              <a:xfrm>
                <a:off x="12301537" y="5082948"/>
                <a:ext cx="11236058" cy="679191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dirty="0"/>
              </a:p>
            </p:txBody>
          </p:sp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80E4A9A0-2C8E-B345-1ECD-E0BDA39EC1A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t="2932" r="6080"/>
              <a:stretch>
                <a:fillRect/>
              </a:stretch>
            </p:blipFill>
            <p:spPr>
              <a:xfrm>
                <a:off x="13662470" y="5292060"/>
                <a:ext cx="8602795" cy="6518237"/>
              </a:xfrm>
              <a:prstGeom prst="rect">
                <a:avLst/>
              </a:prstGeom>
            </p:spPr>
          </p:pic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E5ACAE0-4FB1-E6CD-9B75-692B8604ABB3}"/>
                </a:ext>
              </a:extLst>
            </p:cNvPr>
            <p:cNvSpPr/>
            <p:nvPr/>
          </p:nvSpPr>
          <p:spPr>
            <a:xfrm>
              <a:off x="13952962" y="5467490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B058BDEA-2998-C4C9-96E0-3BCDCA6BA825}"/>
                </a:ext>
              </a:extLst>
            </p:cNvPr>
            <p:cNvSpPr/>
            <p:nvPr/>
          </p:nvSpPr>
          <p:spPr>
            <a:xfrm>
              <a:off x="22481079" y="8115674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⑥エネミー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278AFAF8-C95B-67C7-A036-591C56A19F4E}"/>
                </a:ext>
              </a:extLst>
            </p:cNvPr>
            <p:cNvCxnSpPr>
              <a:stCxn id="23" idx="1"/>
              <a:endCxn id="22" idx="3"/>
            </p:cNvCxnSpPr>
            <p:nvPr/>
          </p:nvCxnSpPr>
          <p:spPr>
            <a:xfrm flipH="1">
              <a:off x="22206460" y="8533128"/>
              <a:ext cx="274619" cy="40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63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34AD894-73F6-D0BE-9775-55BC5794939C}"/>
              </a:ext>
            </a:extLst>
          </p:cNvPr>
          <p:cNvGrpSpPr/>
          <p:nvPr/>
        </p:nvGrpSpPr>
        <p:grpSpPr>
          <a:xfrm>
            <a:off x="800425" y="-4440877"/>
            <a:ext cx="11210374" cy="15739754"/>
            <a:chOff x="0" y="292551"/>
            <a:chExt cx="11615187" cy="13120379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2EFC521-04B3-A544-B2A4-7B412D68067E}"/>
                </a:ext>
              </a:extLst>
            </p:cNvPr>
            <p:cNvSpPr/>
            <p:nvPr/>
          </p:nvSpPr>
          <p:spPr>
            <a:xfrm>
              <a:off x="0" y="292551"/>
              <a:ext cx="11615187" cy="1312037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E6105164-CEE3-8735-000F-E6787D601891}"/>
                </a:ext>
              </a:extLst>
            </p:cNvPr>
            <p:cNvGrpSpPr/>
            <p:nvPr/>
          </p:nvGrpSpPr>
          <p:grpSpPr>
            <a:xfrm>
              <a:off x="1461406" y="852684"/>
              <a:ext cx="8749542" cy="12248694"/>
              <a:chOff x="1461406" y="852684"/>
              <a:chExt cx="10601325" cy="14944725"/>
            </a:xfrm>
          </p:grpSpPr>
          <p:pic>
            <p:nvPicPr>
              <p:cNvPr id="43" name="図 42">
                <a:extLst>
                  <a:ext uri="{FF2B5EF4-FFF2-40B4-BE49-F238E27FC236}">
                    <a16:creationId xmlns:a16="http://schemas.microsoft.com/office/drawing/2014/main" id="{6386A049-800B-303C-8321-70665D467B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13128" r="4513"/>
              <a:stretch>
                <a:fillRect/>
              </a:stretch>
            </p:blipFill>
            <p:spPr>
              <a:xfrm>
                <a:off x="1461406" y="852684"/>
                <a:ext cx="10544175" cy="7564017"/>
              </a:xfrm>
              <a:prstGeom prst="rect">
                <a:avLst/>
              </a:prstGeom>
            </p:spPr>
          </p:pic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46A3AEA-0088-3F49-C5A2-2D610BACF85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1556656" y="6706749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45" name="図 44">
                <a:extLst>
                  <a:ext uri="{FF2B5EF4-FFF2-40B4-BE49-F238E27FC236}">
                    <a16:creationId xmlns:a16="http://schemas.microsoft.com/office/drawing/2014/main" id="{E415B419-0472-861A-0E05-E2E5FA0C89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1499506" y="10980141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D6271005-8921-50A2-0D01-7789575A2374}"/>
                </a:ext>
              </a:extLst>
            </p:cNvPr>
            <p:cNvGrpSpPr/>
            <p:nvPr/>
          </p:nvGrpSpPr>
          <p:grpSpPr>
            <a:xfrm>
              <a:off x="1490601" y="1205473"/>
              <a:ext cx="8519813" cy="11694801"/>
              <a:chOff x="1490601" y="1205472"/>
              <a:chExt cx="8725065" cy="10223473"/>
            </a:xfrm>
          </p:grpSpPr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B945DF4-4807-DD83-FE6D-A22E020EA53E}"/>
                  </a:ext>
                </a:extLst>
              </p:cNvPr>
              <p:cNvSpPr/>
              <p:nvPr/>
            </p:nvSpPr>
            <p:spPr>
              <a:xfrm>
                <a:off x="1490601" y="124318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8DAE86F7-ED40-C142-4AD4-A28F50B75186}"/>
                  </a:ext>
                </a:extLst>
              </p:cNvPr>
              <p:cNvSpPr/>
              <p:nvPr/>
            </p:nvSpPr>
            <p:spPr>
              <a:xfrm>
                <a:off x="1706733" y="2219182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3C7037D3-860C-C58D-AC0F-299DBA81919F}"/>
                  </a:ext>
                </a:extLst>
              </p:cNvPr>
              <p:cNvSpPr/>
              <p:nvPr/>
            </p:nvSpPr>
            <p:spPr>
              <a:xfrm>
                <a:off x="1660047" y="4330949"/>
                <a:ext cx="1027438" cy="3722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85E61E1C-106C-37E9-C0A1-BBA69266BEAA}"/>
                  </a:ext>
                </a:extLst>
              </p:cNvPr>
              <p:cNvCxnSpPr>
                <a:stCxn id="37" idx="1"/>
                <a:endCxn id="33" idx="3"/>
              </p:cNvCxnSpPr>
              <p:nvPr/>
            </p:nvCxnSpPr>
            <p:spPr>
              <a:xfrm flipH="1">
                <a:off x="4069287" y="141952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B8AB9CC2-1187-A04F-8E08-52F86CC8C888}"/>
                  </a:ext>
                </a:extLst>
              </p:cNvPr>
              <p:cNvSpPr/>
              <p:nvPr/>
            </p:nvSpPr>
            <p:spPr>
              <a:xfrm>
                <a:off x="4694108" y="120547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A124CAFD-D2FD-5BB6-3A36-0F7C7E54BC8B}"/>
                  </a:ext>
                </a:extLst>
              </p:cNvPr>
              <p:cNvSpPr/>
              <p:nvPr/>
            </p:nvSpPr>
            <p:spPr>
              <a:xfrm>
                <a:off x="7331741" y="1579168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ABF2B896-DEBA-76BC-4A98-CF9CE3C2DD91}"/>
                  </a:ext>
                </a:extLst>
              </p:cNvPr>
              <p:cNvSpPr/>
              <p:nvPr/>
            </p:nvSpPr>
            <p:spPr>
              <a:xfrm>
                <a:off x="3271436" y="4301555"/>
                <a:ext cx="1640081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③特技の数を設定</a:t>
                </a:r>
              </a:p>
            </p:txBody>
          </p:sp>
          <p:cxnSp>
            <p:nvCxnSpPr>
              <p:cNvPr id="40" name="直線矢印コネクタ 39">
                <a:extLst>
                  <a:ext uri="{FF2B5EF4-FFF2-40B4-BE49-F238E27FC236}">
                    <a16:creationId xmlns:a16="http://schemas.microsoft.com/office/drawing/2014/main" id="{9531DF12-26A9-4D7C-CE24-20585C2DD1A7}"/>
                  </a:ext>
                </a:extLst>
              </p:cNvPr>
              <p:cNvCxnSpPr/>
              <p:nvPr/>
            </p:nvCxnSpPr>
            <p:spPr>
              <a:xfrm flipH="1">
                <a:off x="2705156" y="4515458"/>
                <a:ext cx="547825" cy="119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4921E6F5-3086-5ACA-48AE-1EE7A949899F}"/>
                  </a:ext>
                </a:extLst>
              </p:cNvPr>
              <p:cNvSpPr/>
              <p:nvPr/>
            </p:nvSpPr>
            <p:spPr>
              <a:xfrm>
                <a:off x="1660048" y="4814089"/>
                <a:ext cx="8555618" cy="66148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DE7CCB65-8130-C53E-9026-73196F617BCD}"/>
                  </a:ext>
                </a:extLst>
              </p:cNvPr>
              <p:cNvSpPr/>
              <p:nvPr/>
            </p:nvSpPr>
            <p:spPr>
              <a:xfrm>
                <a:off x="7314567" y="4250717"/>
                <a:ext cx="1151417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④特技の入力</a:t>
                </a:r>
              </a:p>
            </p:txBody>
          </p:sp>
        </p:grp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3FC586A4-3CD7-A80B-E848-D2A716BB9339}"/>
                </a:ext>
              </a:extLst>
            </p:cNvPr>
            <p:cNvCxnSpPr/>
            <p:nvPr/>
          </p:nvCxnSpPr>
          <p:spPr>
            <a:xfrm>
              <a:off x="7733432" y="2112706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F48CF319-1286-8005-6CDE-1348AEF0F36D}"/>
                </a:ext>
              </a:extLst>
            </p:cNvPr>
            <p:cNvCxnSpPr/>
            <p:nvPr/>
          </p:nvCxnSpPr>
          <p:spPr>
            <a:xfrm>
              <a:off x="7733925" y="5161741"/>
              <a:ext cx="0" cy="156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6282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95EDD-5C5D-A834-0D34-A6661AAB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22B7ED58-AFA1-B108-CD5C-34BC1147F047}"/>
              </a:ext>
            </a:extLst>
          </p:cNvPr>
          <p:cNvGrpSpPr/>
          <p:nvPr/>
        </p:nvGrpSpPr>
        <p:grpSpPr>
          <a:xfrm>
            <a:off x="242096" y="719291"/>
            <a:ext cx="11210374" cy="5419417"/>
            <a:chOff x="11811001" y="887863"/>
            <a:chExt cx="11615187" cy="4513795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AD249010-4E9A-2D04-F4B8-8CE096F3C355}"/>
                </a:ext>
              </a:extLst>
            </p:cNvPr>
            <p:cNvSpPr/>
            <p:nvPr/>
          </p:nvSpPr>
          <p:spPr>
            <a:xfrm>
              <a:off x="11811001" y="887863"/>
              <a:ext cx="11615187" cy="45137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4626DD85-4E90-2876-611E-203F6DF941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3250" t="13128" r="4513" b="35330"/>
            <a:stretch>
              <a:fillRect/>
            </a:stretch>
          </p:blipFill>
          <p:spPr>
            <a:xfrm>
              <a:off x="13272407" y="1447997"/>
              <a:ext cx="8702375" cy="3678184"/>
            </a:xfrm>
            <a:prstGeom prst="rect">
              <a:avLst/>
            </a:prstGeom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3334FFE0-FA4A-027C-0828-F9451D07A18D}"/>
                </a:ext>
              </a:extLst>
            </p:cNvPr>
            <p:cNvGrpSpPr/>
            <p:nvPr/>
          </p:nvGrpSpPr>
          <p:grpSpPr>
            <a:xfrm>
              <a:off x="13301604" y="1800786"/>
              <a:ext cx="8519813" cy="3224639"/>
              <a:chOff x="13301602" y="1800784"/>
              <a:chExt cx="8725065" cy="2818946"/>
            </a:xfrm>
          </p:grpSpPr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171B3E84-F70D-AE70-DA10-8B095D730D6E}"/>
                  </a:ext>
                </a:extLst>
              </p:cNvPr>
              <p:cNvSpPr/>
              <p:nvPr/>
            </p:nvSpPr>
            <p:spPr>
              <a:xfrm>
                <a:off x="13301602" y="1838500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F7CB8986-BEB8-670E-1C0E-35E82085BCBE}"/>
                  </a:ext>
                </a:extLst>
              </p:cNvPr>
              <p:cNvSpPr/>
              <p:nvPr/>
            </p:nvSpPr>
            <p:spPr>
              <a:xfrm>
                <a:off x="13517734" y="2814494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238D2688-B3B0-934C-92D7-2C081CB32D3E}"/>
                  </a:ext>
                </a:extLst>
              </p:cNvPr>
              <p:cNvCxnSpPr>
                <a:stCxn id="26" idx="1"/>
                <a:endCxn id="23" idx="3"/>
              </p:cNvCxnSpPr>
              <p:nvPr/>
            </p:nvCxnSpPr>
            <p:spPr>
              <a:xfrm flipH="1">
                <a:off x="15880288" y="2014837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344DB035-65D8-7B29-DEDD-D52A6571BD1E}"/>
                  </a:ext>
                </a:extLst>
              </p:cNvPr>
              <p:cNvSpPr/>
              <p:nvPr/>
            </p:nvSpPr>
            <p:spPr>
              <a:xfrm>
                <a:off x="16505109" y="1800784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5EEB965C-B075-8789-8CE6-76E0050B1B39}"/>
                  </a:ext>
                </a:extLst>
              </p:cNvPr>
              <p:cNvSpPr/>
              <p:nvPr/>
            </p:nvSpPr>
            <p:spPr>
              <a:xfrm>
                <a:off x="19142742" y="2174480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14FC2B18-A5DD-4313-C428-703EFEF74C12}"/>
                </a:ext>
              </a:extLst>
            </p:cNvPr>
            <p:cNvCxnSpPr/>
            <p:nvPr/>
          </p:nvCxnSpPr>
          <p:spPr>
            <a:xfrm>
              <a:off x="19544433" y="2708018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0006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1DFDC-4CC6-F25F-9D8B-8D1ACDDD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4422385-AB94-0DDF-A3BB-0760260918A5}"/>
              </a:ext>
            </a:extLst>
          </p:cNvPr>
          <p:cNvGrpSpPr/>
          <p:nvPr/>
        </p:nvGrpSpPr>
        <p:grpSpPr>
          <a:xfrm>
            <a:off x="490812" y="-1953707"/>
            <a:ext cx="11210375" cy="10765413"/>
            <a:chOff x="22563427" y="0"/>
            <a:chExt cx="11615187" cy="9000136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59965BE-6F31-3694-FEC6-95C7C9701470}"/>
                </a:ext>
              </a:extLst>
            </p:cNvPr>
            <p:cNvSpPr/>
            <p:nvPr/>
          </p:nvSpPr>
          <p:spPr>
            <a:xfrm>
              <a:off x="22563427" y="0"/>
              <a:ext cx="11615187" cy="900013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6A5859-A5CB-B0EA-96C0-D910816BC2E1}"/>
                </a:ext>
              </a:extLst>
            </p:cNvPr>
            <p:cNvGrpSpPr/>
            <p:nvPr/>
          </p:nvGrpSpPr>
          <p:grpSpPr>
            <a:xfrm>
              <a:off x="24024833" y="153084"/>
              <a:ext cx="8749542" cy="8535500"/>
              <a:chOff x="24024833" y="153084"/>
              <a:chExt cx="10601325" cy="10414228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C68341EB-8B79-6364-A68D-2A5B6E4078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65160" r="4513"/>
              <a:stretch>
                <a:fillRect/>
              </a:stretch>
            </p:blipFill>
            <p:spPr>
              <a:xfrm>
                <a:off x="24024833" y="153084"/>
                <a:ext cx="10544175" cy="3033518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1E7DC174-D55E-180C-6B25-01A7EC089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24120083" y="1476652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5F477284-DE1E-BF56-871B-0FA5EF6F07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24062933" y="5750044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4F7BA5B-3590-2066-3DE3-590B7516E6FE}"/>
                </a:ext>
              </a:extLst>
            </p:cNvPr>
            <p:cNvGrpSpPr/>
            <p:nvPr/>
          </p:nvGrpSpPr>
          <p:grpSpPr>
            <a:xfrm>
              <a:off x="24219490" y="276180"/>
              <a:ext cx="8354353" cy="8211272"/>
              <a:chOff x="24219488" y="276180"/>
              <a:chExt cx="8555619" cy="7178228"/>
            </a:xfrm>
          </p:grpSpPr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3E9C6BB-950B-03DC-9E58-A1C19553896C}"/>
                  </a:ext>
                </a:extLst>
              </p:cNvPr>
              <p:cNvSpPr/>
              <p:nvPr/>
            </p:nvSpPr>
            <p:spPr>
              <a:xfrm>
                <a:off x="24219488" y="356412"/>
                <a:ext cx="1027438" cy="3722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149A7462-C999-12E6-B675-F1EBA43363B5}"/>
                  </a:ext>
                </a:extLst>
              </p:cNvPr>
              <p:cNvSpPr/>
              <p:nvPr/>
            </p:nvSpPr>
            <p:spPr>
              <a:xfrm>
                <a:off x="25830877" y="327018"/>
                <a:ext cx="1640081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③特技の数を設定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6B218F7A-B3A4-0D88-7638-02B8215A43B1}"/>
                  </a:ext>
                </a:extLst>
              </p:cNvPr>
              <p:cNvCxnSpPr/>
              <p:nvPr/>
            </p:nvCxnSpPr>
            <p:spPr>
              <a:xfrm flipH="1">
                <a:off x="25264597" y="540921"/>
                <a:ext cx="547825" cy="119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524FFAF7-04AC-357F-A046-B2BB65C3BDC7}"/>
                  </a:ext>
                </a:extLst>
              </p:cNvPr>
              <p:cNvSpPr/>
              <p:nvPr/>
            </p:nvSpPr>
            <p:spPr>
              <a:xfrm>
                <a:off x="24219489" y="839552"/>
                <a:ext cx="8555618" cy="66148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518C7AB8-C111-A4F7-5441-EAC15C81D7E8}"/>
                  </a:ext>
                </a:extLst>
              </p:cNvPr>
              <p:cNvSpPr/>
              <p:nvPr/>
            </p:nvSpPr>
            <p:spPr>
              <a:xfrm>
                <a:off x="29874008" y="276180"/>
                <a:ext cx="1151417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④特技の入力</a:t>
                </a:r>
              </a:p>
            </p:txBody>
          </p:sp>
        </p:grp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EF8C64C6-AE19-3031-E195-2DA1209387ED}"/>
                </a:ext>
              </a:extLst>
            </p:cNvPr>
            <p:cNvCxnSpPr/>
            <p:nvPr/>
          </p:nvCxnSpPr>
          <p:spPr>
            <a:xfrm>
              <a:off x="30297352" y="748947"/>
              <a:ext cx="0" cy="156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64554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66946D2-118D-CBB0-DF7F-5BBEC80646C0}"/>
              </a:ext>
            </a:extLst>
          </p:cNvPr>
          <p:cNvCxnSpPr/>
          <p:nvPr/>
        </p:nvCxnSpPr>
        <p:spPr>
          <a:xfrm>
            <a:off x="-294000" y="198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E454536-4BBE-B1E2-2E9D-5E8CE521304D}"/>
              </a:ext>
            </a:extLst>
          </p:cNvPr>
          <p:cNvCxnSpPr/>
          <p:nvPr/>
        </p:nvCxnSpPr>
        <p:spPr>
          <a:xfrm>
            <a:off x="-294000" y="270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76F4B59-FE6E-3ED8-D4B6-8E09D94136EA}"/>
              </a:ext>
            </a:extLst>
          </p:cNvPr>
          <p:cNvCxnSpPr/>
          <p:nvPr/>
        </p:nvCxnSpPr>
        <p:spPr>
          <a:xfrm>
            <a:off x="10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3CD2525-4521-7275-C40B-D77F122AA8DA}"/>
              </a:ext>
            </a:extLst>
          </p:cNvPr>
          <p:cNvCxnSpPr/>
          <p:nvPr/>
        </p:nvCxnSpPr>
        <p:spPr>
          <a:xfrm>
            <a:off x="17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006275BB-A962-9A24-9DA7-1CA0A13E114D}"/>
              </a:ext>
            </a:extLst>
          </p:cNvPr>
          <p:cNvCxnSpPr/>
          <p:nvPr/>
        </p:nvCxnSpPr>
        <p:spPr>
          <a:xfrm>
            <a:off x="24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7F9A795-9664-0AF9-98F3-2F52BDAF25D4}"/>
              </a:ext>
            </a:extLst>
          </p:cNvPr>
          <p:cNvCxnSpPr/>
          <p:nvPr/>
        </p:nvCxnSpPr>
        <p:spPr>
          <a:xfrm>
            <a:off x="32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0F52377-FD82-1EC1-AA2D-CCAF8324676D}"/>
              </a:ext>
            </a:extLst>
          </p:cNvPr>
          <p:cNvCxnSpPr/>
          <p:nvPr/>
        </p:nvCxnSpPr>
        <p:spPr>
          <a:xfrm>
            <a:off x="39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2DF3EC3-7CC4-22D3-8D42-516AEF99DD50}"/>
              </a:ext>
            </a:extLst>
          </p:cNvPr>
          <p:cNvCxnSpPr/>
          <p:nvPr/>
        </p:nvCxnSpPr>
        <p:spPr>
          <a:xfrm>
            <a:off x="46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5AD26DC-9ED6-C198-EC4A-0082E003DD8C}"/>
              </a:ext>
            </a:extLst>
          </p:cNvPr>
          <p:cNvCxnSpPr/>
          <p:nvPr/>
        </p:nvCxnSpPr>
        <p:spPr>
          <a:xfrm>
            <a:off x="53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44310EC-5C11-8A14-E5F9-3ED9D6F6D998}"/>
              </a:ext>
            </a:extLst>
          </p:cNvPr>
          <p:cNvCxnSpPr/>
          <p:nvPr/>
        </p:nvCxnSpPr>
        <p:spPr>
          <a:xfrm>
            <a:off x="60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E5F79A6-24F3-19DD-FAE4-03A382AF9840}"/>
              </a:ext>
            </a:extLst>
          </p:cNvPr>
          <p:cNvCxnSpPr/>
          <p:nvPr/>
        </p:nvCxnSpPr>
        <p:spPr>
          <a:xfrm>
            <a:off x="68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74D0A4A8-522A-20D5-A4E1-AFA3C5F0F0FB}"/>
              </a:ext>
            </a:extLst>
          </p:cNvPr>
          <p:cNvCxnSpPr/>
          <p:nvPr/>
        </p:nvCxnSpPr>
        <p:spPr>
          <a:xfrm>
            <a:off x="75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C2A5ABB4-4F17-A826-CA1A-A48FAFD918EF}"/>
              </a:ext>
            </a:extLst>
          </p:cNvPr>
          <p:cNvCxnSpPr/>
          <p:nvPr/>
        </p:nvCxnSpPr>
        <p:spPr>
          <a:xfrm>
            <a:off x="82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C9357BFA-0478-6F8B-355A-B4BA56CFF8A9}"/>
              </a:ext>
            </a:extLst>
          </p:cNvPr>
          <p:cNvCxnSpPr/>
          <p:nvPr/>
        </p:nvCxnSpPr>
        <p:spPr>
          <a:xfrm>
            <a:off x="89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4A764EA4-C7AF-F58F-79FB-89A88DB1DA6B}"/>
              </a:ext>
            </a:extLst>
          </p:cNvPr>
          <p:cNvCxnSpPr/>
          <p:nvPr/>
        </p:nvCxnSpPr>
        <p:spPr>
          <a:xfrm>
            <a:off x="96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4C433CEC-90AB-F6B4-2510-69A181F87455}"/>
              </a:ext>
            </a:extLst>
          </p:cNvPr>
          <p:cNvCxnSpPr/>
          <p:nvPr/>
        </p:nvCxnSpPr>
        <p:spPr>
          <a:xfrm>
            <a:off x="104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5160F551-6AF9-56E2-72B9-1ECBFF1DD7D3}"/>
              </a:ext>
            </a:extLst>
          </p:cNvPr>
          <p:cNvCxnSpPr/>
          <p:nvPr/>
        </p:nvCxnSpPr>
        <p:spPr>
          <a:xfrm>
            <a:off x="111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B08AD175-55DC-F91A-65E9-B5A4BA48F228}"/>
              </a:ext>
            </a:extLst>
          </p:cNvPr>
          <p:cNvCxnSpPr/>
          <p:nvPr/>
        </p:nvCxnSpPr>
        <p:spPr>
          <a:xfrm>
            <a:off x="118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フリーフォーム: 図形 31">
            <a:extLst>
              <a:ext uri="{FF2B5EF4-FFF2-40B4-BE49-F238E27FC236}">
                <a16:creationId xmlns:a16="http://schemas.microsoft.com/office/drawing/2014/main" id="{D604B652-E947-4C29-901B-8EF8B5BE9D55}"/>
              </a:ext>
            </a:extLst>
          </p:cNvPr>
          <p:cNvSpPr/>
          <p:nvPr/>
        </p:nvSpPr>
        <p:spPr>
          <a:xfrm>
            <a:off x="1413510" y="585324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フリーフォーム: 図形 32">
            <a:extLst>
              <a:ext uri="{FF2B5EF4-FFF2-40B4-BE49-F238E27FC236}">
                <a16:creationId xmlns:a16="http://schemas.microsoft.com/office/drawing/2014/main" id="{2FB2DE13-56FF-D7E7-4F85-CA39270EAC3B}"/>
              </a:ext>
            </a:extLst>
          </p:cNvPr>
          <p:cNvSpPr/>
          <p:nvPr/>
        </p:nvSpPr>
        <p:spPr>
          <a:xfrm>
            <a:off x="1413510" y="563400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4" name="フリーフォーム: 図形 33">
            <a:extLst>
              <a:ext uri="{FF2B5EF4-FFF2-40B4-BE49-F238E27FC236}">
                <a16:creationId xmlns:a16="http://schemas.microsoft.com/office/drawing/2014/main" id="{85DA2D8C-4CA5-FAFD-CDE5-13961094A041}"/>
              </a:ext>
            </a:extLst>
          </p:cNvPr>
          <p:cNvSpPr/>
          <p:nvPr/>
        </p:nvSpPr>
        <p:spPr>
          <a:xfrm>
            <a:off x="1048875" y="5071499"/>
            <a:ext cx="10079998" cy="40500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57150">
            <a:solidFill>
              <a:schemeClr val="accent1">
                <a:shade val="15000"/>
              </a:schemeClr>
            </a:solidFill>
          </a:ln>
          <a:effectLst>
            <a:outerShdw dist="165100" dir="5400000" algn="t" rotWithShape="0">
              <a:schemeClr val="tx2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11206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8214</TotalTime>
  <Words>106</Words>
  <Application>Microsoft Office PowerPoint</Application>
  <PresentationFormat>ワイド画面</PresentationFormat>
  <Paragraphs>33</Paragraphs>
  <Slides>12</Slides>
  <Notes>0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寳迫 克利</cp:lastModifiedBy>
  <cp:revision>6</cp:revision>
  <dcterms:created xsi:type="dcterms:W3CDTF">2026-04-25T16:47:26Z</dcterms:created>
  <dcterms:modified xsi:type="dcterms:W3CDTF">2026-05-20T08:50:04Z</dcterms:modified>
</cp:coreProperties>
</file>