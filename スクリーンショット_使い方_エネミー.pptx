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58" r:id="rId4"/>
    <p:sldId id="262" r:id="rId5"/>
    <p:sldId id="278" r:id="rId6"/>
    <p:sldId id="279" r:id="rId7"/>
    <p:sldId id="280" r:id="rId8"/>
    <p:sldId id="265" r:id="rId9"/>
    <p:sldId id="263" r:id="rId10"/>
    <p:sldId id="264" r:id="rId11"/>
    <p:sldId id="266" r:id="rId12"/>
    <p:sldId id="270" r:id="rId13"/>
    <p:sldId id="271" r:id="rId14"/>
    <p:sldId id="272" r:id="rId15"/>
    <p:sldId id="273" r:id="rId16"/>
    <p:sldId id="274" r:id="rId17"/>
    <p:sldId id="276" r:id="rId18"/>
    <p:sldId id="277" r:id="rId19"/>
    <p:sldId id="281" r:id="rId20"/>
    <p:sldId id="284" r:id="rId21"/>
    <p:sldId id="290" r:id="rId22"/>
    <p:sldId id="292" r:id="rId23"/>
    <p:sldId id="285" r:id="rId24"/>
    <p:sldId id="282" r:id="rId25"/>
    <p:sldId id="286" r:id="rId26"/>
    <p:sldId id="287" r:id="rId27"/>
    <p:sldId id="293" r:id="rId28"/>
    <p:sldId id="294" r:id="rId29"/>
    <p:sldId id="296" r:id="rId30"/>
    <p:sldId id="275" r:id="rId3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49D7A8-C516-43C9-917B-91CB7D224941}" v="32" dt="2026-05-22T19:01:06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68" autoAdjust="0"/>
    <p:restoredTop sz="94660"/>
  </p:normalViewPr>
  <p:slideViewPr>
    <p:cSldViewPr snapToGrid="0">
      <p:cViewPr varScale="1">
        <p:scale>
          <a:sx n="62" d="100"/>
          <a:sy n="62" d="100"/>
        </p:scale>
        <p:origin x="84" y="4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克利 寳迫" userId="d1807dd80cee582b" providerId="LiveId" clId="{F79782EE-D85D-46E2-B3E9-FAE15D6BED98}"/>
    <pc:docChg chg="undo custSel addSld delSld modSld sldOrd">
      <pc:chgData name="克利 寳迫" userId="d1807dd80cee582b" providerId="LiveId" clId="{F79782EE-D85D-46E2-B3E9-FAE15D6BED98}" dt="2026-05-22T19:02:03.666" v="691" actId="1076"/>
      <pc:docMkLst>
        <pc:docMk/>
      </pc:docMkLst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2949499669" sldId="262"/>
        </pc:sldMkLst>
      </pc:sldChg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773752062" sldId="263"/>
        </pc:sldMkLst>
      </pc:sldChg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3701427094" sldId="264"/>
        </pc:sldMkLst>
      </pc:sldChg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1138528472" sldId="265"/>
        </pc:sldMkLst>
      </pc:sldChg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3940630575" sldId="266"/>
        </pc:sldMkLst>
      </pc:sldChg>
      <pc:sldChg chg="addSp delSp modSp mod modShow">
        <pc:chgData name="克利 寳迫" userId="d1807dd80cee582b" providerId="LiveId" clId="{F79782EE-D85D-46E2-B3E9-FAE15D6BED98}" dt="2026-05-22T18:40:20.830" v="336" actId="729"/>
        <pc:sldMkLst>
          <pc:docMk/>
          <pc:sldMk cId="1896282833" sldId="270"/>
        </pc:sldMkLst>
        <pc:spChg chg="add mod ord">
          <ac:chgData name="克利 寳迫" userId="d1807dd80cee582b" providerId="LiveId" clId="{F79782EE-D85D-46E2-B3E9-FAE15D6BED98}" dt="2026-05-20T15:53:19.799" v="305"/>
          <ac:spMkLst>
            <pc:docMk/>
            <pc:sldMk cId="1896282833" sldId="270"/>
            <ac:spMk id="9" creationId="{01CE8B1A-7AC7-9D1E-10CE-ACA3234A23B3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28" creationId="{82EFC521-04B3-A544-B2A4-7B412D68067E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33" creationId="{3B945DF4-4807-DD83-FE6D-A22E020EA53E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34" creationId="{8DAE86F7-ED40-C142-4AD4-A28F50B75186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37" creationId="{B8AB9CC2-1187-A04F-8E08-52F86CC8C888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38" creationId="{A124CAFD-D2FD-5BB6-3A36-0F7C7E54BC8B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41" creationId="{4921E6F5-3086-5ACA-48AE-1EE7A949899F}"/>
          </ac:spMkLst>
        </pc:spChg>
        <pc:grpChg chg="mod">
          <ac:chgData name="克利 寳迫" userId="d1807dd80cee582b" providerId="LiveId" clId="{F79782EE-D85D-46E2-B3E9-FAE15D6BED98}" dt="2026-05-20T15:52:32.818" v="286" actId="1076"/>
          <ac:grpSpMkLst>
            <pc:docMk/>
            <pc:sldMk cId="1896282833" sldId="270"/>
            <ac:grpSpMk id="4" creationId="{D34AD894-73F6-D0BE-9775-55BC5794939C}"/>
          </ac:grpSpMkLst>
        </pc:grpChg>
        <pc:picChg chg="mod">
          <ac:chgData name="克利 寳迫" userId="d1807dd80cee582b" providerId="LiveId" clId="{F79782EE-D85D-46E2-B3E9-FAE15D6BED98}" dt="2026-05-20T15:52:24.895" v="283" actId="571"/>
          <ac:picMkLst>
            <pc:docMk/>
            <pc:sldMk cId="1896282833" sldId="270"/>
            <ac:picMk id="44" creationId="{B46A3AEA-0088-3F49-C5A2-2D610BACF850}"/>
          </ac:picMkLst>
        </pc:picChg>
        <pc:picChg chg="mod">
          <ac:chgData name="克利 寳迫" userId="d1807dd80cee582b" providerId="LiveId" clId="{F79782EE-D85D-46E2-B3E9-FAE15D6BED98}" dt="2026-05-20T15:52:13.883" v="278" actId="571"/>
          <ac:picMkLst>
            <pc:docMk/>
            <pc:sldMk cId="1896282833" sldId="270"/>
            <ac:picMk id="45" creationId="{E415B419-0472-861A-0E05-E2E5FA0C8931}"/>
          </ac:picMkLst>
        </pc:picChg>
        <pc:cxnChg chg="mod">
          <ac:chgData name="克利 寳迫" userId="d1807dd80cee582b" providerId="LiveId" clId="{F79782EE-D85D-46E2-B3E9-FAE15D6BED98}" dt="2026-05-20T15:52:48.495" v="293" actId="14100"/>
          <ac:cxnSpMkLst>
            <pc:docMk/>
            <pc:sldMk cId="1896282833" sldId="270"/>
            <ac:cxnSpMk id="32" creationId="{F48CF319-1286-8005-6CDE-1348AEF0F36D}"/>
          </ac:cxnSpMkLst>
        </pc:cxnChg>
      </pc:sldChg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3640006775" sldId="271"/>
        </pc:sldMkLst>
      </pc:sldChg>
      <pc:sldChg chg="delSp modSp mod modShow">
        <pc:chgData name="克利 寳迫" userId="d1807dd80cee582b" providerId="LiveId" clId="{F79782EE-D85D-46E2-B3E9-FAE15D6BED98}" dt="2026-05-22T18:40:20.830" v="336" actId="729"/>
        <pc:sldMkLst>
          <pc:docMk/>
          <pc:sldMk cId="1756455467" sldId="272"/>
        </pc:sldMkLst>
        <pc:spChg chg="mod">
          <ac:chgData name="克利 寳迫" userId="d1807dd80cee582b" providerId="LiveId" clId="{F79782EE-D85D-46E2-B3E9-FAE15D6BED98}" dt="2026-05-20T15:54:02.400" v="324" actId="14100"/>
          <ac:spMkLst>
            <pc:docMk/>
            <pc:sldMk cId="1756455467" sldId="272"/>
            <ac:spMk id="7" creationId="{259965BE-6F31-3694-FEC6-95C7C9701470}"/>
          </ac:spMkLst>
        </pc:spChg>
        <pc:spChg chg="mod">
          <ac:chgData name="克利 寳迫" userId="d1807dd80cee582b" providerId="LiveId" clId="{F79782EE-D85D-46E2-B3E9-FAE15D6BED98}" dt="2026-05-20T15:53:44.438" v="316" actId="14100"/>
          <ac:spMkLst>
            <pc:docMk/>
            <pc:sldMk cId="1756455467" sldId="272"/>
            <ac:spMk id="14" creationId="{524FFAF7-04AC-357F-A046-B2BB65C3BDC7}"/>
          </ac:spMkLst>
        </pc:spChg>
        <pc:spChg chg="mod">
          <ac:chgData name="克利 寳迫" userId="d1807dd80cee582b" providerId="LiveId" clId="{F79782EE-D85D-46E2-B3E9-FAE15D6BED98}" dt="2026-05-20T15:53:49.493" v="320" actId="1035"/>
          <ac:spMkLst>
            <pc:docMk/>
            <pc:sldMk cId="1756455467" sldId="272"/>
            <ac:spMk id="15" creationId="{518C7AB8-C111-A4F7-5441-EAC15C81D7E8}"/>
          </ac:spMkLst>
        </pc:spChg>
        <pc:grpChg chg="mod">
          <ac:chgData name="克利 寳迫" userId="d1807dd80cee582b" providerId="LiveId" clId="{F79782EE-D85D-46E2-B3E9-FAE15D6BED98}" dt="2026-05-20T15:53:10.975" v="294" actId="1076"/>
          <ac:grpSpMkLst>
            <pc:docMk/>
            <pc:sldMk cId="1756455467" sldId="272"/>
            <ac:grpSpMk id="6" creationId="{34422385-AB94-0DDF-A3BB-0760260918A5}"/>
          </ac:grpSpMkLst>
        </pc:grpChg>
        <pc:picChg chg="mod modCrop">
          <ac:chgData name="克利 寳迫" userId="d1807dd80cee582b" providerId="LiveId" clId="{F79782EE-D85D-46E2-B3E9-FAE15D6BED98}" dt="2026-05-20T15:53:54.024" v="321" actId="732"/>
          <ac:picMkLst>
            <pc:docMk/>
            <pc:sldMk cId="1756455467" sldId="272"/>
            <ac:picMk id="16" creationId="{C68341EB-8B79-6364-A68D-2A5B6E407882}"/>
          </ac:picMkLst>
        </pc:picChg>
        <pc:cxnChg chg="mod">
          <ac:chgData name="克利 寳迫" userId="d1807dd80cee582b" providerId="LiveId" clId="{F79782EE-D85D-46E2-B3E9-FAE15D6BED98}" dt="2026-05-20T15:53:49.493" v="320" actId="1035"/>
          <ac:cxnSpMkLst>
            <pc:docMk/>
            <pc:sldMk cId="1756455467" sldId="272"/>
            <ac:cxnSpMk id="10" creationId="{EF8C64C6-AE19-3031-E195-2DA1209387ED}"/>
          </ac:cxnSpMkLst>
        </pc:cxnChg>
      </pc:sldChg>
      <pc:sldChg chg="addSp delSp modSp mod modShow">
        <pc:chgData name="克利 寳迫" userId="d1807dd80cee582b" providerId="LiveId" clId="{F79782EE-D85D-46E2-B3E9-FAE15D6BED98}" dt="2026-05-22T18:40:20.830" v="336" actId="729"/>
        <pc:sldMkLst>
          <pc:docMk/>
          <pc:sldMk cId="3211206668" sldId="273"/>
        </pc:sldMkLst>
        <pc:spChg chg="add mod">
          <ac:chgData name="克利 寳迫" userId="d1807dd80cee582b" providerId="LiveId" clId="{F79782EE-D85D-46E2-B3E9-FAE15D6BED98}" dt="2026-05-20T14:23:22.371" v="5"/>
          <ac:spMkLst>
            <pc:docMk/>
            <pc:sldMk cId="3211206668" sldId="273"/>
            <ac:spMk id="2" creationId="{85DA2D8C-4CA5-FAFD-CDE5-13961094A041}"/>
          </ac:spMkLst>
        </pc:spChg>
      </pc:sldChg>
      <pc:sldChg chg="addSp delSp modSp new mod modShow">
        <pc:chgData name="克利 寳迫" userId="d1807dd80cee582b" providerId="LiveId" clId="{F79782EE-D85D-46E2-B3E9-FAE15D6BED98}" dt="2026-05-22T18:40:20.830" v="336" actId="729"/>
        <pc:sldMkLst>
          <pc:docMk/>
          <pc:sldMk cId="4128653299" sldId="274"/>
        </pc:sldMkLst>
        <pc:spChg chg="add mod">
          <ac:chgData name="克利 寳迫" userId="d1807dd80cee582b" providerId="LiveId" clId="{F79782EE-D85D-46E2-B3E9-FAE15D6BED98}" dt="2026-05-20T15:06:34.905" v="222" actId="14100"/>
          <ac:spMkLst>
            <pc:docMk/>
            <pc:sldMk cId="4128653299" sldId="274"/>
            <ac:spMk id="3" creationId="{ADBB93EF-B0AF-CD72-BA95-21FE12CD3C6D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6" creationId="{EA27C95E-54AC-FB79-A105-0376377D36E4}"/>
          </ac:spMkLst>
        </pc:spChg>
        <pc:spChg chg="add mod">
          <ac:chgData name="克利 寳迫" userId="d1807dd80cee582b" providerId="LiveId" clId="{F79782EE-D85D-46E2-B3E9-FAE15D6BED98}" dt="2026-05-20T15:07:21.145" v="249" actId="14100"/>
          <ac:spMkLst>
            <pc:docMk/>
            <pc:sldMk cId="4128653299" sldId="274"/>
            <ac:spMk id="8" creationId="{23BBA5F6-74BB-708F-E231-F64EB82C02B3}"/>
          </ac:spMkLst>
        </pc:spChg>
        <pc:spChg chg="add del mod ord topLvl">
          <ac:chgData name="克利 寳迫" userId="d1807dd80cee582b" providerId="LiveId" clId="{F79782EE-D85D-46E2-B3E9-FAE15D6BED98}" dt="2026-05-20T15:07:56.131" v="259" actId="14100"/>
          <ac:spMkLst>
            <pc:docMk/>
            <pc:sldMk cId="4128653299" sldId="274"/>
            <ac:spMk id="11" creationId="{BDCADD1E-0985-3801-AE1C-7040717B24A8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20" creationId="{610A502D-AC79-633A-55B5-6E3244F00B67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22" creationId="{770809E8-4657-14A3-1982-B8C3F9B7F4F2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23" creationId="{6EEBAE4E-AE95-D98E-94A0-17D2A598AD1A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26" creationId="{1494FE8A-82E4-785F-62B9-69B7F50EBED9}"/>
          </ac:spMkLst>
        </pc:spChg>
        <pc:spChg chg="add mod ord">
          <ac:chgData name="克利 寳迫" userId="d1807dd80cee582b" providerId="LiveId" clId="{F79782EE-D85D-46E2-B3E9-FAE15D6BED98}" dt="2026-05-20T15:06:47.106" v="229" actId="6549"/>
          <ac:spMkLst>
            <pc:docMk/>
            <pc:sldMk cId="4128653299" sldId="274"/>
            <ac:spMk id="28" creationId="{244BF4C7-A25A-5F65-8C1C-B782C474FB9E}"/>
          </ac:spMkLst>
        </pc:spChg>
        <pc:spChg chg="add mod">
          <ac:chgData name="克利 寳迫" userId="d1807dd80cee582b" providerId="LiveId" clId="{F79782EE-D85D-46E2-B3E9-FAE15D6BED98}" dt="2026-05-20T16:09:19.711" v="329"/>
          <ac:spMkLst>
            <pc:docMk/>
            <pc:sldMk cId="4128653299" sldId="274"/>
            <ac:spMk id="30" creationId="{9DD442DF-8B4A-8F81-F54B-C3E6F7B6079B}"/>
          </ac:spMkLst>
        </pc:spChg>
        <pc:grpChg chg="add del mod">
          <ac:chgData name="克利 寳迫" userId="d1807dd80cee582b" providerId="LiveId" clId="{F79782EE-D85D-46E2-B3E9-FAE15D6BED98}" dt="2026-05-20T14:29:24.298" v="108" actId="164"/>
          <ac:grpSpMkLst>
            <pc:docMk/>
            <pc:sldMk cId="4128653299" sldId="274"/>
            <ac:grpSpMk id="7" creationId="{48B5744D-7749-0557-44E5-20CDE70C1CCD}"/>
          </ac:grpSpMkLst>
        </pc:grpChg>
        <pc:grpChg chg="add mod">
          <ac:chgData name="克利 寳迫" userId="d1807dd80cee582b" providerId="LiveId" clId="{F79782EE-D85D-46E2-B3E9-FAE15D6BED98}" dt="2026-05-20T15:07:57.511" v="260" actId="1076"/>
          <ac:grpSpMkLst>
            <pc:docMk/>
            <pc:sldMk cId="4128653299" sldId="274"/>
            <ac:grpSpMk id="35" creationId="{F24242AD-E084-A267-717F-8A3E880178EC}"/>
          </ac:grpSpMkLst>
        </pc:grpChg>
        <pc:picChg chg="add mod modCrop">
          <ac:chgData name="克利 寳迫" userId="d1807dd80cee582b" providerId="LiveId" clId="{F79782EE-D85D-46E2-B3E9-FAE15D6BED98}" dt="2026-05-20T15:05:44.473" v="208" actId="571"/>
          <ac:picMkLst>
            <pc:docMk/>
            <pc:sldMk cId="4128653299" sldId="274"/>
            <ac:picMk id="4" creationId="{C326EA64-3A13-2414-910A-696E327BC751}"/>
          </ac:picMkLst>
        </pc:picChg>
        <pc:picChg chg="add mod modCrop">
          <ac:chgData name="克利 寳迫" userId="d1807dd80cee582b" providerId="LiveId" clId="{F79782EE-D85D-46E2-B3E9-FAE15D6BED98}" dt="2026-05-20T15:07:52.464" v="258" actId="732"/>
          <ac:picMkLst>
            <pc:docMk/>
            <pc:sldMk cId="4128653299" sldId="274"/>
            <ac:picMk id="5" creationId="{6F542B94-45EB-51AC-0F05-42649FF80ED0}"/>
          </ac:picMkLst>
        </pc:picChg>
        <pc:cxnChg chg="mod">
          <ac:chgData name="克利 寳迫" userId="d1807dd80cee582b" providerId="LiveId" clId="{F79782EE-D85D-46E2-B3E9-FAE15D6BED98}" dt="2026-05-20T15:06:16.457" v="218" actId="14100"/>
          <ac:cxnSpMkLst>
            <pc:docMk/>
            <pc:sldMk cId="4128653299" sldId="274"/>
            <ac:cxnSpMk id="13" creationId="{774674FF-C8B1-47B6-DD2E-BA11F583BE01}"/>
          </ac:cxnSpMkLst>
        </pc:cxnChg>
        <pc:cxnChg chg="add mod">
          <ac:chgData name="克利 寳迫" userId="d1807dd80cee582b" providerId="LiveId" clId="{F79782EE-D85D-46E2-B3E9-FAE15D6BED98}" dt="2026-05-20T14:27:34.584" v="64" actId="1076"/>
          <ac:cxnSpMkLst>
            <pc:docMk/>
            <pc:sldMk cId="4128653299" sldId="274"/>
            <ac:cxnSpMk id="21" creationId="{6A5980CD-5F52-0E08-7E44-BCA67EA7097E}"/>
          </ac:cxnSpMkLst>
        </pc:cxnChg>
        <pc:cxnChg chg="add mod">
          <ac:chgData name="克利 寳迫" userId="d1807dd80cee582b" providerId="LiveId" clId="{F79782EE-D85D-46E2-B3E9-FAE15D6BED98}" dt="2026-05-20T15:05:17.468" v="202" actId="1076"/>
          <ac:cxnSpMkLst>
            <pc:docMk/>
            <pc:sldMk cId="4128653299" sldId="274"/>
            <ac:cxnSpMk id="29" creationId="{37BEDA1C-8FA3-24EB-8CEC-B4095372F9A0}"/>
          </ac:cxnSpMkLst>
        </pc:cxnChg>
        <pc:cxnChg chg="add mod">
          <ac:chgData name="克利 寳迫" userId="d1807dd80cee582b" providerId="LiveId" clId="{F79782EE-D85D-46E2-B3E9-FAE15D6BED98}" dt="2026-05-20T15:06:21.469" v="219" actId="1076"/>
          <ac:cxnSpMkLst>
            <pc:docMk/>
            <pc:sldMk cId="4128653299" sldId="274"/>
            <ac:cxnSpMk id="34" creationId="{CC2F1245-81AC-1F8C-87A3-53D6B2B905CB}"/>
          </ac:cxnSpMkLst>
        </pc:cxnChg>
      </pc:sldChg>
      <pc:sldChg chg="addSp delSp modSp new mod">
        <pc:chgData name="克利 寳迫" userId="d1807dd80cee582b" providerId="LiveId" clId="{F79782EE-D85D-46E2-B3E9-FAE15D6BED98}" dt="2026-05-20T15:27:34.141" v="267" actId="732"/>
        <pc:sldMkLst>
          <pc:docMk/>
          <pc:sldMk cId="1558768036" sldId="275"/>
        </pc:sldMkLst>
        <pc:picChg chg="add mod modCrop">
          <ac:chgData name="克利 寳迫" userId="d1807dd80cee582b" providerId="LiveId" clId="{F79782EE-D85D-46E2-B3E9-FAE15D6BED98}" dt="2026-05-20T15:27:34.141" v="267" actId="732"/>
          <ac:picMkLst>
            <pc:docMk/>
            <pc:sldMk cId="1558768036" sldId="275"/>
            <ac:picMk id="5" creationId="{5872C2C5-250A-C120-82D3-BF91F13B4745}"/>
          </ac:picMkLst>
        </pc:picChg>
        <pc:picChg chg="add">
          <ac:chgData name="克利 寳迫" userId="d1807dd80cee582b" providerId="LiveId" clId="{F79782EE-D85D-46E2-B3E9-FAE15D6BED98}" dt="2026-05-20T15:26:58.594" v="265" actId="22"/>
          <ac:picMkLst>
            <pc:docMk/>
            <pc:sldMk cId="1558768036" sldId="275"/>
            <ac:picMk id="7" creationId="{40D457F4-59B6-647E-19D7-F67F20DD63F7}"/>
          </ac:picMkLst>
        </pc:picChg>
      </pc:sldChg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816332800" sldId="276"/>
        </pc:sldMkLst>
      </pc:sldChg>
      <pc:sldChg chg="add del mod modShow">
        <pc:chgData name="克利 寳迫" userId="d1807dd80cee582b" providerId="LiveId" clId="{F79782EE-D85D-46E2-B3E9-FAE15D6BED98}" dt="2026-05-22T18:40:20.830" v="336" actId="729"/>
        <pc:sldMkLst>
          <pc:docMk/>
          <pc:sldMk cId="3046786260" sldId="277"/>
        </pc:sldMkLst>
      </pc:sldChg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473762481" sldId="278"/>
        </pc:sldMkLst>
      </pc:sldChg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1181273484" sldId="279"/>
        </pc:sldMkLst>
      </pc:sldChg>
      <pc:sldChg chg="addSp modSp mod modShow">
        <pc:chgData name="克利 寳迫" userId="d1807dd80cee582b" providerId="LiveId" clId="{F79782EE-D85D-46E2-B3E9-FAE15D6BED98}" dt="2026-05-22T18:40:20.830" v="336" actId="729"/>
        <pc:sldMkLst>
          <pc:docMk/>
          <pc:sldMk cId="495831895" sldId="280"/>
        </pc:sldMkLst>
        <pc:grpChg chg="add mod">
          <ac:chgData name="克利 寳迫" userId="d1807dd80cee582b" providerId="LiveId" clId="{F79782EE-D85D-46E2-B3E9-FAE15D6BED98}" dt="2026-05-22T10:17:59.719" v="330" actId="164"/>
          <ac:grpSpMkLst>
            <pc:docMk/>
            <pc:sldMk cId="495831895" sldId="280"/>
            <ac:grpSpMk id="2" creationId="{24AC3170-354E-77EE-7F36-3479C3AB7E58}"/>
          </ac:grpSpMkLst>
        </pc:grpChg>
        <pc:picChg chg="mod">
          <ac:chgData name="克利 寳迫" userId="d1807dd80cee582b" providerId="LiveId" clId="{F79782EE-D85D-46E2-B3E9-FAE15D6BED98}" dt="2026-05-22T10:17:59.719" v="330" actId="164"/>
          <ac:picMkLst>
            <pc:docMk/>
            <pc:sldMk cId="495831895" sldId="280"/>
            <ac:picMk id="7" creationId="{64CCC063-5CA4-FEF7-E700-68CB6864080A}"/>
          </ac:picMkLst>
        </pc:picChg>
        <pc:picChg chg="mod">
          <ac:chgData name="克利 寳迫" userId="d1807dd80cee582b" providerId="LiveId" clId="{F79782EE-D85D-46E2-B3E9-FAE15D6BED98}" dt="2026-05-22T10:17:59.719" v="330" actId="164"/>
          <ac:picMkLst>
            <pc:docMk/>
            <pc:sldMk cId="495831895" sldId="280"/>
            <ac:picMk id="42" creationId="{EEBCC856-D25B-CD91-FD2D-168CDEF4A727}"/>
          </ac:picMkLst>
        </pc:picChg>
      </pc:sldChg>
      <pc:sldChg chg="addSp delSp modSp new mod">
        <pc:chgData name="克利 寳迫" userId="d1807dd80cee582b" providerId="LiveId" clId="{F79782EE-D85D-46E2-B3E9-FAE15D6BED98}" dt="2026-05-22T18:48:42.906" v="452" actId="1076"/>
        <pc:sldMkLst>
          <pc:docMk/>
          <pc:sldMk cId="256250063" sldId="281"/>
        </pc:sldMkLst>
        <pc:spChg chg="del">
          <ac:chgData name="克利 寳迫" userId="d1807dd80cee582b" providerId="LiveId" clId="{F79782EE-D85D-46E2-B3E9-FAE15D6BED98}" dt="2026-05-22T18:40:30.654" v="337" actId="478"/>
          <ac:spMkLst>
            <pc:docMk/>
            <pc:sldMk cId="256250063" sldId="281"/>
            <ac:spMk id="2" creationId="{EB0FE198-E485-8CD5-D5DF-756A38C8DCDA}"/>
          </ac:spMkLst>
        </pc:spChg>
        <pc:spChg chg="del">
          <ac:chgData name="克利 寳迫" userId="d1807dd80cee582b" providerId="LiveId" clId="{F79782EE-D85D-46E2-B3E9-FAE15D6BED98}" dt="2026-05-22T18:40:30.654" v="337" actId="478"/>
          <ac:spMkLst>
            <pc:docMk/>
            <pc:sldMk cId="256250063" sldId="281"/>
            <ac:spMk id="3" creationId="{5E80FF3D-9EFD-3E3D-C419-AE7E34DD860B}"/>
          </ac:spMkLst>
        </pc:spChg>
        <pc:spChg chg="add mod">
          <ac:chgData name="克利 寳迫" userId="d1807dd80cee582b" providerId="LiveId" clId="{F79782EE-D85D-46E2-B3E9-FAE15D6BED98}" dt="2026-05-22T18:40:31.190" v="338"/>
          <ac:spMkLst>
            <pc:docMk/>
            <pc:sldMk cId="256250063" sldId="281"/>
            <ac:spMk id="7" creationId="{79F21B30-B243-35B7-58F9-67CF01A38F97}"/>
          </ac:spMkLst>
        </pc:spChg>
        <pc:spChg chg="add mod">
          <ac:chgData name="克利 寳迫" userId="d1807dd80cee582b" providerId="LiveId" clId="{F79782EE-D85D-46E2-B3E9-FAE15D6BED98}" dt="2026-05-22T18:40:31.190" v="338"/>
          <ac:spMkLst>
            <pc:docMk/>
            <pc:sldMk cId="256250063" sldId="281"/>
            <ac:spMk id="11" creationId="{44905957-D746-D1FA-BB6A-70F1173D6FCA}"/>
          </ac:spMkLst>
        </pc:spChg>
        <pc:spChg chg="add mod">
          <ac:chgData name="克利 寳迫" userId="d1807dd80cee582b" providerId="LiveId" clId="{F79782EE-D85D-46E2-B3E9-FAE15D6BED98}" dt="2026-05-22T18:40:31.190" v="338"/>
          <ac:spMkLst>
            <pc:docMk/>
            <pc:sldMk cId="256250063" sldId="281"/>
            <ac:spMk id="12" creationId="{C8F14A19-DE32-7587-EC57-B5BCA3FB4FD2}"/>
          </ac:spMkLst>
        </pc:spChg>
        <pc:spChg chg="add mod">
          <ac:chgData name="克利 寳迫" userId="d1807dd80cee582b" providerId="LiveId" clId="{F79782EE-D85D-46E2-B3E9-FAE15D6BED98}" dt="2026-05-22T18:40:31.190" v="338"/>
          <ac:spMkLst>
            <pc:docMk/>
            <pc:sldMk cId="256250063" sldId="281"/>
            <ac:spMk id="13" creationId="{B1A4BDE6-3A83-4455-C0AD-C7CF2B8CFECF}"/>
          </ac:spMkLst>
        </pc:spChg>
        <pc:spChg chg="add mod">
          <ac:chgData name="克利 寳迫" userId="d1807dd80cee582b" providerId="LiveId" clId="{F79782EE-D85D-46E2-B3E9-FAE15D6BED98}" dt="2026-05-22T18:40:31.190" v="338"/>
          <ac:spMkLst>
            <pc:docMk/>
            <pc:sldMk cId="256250063" sldId="281"/>
            <ac:spMk id="14" creationId="{367CF89E-CC0D-6640-53D5-79074794387A}"/>
          </ac:spMkLst>
        </pc:spChg>
        <pc:spChg chg="add mod">
          <ac:chgData name="克利 寳迫" userId="d1807dd80cee582b" providerId="LiveId" clId="{F79782EE-D85D-46E2-B3E9-FAE15D6BED98}" dt="2026-05-22T18:40:31.190" v="338"/>
          <ac:spMkLst>
            <pc:docMk/>
            <pc:sldMk cId="256250063" sldId="281"/>
            <ac:spMk id="19" creationId="{B20B009A-6520-87A1-5B56-FC4465E0E823}"/>
          </ac:spMkLst>
        </pc:spChg>
        <pc:spChg chg="add mod">
          <ac:chgData name="克利 寳迫" userId="d1807dd80cee582b" providerId="LiveId" clId="{F79782EE-D85D-46E2-B3E9-FAE15D6BED98}" dt="2026-05-22T18:40:31.190" v="338"/>
          <ac:spMkLst>
            <pc:docMk/>
            <pc:sldMk cId="256250063" sldId="281"/>
            <ac:spMk id="23" creationId="{9394109F-090A-0FAF-2A40-751017499C7A}"/>
          </ac:spMkLst>
        </pc:spChg>
        <pc:spChg chg="add mod">
          <ac:chgData name="克利 寳迫" userId="d1807dd80cee582b" providerId="LiveId" clId="{F79782EE-D85D-46E2-B3E9-FAE15D6BED98}" dt="2026-05-22T18:40:31.190" v="338"/>
          <ac:spMkLst>
            <pc:docMk/>
            <pc:sldMk cId="256250063" sldId="281"/>
            <ac:spMk id="34" creationId="{CCA331D0-F978-3E80-706B-C1B4FB105940}"/>
          </ac:spMkLst>
        </pc:spChg>
        <pc:spChg chg="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39" creationId="{5BDEB930-E198-11B1-9E26-54DB96182DB9}"/>
          </ac:spMkLst>
        </pc:spChg>
        <pc:spChg chg="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41" creationId="{59E3523C-C975-3D3E-85D9-B25DFF572188}"/>
          </ac:spMkLst>
        </pc:spChg>
        <pc:spChg chg="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43" creationId="{BD6A8DA8-5538-0254-B624-82C975705896}"/>
          </ac:spMkLst>
        </pc:spChg>
        <pc:spChg chg="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44" creationId="{F9D24FA2-623B-AF72-AA80-D5E185CF79CA}"/>
          </ac:spMkLst>
        </pc:spChg>
        <pc:spChg chg="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47" creationId="{6D5CFD43-9A65-4631-A723-1573A87B92EB}"/>
          </ac:spMkLst>
        </pc:spChg>
        <pc:spChg chg="add 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49" creationId="{4D48CB0A-9B1C-497A-BA1D-25F933A7C3FF}"/>
          </ac:spMkLst>
        </pc:spChg>
        <pc:spChg chg="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50" creationId="{5F227F5C-615C-E984-CAEF-3631D912A0F4}"/>
          </ac:spMkLst>
        </pc:spChg>
        <pc:spChg chg="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51" creationId="{61AD6498-2A57-1D00-550B-10A294E0EC51}"/>
          </ac:spMkLst>
        </pc:spChg>
        <pc:spChg chg="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52" creationId="{90B131B5-F8F2-1424-7CA4-9A62F441314D}"/>
          </ac:spMkLst>
        </pc:spChg>
        <pc:spChg chg="add 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53" creationId="{EAD2B3D0-6E0B-3538-B431-2837A44D5583}"/>
          </ac:spMkLst>
        </pc:spChg>
        <pc:spChg chg="mod">
          <ac:chgData name="克利 寳迫" userId="d1807dd80cee582b" providerId="LiveId" clId="{F79782EE-D85D-46E2-B3E9-FAE15D6BED98}" dt="2026-05-22T18:46:51.267" v="424" actId="1076"/>
          <ac:spMkLst>
            <pc:docMk/>
            <pc:sldMk cId="256250063" sldId="281"/>
            <ac:spMk id="61" creationId="{A60A22E2-BD2E-396A-BFB3-B753F2ADA340}"/>
          </ac:spMkLst>
        </pc:spChg>
        <pc:grpChg chg="mod">
          <ac:chgData name="克利 寳迫" userId="d1807dd80cee582b" providerId="LiveId" clId="{F79782EE-D85D-46E2-B3E9-FAE15D6BED98}" dt="2026-05-22T18:48:42.906" v="452" actId="1076"/>
          <ac:grpSpMkLst>
            <pc:docMk/>
            <pc:sldMk cId="256250063" sldId="281"/>
            <ac:grpSpMk id="4" creationId="{FAD160C9-9824-AD0E-44D5-A3E1CD37F8C7}"/>
          </ac:grpSpMkLst>
        </pc:grpChg>
        <pc:grpChg chg="del">
          <ac:chgData name="克利 寳迫" userId="d1807dd80cee582b" providerId="LiveId" clId="{F79782EE-D85D-46E2-B3E9-FAE15D6BED98}" dt="2026-05-22T18:40:39.862" v="342" actId="478"/>
          <ac:grpSpMkLst>
            <pc:docMk/>
            <pc:sldMk cId="256250063" sldId="281"/>
            <ac:grpSpMk id="5" creationId="{9CE7129E-C485-D751-1EAD-82D981FE1427}"/>
          </ac:grpSpMkLst>
        </pc:grpChg>
        <pc:grpChg chg="del">
          <ac:chgData name="克利 寳迫" userId="d1807dd80cee582b" providerId="LiveId" clId="{F79782EE-D85D-46E2-B3E9-FAE15D6BED98}" dt="2026-05-22T18:40:39.862" v="342" actId="478"/>
          <ac:grpSpMkLst>
            <pc:docMk/>
            <pc:sldMk cId="256250063" sldId="281"/>
            <ac:grpSpMk id="6" creationId="{A29409CD-B1B8-166D-0E3B-188458628CAF}"/>
          </ac:grpSpMkLst>
        </pc:grpChg>
        <pc:cxnChg chg="mod">
          <ac:chgData name="克利 寳迫" userId="d1807dd80cee582b" providerId="LiveId" clId="{F79782EE-D85D-46E2-B3E9-FAE15D6BED98}" dt="2026-05-22T18:40:39.862" v="342" actId="478"/>
          <ac:cxnSpMkLst>
            <pc:docMk/>
            <pc:sldMk cId="256250063" sldId="281"/>
            <ac:cxnSpMk id="18" creationId="{6A9A2A35-EEC5-020D-A30F-176424242385}"/>
          </ac:cxnSpMkLst>
        </pc:cxnChg>
        <pc:cxnChg chg="mod">
          <ac:chgData name="克利 寳迫" userId="d1807dd80cee582b" providerId="LiveId" clId="{F79782EE-D85D-46E2-B3E9-FAE15D6BED98}" dt="2026-05-22T18:40:39.862" v="342" actId="478"/>
          <ac:cxnSpMkLst>
            <pc:docMk/>
            <pc:sldMk cId="256250063" sldId="281"/>
            <ac:cxnSpMk id="20" creationId="{E30A464E-02DC-FDAF-AC4E-5728C55FFA5C}"/>
          </ac:cxnSpMkLst>
        </pc:cxnChg>
        <pc:cxnChg chg="mod">
          <ac:chgData name="克利 寳迫" userId="d1807dd80cee582b" providerId="LiveId" clId="{F79782EE-D85D-46E2-B3E9-FAE15D6BED98}" dt="2026-05-22T18:40:39.862" v="342" actId="478"/>
          <ac:cxnSpMkLst>
            <pc:docMk/>
            <pc:sldMk cId="256250063" sldId="281"/>
            <ac:cxnSpMk id="31" creationId="{DA44D587-66B7-A012-6428-94F0254975DE}"/>
          </ac:cxnSpMkLst>
        </pc:cxnChg>
        <pc:cxnChg chg="mod">
          <ac:chgData name="克利 寳迫" userId="d1807dd80cee582b" providerId="LiveId" clId="{F79782EE-D85D-46E2-B3E9-FAE15D6BED98}" dt="2026-05-22T18:40:39.862" v="342" actId="478"/>
          <ac:cxnSpMkLst>
            <pc:docMk/>
            <pc:sldMk cId="256250063" sldId="281"/>
            <ac:cxnSpMk id="36" creationId="{442D09D2-6DCC-E65F-096F-9D119FFB72CC}"/>
          </ac:cxnSpMkLst>
        </pc:cxnChg>
        <pc:cxnChg chg="mod">
          <ac:chgData name="克利 寳迫" userId="d1807dd80cee582b" providerId="LiveId" clId="{F79782EE-D85D-46E2-B3E9-FAE15D6BED98}" dt="2026-05-22T18:46:51.267" v="424" actId="1076"/>
          <ac:cxnSpMkLst>
            <pc:docMk/>
            <pc:sldMk cId="256250063" sldId="281"/>
            <ac:cxnSpMk id="62" creationId="{085DBE40-E917-1D10-8ACE-85C1394A87CB}"/>
          </ac:cxnSpMkLst>
        </pc:cxnChg>
      </pc:sldChg>
      <pc:sldChg chg="new del">
        <pc:chgData name="克利 寳迫" userId="d1807dd80cee582b" providerId="LiveId" clId="{F79782EE-D85D-46E2-B3E9-FAE15D6BED98}" dt="2026-05-22T18:40:32.877" v="339" actId="47"/>
        <pc:sldMkLst>
          <pc:docMk/>
          <pc:sldMk cId="1329175687" sldId="282"/>
        </pc:sldMkLst>
      </pc:sldChg>
      <pc:sldChg chg="delSp modSp add mod">
        <pc:chgData name="克利 寳迫" userId="d1807dd80cee582b" providerId="LiveId" clId="{F79782EE-D85D-46E2-B3E9-FAE15D6BED98}" dt="2026-05-22T18:40:58.231" v="345" actId="1076"/>
        <pc:sldMkLst>
          <pc:docMk/>
          <pc:sldMk cId="2053805010" sldId="282"/>
        </pc:sldMkLst>
        <pc:grpChg chg="del">
          <ac:chgData name="克利 寳迫" userId="d1807dd80cee582b" providerId="LiveId" clId="{F79782EE-D85D-46E2-B3E9-FAE15D6BED98}" dt="2026-05-22T18:40:55.393" v="344" actId="478"/>
          <ac:grpSpMkLst>
            <pc:docMk/>
            <pc:sldMk cId="2053805010" sldId="282"/>
            <ac:grpSpMk id="4" creationId="{3143A0F8-07D6-9002-7BC4-75277CAB2015}"/>
          </ac:grpSpMkLst>
        </pc:grpChg>
        <pc:grpChg chg="mod">
          <ac:chgData name="克利 寳迫" userId="d1807dd80cee582b" providerId="LiveId" clId="{F79782EE-D85D-46E2-B3E9-FAE15D6BED98}" dt="2026-05-22T18:40:58.231" v="345" actId="1076"/>
          <ac:grpSpMkLst>
            <pc:docMk/>
            <pc:sldMk cId="2053805010" sldId="282"/>
            <ac:grpSpMk id="5" creationId="{E3552745-4B2A-DC7D-C175-6E439777AD5D}"/>
          </ac:grpSpMkLst>
        </pc:grpChg>
        <pc:grpChg chg="del">
          <ac:chgData name="克利 寳迫" userId="d1807dd80cee582b" providerId="LiveId" clId="{F79782EE-D85D-46E2-B3E9-FAE15D6BED98}" dt="2026-05-22T18:40:55.393" v="344" actId="478"/>
          <ac:grpSpMkLst>
            <pc:docMk/>
            <pc:sldMk cId="2053805010" sldId="282"/>
            <ac:grpSpMk id="6" creationId="{8C4D3515-0977-ED65-5255-07917CB00756}"/>
          </ac:grpSpMkLst>
        </pc:grpChg>
        <pc:cxnChg chg="mod">
          <ac:chgData name="克利 寳迫" userId="d1807dd80cee582b" providerId="LiveId" clId="{F79782EE-D85D-46E2-B3E9-FAE15D6BED98}" dt="2026-05-22T18:40:55.393" v="344" actId="478"/>
          <ac:cxnSpMkLst>
            <pc:docMk/>
            <pc:sldMk cId="2053805010" sldId="282"/>
            <ac:cxnSpMk id="18" creationId="{6BD8A512-793D-A7AA-6519-3728B24E6A9F}"/>
          </ac:cxnSpMkLst>
        </pc:cxnChg>
        <pc:cxnChg chg="mod">
          <ac:chgData name="克利 寳迫" userId="d1807dd80cee582b" providerId="LiveId" clId="{F79782EE-D85D-46E2-B3E9-FAE15D6BED98}" dt="2026-05-22T18:40:55.393" v="344" actId="478"/>
          <ac:cxnSpMkLst>
            <pc:docMk/>
            <pc:sldMk cId="2053805010" sldId="282"/>
            <ac:cxnSpMk id="20" creationId="{C8111300-7AB1-4A9C-28AF-14286A6183CE}"/>
          </ac:cxnSpMkLst>
        </pc:cxnChg>
        <pc:cxnChg chg="mod">
          <ac:chgData name="克利 寳迫" userId="d1807dd80cee582b" providerId="LiveId" clId="{F79782EE-D85D-46E2-B3E9-FAE15D6BED98}" dt="2026-05-22T18:40:55.393" v="344" actId="478"/>
          <ac:cxnSpMkLst>
            <pc:docMk/>
            <pc:sldMk cId="2053805010" sldId="282"/>
            <ac:cxnSpMk id="54" creationId="{7C685495-4C28-6555-9790-0051A06CA42F}"/>
          </ac:cxnSpMkLst>
        </pc:cxnChg>
        <pc:cxnChg chg="mod">
          <ac:chgData name="克利 寳迫" userId="d1807dd80cee582b" providerId="LiveId" clId="{F79782EE-D85D-46E2-B3E9-FAE15D6BED98}" dt="2026-05-22T18:40:55.393" v="344" actId="478"/>
          <ac:cxnSpMkLst>
            <pc:docMk/>
            <pc:sldMk cId="2053805010" sldId="282"/>
            <ac:cxnSpMk id="56" creationId="{A18D42F2-656E-9DCE-38C4-60F9FC8351B4}"/>
          </ac:cxnSpMkLst>
        </pc:cxnChg>
      </pc:sldChg>
      <pc:sldChg chg="new del">
        <pc:chgData name="克利 寳迫" userId="d1807dd80cee582b" providerId="LiveId" clId="{F79782EE-D85D-46E2-B3E9-FAE15D6BED98}" dt="2026-05-22T18:40:32.877" v="339" actId="47"/>
        <pc:sldMkLst>
          <pc:docMk/>
          <pc:sldMk cId="1107695852" sldId="283"/>
        </pc:sldMkLst>
      </pc:sldChg>
      <pc:sldChg chg="addSp delSp modSp add del mod">
        <pc:chgData name="克利 寳迫" userId="d1807dd80cee582b" providerId="LiveId" clId="{F79782EE-D85D-46E2-B3E9-FAE15D6BED98}" dt="2026-05-22T19:00:01.222" v="642" actId="47"/>
        <pc:sldMkLst>
          <pc:docMk/>
          <pc:sldMk cId="3016768640" sldId="283"/>
        </pc:sldMkLst>
        <pc:spChg chg="add mod topLvl">
          <ac:chgData name="克利 寳迫" userId="d1807dd80cee582b" providerId="LiveId" clId="{F79782EE-D85D-46E2-B3E9-FAE15D6BED98}" dt="2026-05-22T18:59:08.663" v="629" actId="164"/>
          <ac:spMkLst>
            <pc:docMk/>
            <pc:sldMk cId="3016768640" sldId="283"/>
            <ac:spMk id="3" creationId="{2F297372-CAFA-4004-9E24-0E9C77E28A3C}"/>
          </ac:spMkLst>
        </pc:spChg>
        <pc:spChg chg="mod topLvl">
          <ac:chgData name="克利 寳迫" userId="d1807dd80cee582b" providerId="LiveId" clId="{F79782EE-D85D-46E2-B3E9-FAE15D6BED98}" dt="2026-05-22T18:59:08.663" v="629" actId="164"/>
          <ac:spMkLst>
            <pc:docMk/>
            <pc:sldMk cId="3016768640" sldId="283"/>
            <ac:spMk id="7" creationId="{81817379-39C4-9E8E-02B1-7196445032ED}"/>
          </ac:spMkLst>
        </pc:spChg>
        <pc:spChg chg="mod topLvl">
          <ac:chgData name="克利 寳迫" userId="d1807dd80cee582b" providerId="LiveId" clId="{F79782EE-D85D-46E2-B3E9-FAE15D6BED98}" dt="2026-05-22T18:59:08.663" v="629" actId="164"/>
          <ac:spMkLst>
            <pc:docMk/>
            <pc:sldMk cId="3016768640" sldId="283"/>
            <ac:spMk id="9" creationId="{A4C65CD4-B3CE-B843-13A6-FB8150C58B0B}"/>
          </ac:spMkLst>
        </pc:spChg>
        <pc:spChg chg="mod topLvl">
          <ac:chgData name="克利 寳迫" userId="d1807dd80cee582b" providerId="LiveId" clId="{F79782EE-D85D-46E2-B3E9-FAE15D6BED98}" dt="2026-05-22T18:59:08.663" v="629" actId="164"/>
          <ac:spMkLst>
            <pc:docMk/>
            <pc:sldMk cId="3016768640" sldId="283"/>
            <ac:spMk id="11" creationId="{F0A45F70-0F24-122F-FECF-D6C649AF462C}"/>
          </ac:spMkLst>
        </pc:spChg>
        <pc:spChg chg="mod ord topLvl">
          <ac:chgData name="克利 寳迫" userId="d1807dd80cee582b" providerId="LiveId" clId="{F79782EE-D85D-46E2-B3E9-FAE15D6BED98}" dt="2026-05-22T18:59:08.663" v="629" actId="164"/>
          <ac:spMkLst>
            <pc:docMk/>
            <pc:sldMk cId="3016768640" sldId="283"/>
            <ac:spMk id="12" creationId="{ED72705A-525C-EF2F-CC97-06E54CDCEB26}"/>
          </ac:spMkLst>
        </pc:spChg>
        <pc:spChg chg="mod topLvl">
          <ac:chgData name="克利 寳迫" userId="d1807dd80cee582b" providerId="LiveId" clId="{F79782EE-D85D-46E2-B3E9-FAE15D6BED98}" dt="2026-05-22T18:59:08.663" v="629" actId="164"/>
          <ac:spMkLst>
            <pc:docMk/>
            <pc:sldMk cId="3016768640" sldId="283"/>
            <ac:spMk id="13" creationId="{6A9D1880-EF3E-90F1-E1CC-EDDE52DFB210}"/>
          </ac:spMkLst>
        </pc:spChg>
        <pc:spChg chg="mod topLvl">
          <ac:chgData name="克利 寳迫" userId="d1807dd80cee582b" providerId="LiveId" clId="{F79782EE-D85D-46E2-B3E9-FAE15D6BED98}" dt="2026-05-22T18:59:08.663" v="629" actId="164"/>
          <ac:spMkLst>
            <pc:docMk/>
            <pc:sldMk cId="3016768640" sldId="283"/>
            <ac:spMk id="14" creationId="{CDB23256-4EEF-1326-C716-F99A60FBE030}"/>
          </ac:spMkLst>
        </pc:spChg>
        <pc:spChg chg="del mod">
          <ac:chgData name="克利 寳迫" userId="d1807dd80cee582b" providerId="LiveId" clId="{F79782EE-D85D-46E2-B3E9-FAE15D6BED98}" dt="2026-05-22T18:41:18.765" v="350" actId="478"/>
          <ac:spMkLst>
            <pc:docMk/>
            <pc:sldMk cId="3016768640" sldId="283"/>
            <ac:spMk id="16" creationId="{3735133A-08BD-C662-1329-EF916E9A520E}"/>
          </ac:spMkLst>
        </pc:spChg>
        <pc:spChg chg="mod topLvl">
          <ac:chgData name="克利 寳迫" userId="d1807dd80cee582b" providerId="LiveId" clId="{F79782EE-D85D-46E2-B3E9-FAE15D6BED98}" dt="2026-05-22T18:59:08.663" v="629" actId="164"/>
          <ac:spMkLst>
            <pc:docMk/>
            <pc:sldMk cId="3016768640" sldId="283"/>
            <ac:spMk id="17" creationId="{7C23F21B-A170-CEC6-641C-5E821BF1C7D8}"/>
          </ac:spMkLst>
        </pc:spChg>
        <pc:spChg chg="mod ord topLvl">
          <ac:chgData name="克利 寳迫" userId="d1807dd80cee582b" providerId="LiveId" clId="{F79782EE-D85D-46E2-B3E9-FAE15D6BED98}" dt="2026-05-22T18:59:08.663" v="629" actId="164"/>
          <ac:spMkLst>
            <pc:docMk/>
            <pc:sldMk cId="3016768640" sldId="283"/>
            <ac:spMk id="19" creationId="{5400D9DB-C122-80B2-44EB-9BFBD10792F2}"/>
          </ac:spMkLst>
        </pc:spChg>
        <pc:spChg chg="add mod ord">
          <ac:chgData name="克利 寳迫" userId="d1807dd80cee582b" providerId="LiveId" clId="{F79782EE-D85D-46E2-B3E9-FAE15D6BED98}" dt="2026-05-22T18:59:08.663" v="629" actId="164"/>
          <ac:spMkLst>
            <pc:docMk/>
            <pc:sldMk cId="3016768640" sldId="283"/>
            <ac:spMk id="62" creationId="{B7B8B014-9379-8F67-9A1F-9F46393DB528}"/>
          </ac:spMkLst>
        </pc:spChg>
        <pc:grpChg chg="del">
          <ac:chgData name="克利 寳迫" userId="d1807dd80cee582b" providerId="LiveId" clId="{F79782EE-D85D-46E2-B3E9-FAE15D6BED98}" dt="2026-05-22T18:41:02.262" v="346" actId="478"/>
          <ac:grpSpMkLst>
            <pc:docMk/>
            <pc:sldMk cId="3016768640" sldId="283"/>
            <ac:grpSpMk id="4" creationId="{E0AE0FED-845F-C4E6-EAFC-3161EDFF0ED1}"/>
          </ac:grpSpMkLst>
        </pc:grpChg>
        <pc:grpChg chg="del">
          <ac:chgData name="克利 寳迫" userId="d1807dd80cee582b" providerId="LiveId" clId="{F79782EE-D85D-46E2-B3E9-FAE15D6BED98}" dt="2026-05-22T18:41:02.262" v="346" actId="478"/>
          <ac:grpSpMkLst>
            <pc:docMk/>
            <pc:sldMk cId="3016768640" sldId="283"/>
            <ac:grpSpMk id="5" creationId="{7FDAB95B-5E29-AA53-0486-760DD92C8791}"/>
          </ac:grpSpMkLst>
        </pc:grpChg>
        <pc:grpChg chg="mod">
          <ac:chgData name="克利 寳迫" userId="d1807dd80cee582b" providerId="LiveId" clId="{F79782EE-D85D-46E2-B3E9-FAE15D6BED98}" dt="2026-05-22T18:41:04.546" v="347" actId="1076"/>
          <ac:grpSpMkLst>
            <pc:docMk/>
            <pc:sldMk cId="3016768640" sldId="283"/>
            <ac:grpSpMk id="6" creationId="{DBEAB4E2-161B-E938-7199-91D2CA263546}"/>
          </ac:grpSpMkLst>
        </pc:grpChg>
        <pc:grpChg chg="del">
          <ac:chgData name="克利 寳迫" userId="d1807dd80cee582b" providerId="LiveId" clId="{F79782EE-D85D-46E2-B3E9-FAE15D6BED98}" dt="2026-05-22T18:56:07.437" v="541" actId="165"/>
          <ac:grpSpMkLst>
            <pc:docMk/>
            <pc:sldMk cId="3016768640" sldId="283"/>
            <ac:grpSpMk id="8" creationId="{24D9CCE3-A4AD-0FA9-AD64-8EDAAB36806F}"/>
          </ac:grpSpMkLst>
        </pc:grpChg>
        <pc:grpChg chg="add del mod ord">
          <ac:chgData name="克利 寳迫" userId="d1807dd80cee582b" providerId="LiveId" clId="{F79782EE-D85D-46E2-B3E9-FAE15D6BED98}" dt="2026-05-22T18:57:19.482" v="571" actId="165"/>
          <ac:grpSpMkLst>
            <pc:docMk/>
            <pc:sldMk cId="3016768640" sldId="283"/>
            <ac:grpSpMk id="63" creationId="{89D4DA66-FAAD-809D-A219-11B5E2270B43}"/>
          </ac:grpSpMkLst>
        </pc:grpChg>
        <pc:grpChg chg="add del mod ord">
          <ac:chgData name="克利 寳迫" userId="d1807dd80cee582b" providerId="LiveId" clId="{F79782EE-D85D-46E2-B3E9-FAE15D6BED98}" dt="2026-05-22T18:57:59.425" v="603" actId="165"/>
          <ac:grpSpMkLst>
            <pc:docMk/>
            <pc:sldMk cId="3016768640" sldId="283"/>
            <ac:grpSpMk id="64" creationId="{A312BF56-B446-F8A6-2639-DFFD361B9CA8}"/>
          </ac:grpSpMkLst>
        </pc:grpChg>
        <pc:picChg chg="mod topLvl modCrop">
          <ac:chgData name="克利 寳迫" userId="d1807dd80cee582b" providerId="LiveId" clId="{F79782EE-D85D-46E2-B3E9-FAE15D6BED98}" dt="2026-05-22T18:57:19.482" v="571" actId="165"/>
          <ac:picMkLst>
            <pc:docMk/>
            <pc:sldMk cId="3016768640" sldId="283"/>
            <ac:picMk id="21" creationId="{43554485-AEB8-6FA0-C7ED-C7576035E207}"/>
          </ac:picMkLst>
        </pc:picChg>
        <pc:picChg chg="mod ord topLvl">
          <ac:chgData name="克利 寳迫" userId="d1807dd80cee582b" providerId="LiveId" clId="{F79782EE-D85D-46E2-B3E9-FAE15D6BED98}" dt="2026-05-22T18:59:02.954" v="628" actId="170"/>
          <ac:picMkLst>
            <pc:docMk/>
            <pc:sldMk cId="3016768640" sldId="283"/>
            <ac:picMk id="22" creationId="{F93179A7-FE36-1053-F747-FEAC9C70BAE9}"/>
          </ac:picMkLst>
        </pc:picChg>
        <pc:cxnChg chg="mod topLvl">
          <ac:chgData name="克利 寳迫" userId="d1807dd80cee582b" providerId="LiveId" clId="{F79782EE-D85D-46E2-B3E9-FAE15D6BED98}" dt="2026-05-22T18:57:19.482" v="571" actId="165"/>
          <ac:cxnSpMkLst>
            <pc:docMk/>
            <pc:sldMk cId="3016768640" sldId="283"/>
            <ac:cxnSpMk id="10" creationId="{36B97377-9E3C-386B-F1E2-E0A435265CA4}"/>
          </ac:cxnSpMkLst>
        </pc:cxnChg>
        <pc:cxnChg chg="mod topLvl">
          <ac:chgData name="克利 寳迫" userId="d1807dd80cee582b" providerId="LiveId" clId="{F79782EE-D85D-46E2-B3E9-FAE15D6BED98}" dt="2026-05-22T18:57:59.425" v="603" actId="165"/>
          <ac:cxnSpMkLst>
            <pc:docMk/>
            <pc:sldMk cId="3016768640" sldId="283"/>
            <ac:cxnSpMk id="15" creationId="{3003E2A4-9414-1550-55F8-634263DDF149}"/>
          </ac:cxnSpMkLst>
        </pc:cxnChg>
        <pc:cxnChg chg="mod topLvl">
          <ac:chgData name="克利 寳迫" userId="d1807dd80cee582b" providerId="LiveId" clId="{F79782EE-D85D-46E2-B3E9-FAE15D6BED98}" dt="2026-05-22T18:57:19.482" v="571" actId="165"/>
          <ac:cxnSpMkLst>
            <pc:docMk/>
            <pc:sldMk cId="3016768640" sldId="283"/>
            <ac:cxnSpMk id="18" creationId="{E0135F2E-0CC3-32B3-56FB-E74AC1B21A33}"/>
          </ac:cxnSpMkLst>
        </pc:cxnChg>
        <pc:cxnChg chg="mod ord topLvl">
          <ac:chgData name="克利 寳迫" userId="d1807dd80cee582b" providerId="LiveId" clId="{F79782EE-D85D-46E2-B3E9-FAE15D6BED98}" dt="2026-05-22T18:57:59.425" v="603" actId="165"/>
          <ac:cxnSpMkLst>
            <pc:docMk/>
            <pc:sldMk cId="3016768640" sldId="283"/>
            <ac:cxnSpMk id="20" creationId="{4E9882E3-AAB0-7545-39B3-ED3CE27323C5}"/>
          </ac:cxnSpMkLst>
        </pc:cxnChg>
        <pc:cxnChg chg="mod">
          <ac:chgData name="克利 寳迫" userId="d1807dd80cee582b" providerId="LiveId" clId="{F79782EE-D85D-46E2-B3E9-FAE15D6BED98}" dt="2026-05-22T18:41:02.262" v="346" actId="478"/>
          <ac:cxnSpMkLst>
            <pc:docMk/>
            <pc:sldMk cId="3016768640" sldId="283"/>
            <ac:cxnSpMk id="31" creationId="{31C831F4-0A2A-CA41-FEC7-A5176492BC52}"/>
          </ac:cxnSpMkLst>
        </pc:cxnChg>
        <pc:cxnChg chg="mod">
          <ac:chgData name="克利 寳迫" userId="d1807dd80cee582b" providerId="LiveId" clId="{F79782EE-D85D-46E2-B3E9-FAE15D6BED98}" dt="2026-05-22T18:41:02.262" v="346" actId="478"/>
          <ac:cxnSpMkLst>
            <pc:docMk/>
            <pc:sldMk cId="3016768640" sldId="283"/>
            <ac:cxnSpMk id="36" creationId="{8F9C8034-E5E8-3FE5-D7A7-94409388ACD4}"/>
          </ac:cxnSpMkLst>
        </pc:cxnChg>
        <pc:cxnChg chg="mod">
          <ac:chgData name="克利 寳迫" userId="d1807dd80cee582b" providerId="LiveId" clId="{F79782EE-D85D-46E2-B3E9-FAE15D6BED98}" dt="2026-05-22T18:41:02.262" v="346" actId="478"/>
          <ac:cxnSpMkLst>
            <pc:docMk/>
            <pc:sldMk cId="3016768640" sldId="283"/>
            <ac:cxnSpMk id="54" creationId="{6A83155A-CBDC-8163-4C98-45B0E2633BF6}"/>
          </ac:cxnSpMkLst>
        </pc:cxnChg>
        <pc:cxnChg chg="mod">
          <ac:chgData name="克利 寳迫" userId="d1807dd80cee582b" providerId="LiveId" clId="{F79782EE-D85D-46E2-B3E9-FAE15D6BED98}" dt="2026-05-22T18:41:02.262" v="346" actId="478"/>
          <ac:cxnSpMkLst>
            <pc:docMk/>
            <pc:sldMk cId="3016768640" sldId="283"/>
            <ac:cxnSpMk id="56" creationId="{A87226A4-D76F-4D02-D57B-0C3C24AAAACA}"/>
          </ac:cxnSpMkLst>
        </pc:cxnChg>
      </pc:sldChg>
      <pc:sldChg chg="delSp modSp add mod">
        <pc:chgData name="克利 寳迫" userId="d1807dd80cee582b" providerId="LiveId" clId="{F79782EE-D85D-46E2-B3E9-FAE15D6BED98}" dt="2026-05-22T18:45:22.110" v="403" actId="1076"/>
        <pc:sldMkLst>
          <pc:docMk/>
          <pc:sldMk cId="3457853736" sldId="284"/>
        </pc:sldMkLst>
        <pc:spChg chg="mod">
          <ac:chgData name="克利 寳迫" userId="d1807dd80cee582b" providerId="LiveId" clId="{F79782EE-D85D-46E2-B3E9-FAE15D6BED98}" dt="2026-05-22T18:45:13.850" v="401" actId="14100"/>
          <ac:spMkLst>
            <pc:docMk/>
            <pc:sldMk cId="3457853736" sldId="284"/>
            <ac:spMk id="39" creationId="{A446BB2A-9A0C-AD7F-9698-5EDE0EBF6D47}"/>
          </ac:spMkLst>
        </pc:spChg>
        <pc:spChg chg="del mod">
          <ac:chgData name="克利 寳迫" userId="d1807dd80cee582b" providerId="LiveId" clId="{F79782EE-D85D-46E2-B3E9-FAE15D6BED98}" dt="2026-05-22T18:44:34.445" v="396" actId="478"/>
          <ac:spMkLst>
            <pc:docMk/>
            <pc:sldMk cId="3457853736" sldId="284"/>
            <ac:spMk id="50" creationId="{9CDC2D9D-40F8-A950-FE4A-20C9031841FC}"/>
          </ac:spMkLst>
        </pc:spChg>
        <pc:spChg chg="del">
          <ac:chgData name="克利 寳迫" userId="d1807dd80cee582b" providerId="LiveId" clId="{F79782EE-D85D-46E2-B3E9-FAE15D6BED98}" dt="2026-05-22T18:44:00.896" v="389" actId="478"/>
          <ac:spMkLst>
            <pc:docMk/>
            <pc:sldMk cId="3457853736" sldId="284"/>
            <ac:spMk id="51" creationId="{4EC89DDE-E9A9-2AB3-488F-BEB65D8C063C}"/>
          </ac:spMkLst>
        </pc:spChg>
        <pc:spChg chg="del">
          <ac:chgData name="克利 寳迫" userId="d1807dd80cee582b" providerId="LiveId" clId="{F79782EE-D85D-46E2-B3E9-FAE15D6BED98}" dt="2026-05-22T18:43:57.292" v="387" actId="478"/>
          <ac:spMkLst>
            <pc:docMk/>
            <pc:sldMk cId="3457853736" sldId="284"/>
            <ac:spMk id="52" creationId="{0A4B1E37-385C-4240-00DB-307E7051CD7A}"/>
          </ac:spMkLst>
        </pc:spChg>
        <pc:spChg chg="del">
          <ac:chgData name="克利 寳迫" userId="d1807dd80cee582b" providerId="LiveId" clId="{F79782EE-D85D-46E2-B3E9-FAE15D6BED98}" dt="2026-05-22T18:43:54.540" v="385" actId="478"/>
          <ac:spMkLst>
            <pc:docMk/>
            <pc:sldMk cId="3457853736" sldId="284"/>
            <ac:spMk id="53" creationId="{06033A65-B672-B468-6B98-6E77770A5CCD}"/>
          </ac:spMkLst>
        </pc:spChg>
        <pc:spChg chg="del">
          <ac:chgData name="克利 寳迫" userId="d1807dd80cee582b" providerId="LiveId" clId="{F79782EE-D85D-46E2-B3E9-FAE15D6BED98}" dt="2026-05-22T18:44:07.668" v="391" actId="478"/>
          <ac:spMkLst>
            <pc:docMk/>
            <pc:sldMk cId="3457853736" sldId="284"/>
            <ac:spMk id="55" creationId="{ABAB5F4A-5F43-F5F2-F99D-67761B6DF224}"/>
          </ac:spMkLst>
        </pc:spChg>
        <pc:grpChg chg="mod">
          <ac:chgData name="克利 寳迫" userId="d1807dd80cee582b" providerId="LiveId" clId="{F79782EE-D85D-46E2-B3E9-FAE15D6BED98}" dt="2026-05-22T18:45:22.110" v="403" actId="1076"/>
          <ac:grpSpMkLst>
            <pc:docMk/>
            <pc:sldMk cId="3457853736" sldId="284"/>
            <ac:grpSpMk id="4" creationId="{C2D82B08-9157-955E-3566-9A5AB65D96D3}"/>
          </ac:grpSpMkLst>
        </pc:grpChg>
        <pc:grpChg chg="del">
          <ac:chgData name="克利 寳迫" userId="d1807dd80cee582b" providerId="LiveId" clId="{F79782EE-D85D-46E2-B3E9-FAE15D6BED98}" dt="2026-05-22T18:43:58.460" v="388" actId="478"/>
          <ac:grpSpMkLst>
            <pc:docMk/>
            <pc:sldMk cId="3457853736" sldId="284"/>
            <ac:grpSpMk id="40" creationId="{2C5CC3EC-9A55-1768-7BE4-020C26CE8797}"/>
          </ac:grpSpMkLst>
        </pc:grpChg>
        <pc:picChg chg="mod modCrop">
          <ac:chgData name="克利 寳迫" userId="d1807dd80cee582b" providerId="LiveId" clId="{F79782EE-D85D-46E2-B3E9-FAE15D6BED98}" dt="2026-05-22T18:44:42.014" v="397" actId="732"/>
          <ac:picMkLst>
            <pc:docMk/>
            <pc:sldMk cId="3457853736" sldId="284"/>
            <ac:picMk id="57" creationId="{C76E63D1-4B1B-D390-E1B9-A14B70A26A7D}"/>
          </ac:picMkLst>
        </pc:picChg>
        <pc:picChg chg="del">
          <ac:chgData name="克利 寳迫" userId="d1807dd80cee582b" providerId="LiveId" clId="{F79782EE-D85D-46E2-B3E9-FAE15D6BED98}" dt="2026-05-22T18:43:50.684" v="383" actId="478"/>
          <ac:picMkLst>
            <pc:docMk/>
            <pc:sldMk cId="3457853736" sldId="284"/>
            <ac:picMk id="58" creationId="{FB5E8F20-DD6A-6456-6B55-49CE278E4A6E}"/>
          </ac:picMkLst>
        </pc:picChg>
        <pc:picChg chg="del">
          <ac:chgData name="克利 寳迫" userId="d1807dd80cee582b" providerId="LiveId" clId="{F79782EE-D85D-46E2-B3E9-FAE15D6BED98}" dt="2026-05-22T18:43:52.648" v="384" actId="478"/>
          <ac:picMkLst>
            <pc:docMk/>
            <pc:sldMk cId="3457853736" sldId="284"/>
            <ac:picMk id="59" creationId="{76951C14-4731-4BF3-4231-EB98A47AA2C8}"/>
          </ac:picMkLst>
        </pc:picChg>
        <pc:picChg chg="del">
          <ac:chgData name="克利 寳迫" userId="d1807dd80cee582b" providerId="LiveId" clId="{F79782EE-D85D-46E2-B3E9-FAE15D6BED98}" dt="2026-05-22T18:43:58.460" v="388" actId="478"/>
          <ac:picMkLst>
            <pc:docMk/>
            <pc:sldMk cId="3457853736" sldId="284"/>
            <ac:picMk id="60" creationId="{BA7CA095-FDFA-9B0B-2352-DB624B38BBAE}"/>
          </ac:picMkLst>
        </pc:picChg>
        <pc:cxnChg chg="del mod">
          <ac:chgData name="克利 寳迫" userId="d1807dd80cee582b" providerId="LiveId" clId="{F79782EE-D85D-46E2-B3E9-FAE15D6BED98}" dt="2026-05-22T18:43:55.919" v="386" actId="478"/>
          <ac:cxnSpMkLst>
            <pc:docMk/>
            <pc:sldMk cId="3457853736" sldId="284"/>
            <ac:cxnSpMk id="54" creationId="{D8108DEB-CDF8-8E72-5C51-990F1736CFFE}"/>
          </ac:cxnSpMkLst>
        </pc:cxnChg>
        <pc:cxnChg chg="del mod">
          <ac:chgData name="克利 寳迫" userId="d1807dd80cee582b" providerId="LiveId" clId="{F79782EE-D85D-46E2-B3E9-FAE15D6BED98}" dt="2026-05-22T18:44:06.152" v="390" actId="478"/>
          <ac:cxnSpMkLst>
            <pc:docMk/>
            <pc:sldMk cId="3457853736" sldId="284"/>
            <ac:cxnSpMk id="56" creationId="{8A5C2BCC-BC23-D637-7DD1-6489A0877E71}"/>
          </ac:cxnSpMkLst>
        </pc:cxnChg>
      </pc:sldChg>
      <pc:sldChg chg="addSp delSp modSp add mod">
        <pc:chgData name="克利 寳迫" userId="d1807dd80cee582b" providerId="LiveId" clId="{F79782EE-D85D-46E2-B3E9-FAE15D6BED98}" dt="2026-05-22T18:52:57.450" v="506" actId="1076"/>
        <pc:sldMkLst>
          <pc:docMk/>
          <pc:sldMk cId="3985033960" sldId="285"/>
        </pc:sldMkLst>
        <pc:spChg chg="mod">
          <ac:chgData name="克利 寳迫" userId="d1807dd80cee582b" providerId="LiveId" clId="{F79782EE-D85D-46E2-B3E9-FAE15D6BED98}" dt="2026-05-22T18:52:30.669" v="501" actId="14100"/>
          <ac:spMkLst>
            <pc:docMk/>
            <pc:sldMk cId="3985033960" sldId="285"/>
            <ac:spMk id="39" creationId="{9B4B9CA8-8094-4CF8-4F5E-CEA34DB8BC07}"/>
          </ac:spMkLst>
        </pc:spChg>
        <pc:spChg chg="del">
          <ac:chgData name="克利 寳迫" userId="d1807dd80cee582b" providerId="LiveId" clId="{F79782EE-D85D-46E2-B3E9-FAE15D6BED98}" dt="2026-05-22T18:49:57.565" v="461" actId="478"/>
          <ac:spMkLst>
            <pc:docMk/>
            <pc:sldMk cId="3985033960" sldId="285"/>
            <ac:spMk id="41" creationId="{340BCEA0-52B2-9FB8-D344-5B776670F4AC}"/>
          </ac:spMkLst>
        </pc:spChg>
        <pc:spChg chg="del">
          <ac:chgData name="克利 寳迫" userId="d1807dd80cee582b" providerId="LiveId" clId="{F79782EE-D85D-46E2-B3E9-FAE15D6BED98}" dt="2026-05-22T18:49:57.565" v="461" actId="478"/>
          <ac:spMkLst>
            <pc:docMk/>
            <pc:sldMk cId="3985033960" sldId="285"/>
            <ac:spMk id="43" creationId="{773EE49B-FF4C-CEF6-6431-84634A9F2A21}"/>
          </ac:spMkLst>
        </pc:spChg>
        <pc:spChg chg="del">
          <ac:chgData name="克利 寳迫" userId="d1807dd80cee582b" providerId="LiveId" clId="{F79782EE-D85D-46E2-B3E9-FAE15D6BED98}" dt="2026-05-22T18:50:03.260" v="465" actId="478"/>
          <ac:spMkLst>
            <pc:docMk/>
            <pc:sldMk cId="3985033960" sldId="285"/>
            <ac:spMk id="44" creationId="{9C40D259-8523-A35B-A66B-0E2F84FF8693}"/>
          </ac:spMkLst>
        </pc:spChg>
        <pc:spChg chg="del mod">
          <ac:chgData name="克利 寳迫" userId="d1807dd80cee582b" providerId="LiveId" clId="{F79782EE-D85D-46E2-B3E9-FAE15D6BED98}" dt="2026-05-22T18:50:04.599" v="466" actId="478"/>
          <ac:spMkLst>
            <pc:docMk/>
            <pc:sldMk cId="3985033960" sldId="285"/>
            <ac:spMk id="46" creationId="{C35C4026-760F-D532-8DA4-01A7A6717825}"/>
          </ac:spMkLst>
        </pc:spChg>
        <pc:spChg chg="del">
          <ac:chgData name="克利 寳迫" userId="d1807dd80cee582b" providerId="LiveId" clId="{F79782EE-D85D-46E2-B3E9-FAE15D6BED98}" dt="2026-05-22T18:49:39.016" v="457" actId="478"/>
          <ac:spMkLst>
            <pc:docMk/>
            <pc:sldMk cId="3985033960" sldId="285"/>
            <ac:spMk id="47" creationId="{C2BCB717-E806-9161-C706-91C8CAE6BAC9}"/>
          </ac:spMkLst>
        </pc:spChg>
        <pc:spChg chg="del">
          <ac:chgData name="克利 寳迫" userId="d1807dd80cee582b" providerId="LiveId" clId="{F79782EE-D85D-46E2-B3E9-FAE15D6BED98}" dt="2026-05-22T18:49:35.946" v="455" actId="478"/>
          <ac:spMkLst>
            <pc:docMk/>
            <pc:sldMk cId="3985033960" sldId="285"/>
            <ac:spMk id="49" creationId="{5F2CC596-4FA9-2649-BC8B-9534E1CB2E66}"/>
          </ac:spMkLst>
        </pc:spChg>
        <pc:spChg chg="del">
          <ac:chgData name="克利 寳迫" userId="d1807dd80cee582b" providerId="LiveId" clId="{F79782EE-D85D-46E2-B3E9-FAE15D6BED98}" dt="2026-05-22T18:49:40.760" v="458" actId="478"/>
          <ac:spMkLst>
            <pc:docMk/>
            <pc:sldMk cId="3985033960" sldId="285"/>
            <ac:spMk id="50" creationId="{D468D6CC-EBB0-08DC-A673-1E9B6DA28663}"/>
          </ac:spMkLst>
        </pc:spChg>
        <pc:spChg chg="add del">
          <ac:chgData name="克利 寳迫" userId="d1807dd80cee582b" providerId="LiveId" clId="{F79782EE-D85D-46E2-B3E9-FAE15D6BED98}" dt="2026-05-22T18:52:17.911" v="498" actId="478"/>
          <ac:spMkLst>
            <pc:docMk/>
            <pc:sldMk cId="3985033960" sldId="285"/>
            <ac:spMk id="51" creationId="{6FAB0B34-9F67-85EF-7820-E97EDAA59D93}"/>
          </ac:spMkLst>
        </pc:spChg>
        <pc:spChg chg="add del">
          <ac:chgData name="克利 寳迫" userId="d1807dd80cee582b" providerId="LiveId" clId="{F79782EE-D85D-46E2-B3E9-FAE15D6BED98}" dt="2026-05-22T18:52:27.323" v="500" actId="478"/>
          <ac:spMkLst>
            <pc:docMk/>
            <pc:sldMk cId="3985033960" sldId="285"/>
            <ac:spMk id="55" creationId="{F744FC2E-9DA3-BD66-3DA3-DB16C632E06E}"/>
          </ac:spMkLst>
        </pc:spChg>
        <pc:grpChg chg="mod">
          <ac:chgData name="克利 寳迫" userId="d1807dd80cee582b" providerId="LiveId" clId="{F79782EE-D85D-46E2-B3E9-FAE15D6BED98}" dt="2026-05-22T18:52:57.450" v="506" actId="1076"/>
          <ac:grpSpMkLst>
            <pc:docMk/>
            <pc:sldMk cId="3985033960" sldId="285"/>
            <ac:grpSpMk id="4" creationId="{023D63E6-F9CD-8291-84A7-94F73F12EBB9}"/>
          </ac:grpSpMkLst>
        </pc:grpChg>
        <pc:grpChg chg="add del">
          <ac:chgData name="克利 寳迫" userId="d1807dd80cee582b" providerId="LiveId" clId="{F79782EE-D85D-46E2-B3E9-FAE15D6BED98}" dt="2026-05-22T18:52:10.630" v="495" actId="478"/>
          <ac:grpSpMkLst>
            <pc:docMk/>
            <pc:sldMk cId="3985033960" sldId="285"/>
            <ac:grpSpMk id="40" creationId="{3857686E-C4DE-A405-75FA-AA82740B7886}"/>
          </ac:grpSpMkLst>
        </pc:grpChg>
        <pc:picChg chg="del">
          <ac:chgData name="克利 寳迫" userId="d1807dd80cee582b" providerId="LiveId" clId="{F79782EE-D85D-46E2-B3E9-FAE15D6BED98}" dt="2026-05-22T18:49:32.905" v="454" actId="478"/>
          <ac:picMkLst>
            <pc:docMk/>
            <pc:sldMk cId="3985033960" sldId="285"/>
            <ac:picMk id="57" creationId="{B1C8590D-05DB-67C0-E251-0EEA7F11D444}"/>
          </ac:picMkLst>
        </pc:picChg>
        <pc:picChg chg="add del mod modCrop">
          <ac:chgData name="克利 寳迫" userId="d1807dd80cee582b" providerId="LiveId" clId="{F79782EE-D85D-46E2-B3E9-FAE15D6BED98}" dt="2026-05-22T18:52:15.541" v="497" actId="478"/>
          <ac:picMkLst>
            <pc:docMk/>
            <pc:sldMk cId="3985033960" sldId="285"/>
            <ac:picMk id="58" creationId="{2B534310-3612-190D-EA34-EDD804F46A45}"/>
          </ac:picMkLst>
        </pc:picChg>
        <pc:picChg chg="add del mod modCrop">
          <ac:chgData name="克利 寳迫" userId="d1807dd80cee582b" providerId="LiveId" clId="{F79782EE-D85D-46E2-B3E9-FAE15D6BED98}" dt="2026-05-22T18:52:38.402" v="504" actId="732"/>
          <ac:picMkLst>
            <pc:docMk/>
            <pc:sldMk cId="3985033960" sldId="285"/>
            <ac:picMk id="59" creationId="{4FDAC5E2-482F-63B6-3047-F536247F2557}"/>
          </ac:picMkLst>
        </pc:picChg>
        <pc:picChg chg="mod">
          <ac:chgData name="克利 寳迫" userId="d1807dd80cee582b" providerId="LiveId" clId="{F79782EE-D85D-46E2-B3E9-FAE15D6BED98}" dt="2026-05-22T18:52:10.630" v="495" actId="478"/>
          <ac:picMkLst>
            <pc:docMk/>
            <pc:sldMk cId="3985033960" sldId="285"/>
            <ac:picMk id="60" creationId="{D7C52BB7-FEAD-FDE3-A2A7-110B7B4025A0}"/>
          </ac:picMkLst>
        </pc:picChg>
        <pc:cxnChg chg="del">
          <ac:chgData name="克利 寳迫" userId="d1807dd80cee582b" providerId="LiveId" clId="{F79782EE-D85D-46E2-B3E9-FAE15D6BED98}" dt="2026-05-22T18:49:59.252" v="462" actId="478"/>
          <ac:cxnSpMkLst>
            <pc:docMk/>
            <pc:sldMk cId="3985033960" sldId="285"/>
            <ac:cxnSpMk id="42" creationId="{72647542-1E55-B533-3755-7326A42540E9}"/>
          </ac:cxnSpMkLst>
        </pc:cxnChg>
        <pc:cxnChg chg="del">
          <ac:chgData name="克利 寳迫" userId="d1807dd80cee582b" providerId="LiveId" clId="{F79782EE-D85D-46E2-B3E9-FAE15D6BED98}" dt="2026-05-22T18:50:01.821" v="464" actId="478"/>
          <ac:cxnSpMkLst>
            <pc:docMk/>
            <pc:sldMk cId="3985033960" sldId="285"/>
            <ac:cxnSpMk id="45" creationId="{EA3F8256-318E-BF3C-D145-C2F2276139F0}"/>
          </ac:cxnSpMkLst>
        </pc:cxnChg>
        <pc:cxnChg chg="del">
          <ac:chgData name="克利 寳迫" userId="d1807dd80cee582b" providerId="LiveId" clId="{F79782EE-D85D-46E2-B3E9-FAE15D6BED98}" dt="2026-05-22T18:49:37.603" v="456" actId="478"/>
          <ac:cxnSpMkLst>
            <pc:docMk/>
            <pc:sldMk cId="3985033960" sldId="285"/>
            <ac:cxnSpMk id="48" creationId="{B177A2AF-E0A3-2596-9287-761BE7A4241D}"/>
          </ac:cxnSpMkLst>
        </pc:cxnChg>
        <pc:cxnChg chg="add del mod">
          <ac:chgData name="克利 寳迫" userId="d1807dd80cee582b" providerId="LiveId" clId="{F79782EE-D85D-46E2-B3E9-FAE15D6BED98}" dt="2026-05-22T18:52:25.179" v="499" actId="478"/>
          <ac:cxnSpMkLst>
            <pc:docMk/>
            <pc:sldMk cId="3985033960" sldId="285"/>
            <ac:cxnSpMk id="56" creationId="{0253463E-6F93-EB31-6C84-0D2F42F59520}"/>
          </ac:cxnSpMkLst>
        </pc:cxnChg>
      </pc:sldChg>
      <pc:sldChg chg="delSp modSp add mod">
        <pc:chgData name="克利 寳迫" userId="d1807dd80cee582b" providerId="LiveId" clId="{F79782EE-D85D-46E2-B3E9-FAE15D6BED98}" dt="2026-05-22T18:53:58.928" v="521" actId="1076"/>
        <pc:sldMkLst>
          <pc:docMk/>
          <pc:sldMk cId="478716382" sldId="286"/>
        </pc:sldMkLst>
        <pc:spChg chg="mod">
          <ac:chgData name="克利 寳迫" userId="d1807dd80cee582b" providerId="LiveId" clId="{F79782EE-D85D-46E2-B3E9-FAE15D6BED98}" dt="2026-05-22T18:53:40.773" v="517" actId="14100"/>
          <ac:spMkLst>
            <pc:docMk/>
            <pc:sldMk cId="478716382" sldId="286"/>
            <ac:spMk id="23" creationId="{0E456273-4599-D047-BC79-05B04F358F6B}"/>
          </ac:spMkLst>
        </pc:spChg>
        <pc:spChg chg="del mod">
          <ac:chgData name="克利 寳迫" userId="d1807dd80cee582b" providerId="LiveId" clId="{F79782EE-D85D-46E2-B3E9-FAE15D6BED98}" dt="2026-05-22T18:53:29.225" v="514" actId="478"/>
          <ac:spMkLst>
            <pc:docMk/>
            <pc:sldMk cId="478716382" sldId="286"/>
            <ac:spMk id="29" creationId="{FE69DA18-DD2D-8DB6-A4AE-AC188004510F}"/>
          </ac:spMkLst>
        </pc:spChg>
        <pc:spChg chg="del">
          <ac:chgData name="克利 寳迫" userId="d1807dd80cee582b" providerId="LiveId" clId="{F79782EE-D85D-46E2-B3E9-FAE15D6BED98}" dt="2026-05-22T18:53:20.611" v="508" actId="478"/>
          <ac:spMkLst>
            <pc:docMk/>
            <pc:sldMk cId="478716382" sldId="286"/>
            <ac:spMk id="33" creationId="{7C60F9FB-699F-51E0-DFF6-0541B440696D}"/>
          </ac:spMkLst>
        </pc:spChg>
        <pc:spChg chg="del">
          <ac:chgData name="克利 寳迫" userId="d1807dd80cee582b" providerId="LiveId" clId="{F79782EE-D85D-46E2-B3E9-FAE15D6BED98}" dt="2026-05-22T18:53:23.452" v="510" actId="478"/>
          <ac:spMkLst>
            <pc:docMk/>
            <pc:sldMk cId="478716382" sldId="286"/>
            <ac:spMk id="34" creationId="{4AA88EC3-AAA1-C225-D606-0E52C004F82F}"/>
          </ac:spMkLst>
        </pc:spChg>
        <pc:spChg chg="del">
          <ac:chgData name="克利 寳迫" userId="d1807dd80cee582b" providerId="LiveId" clId="{F79782EE-D85D-46E2-B3E9-FAE15D6BED98}" dt="2026-05-22T18:53:24.909" v="511" actId="478"/>
          <ac:spMkLst>
            <pc:docMk/>
            <pc:sldMk cId="478716382" sldId="286"/>
            <ac:spMk id="35" creationId="{69D37641-2DFD-29EF-A4FF-3A01A538E234}"/>
          </ac:spMkLst>
        </pc:spChg>
        <pc:grpChg chg="mod">
          <ac:chgData name="克利 寳迫" userId="d1807dd80cee582b" providerId="LiveId" clId="{F79782EE-D85D-46E2-B3E9-FAE15D6BED98}" dt="2026-05-22T18:53:58.928" v="521" actId="1076"/>
          <ac:grpSpMkLst>
            <pc:docMk/>
            <pc:sldMk cId="478716382" sldId="286"/>
            <ac:grpSpMk id="5" creationId="{5E418DC0-CB86-63AF-41EB-7DC6EFA85FB2}"/>
          </ac:grpSpMkLst>
        </pc:grpChg>
        <pc:grpChg chg="del">
          <ac:chgData name="克利 寳迫" userId="d1807dd80cee582b" providerId="LiveId" clId="{F79782EE-D85D-46E2-B3E9-FAE15D6BED98}" dt="2026-05-22T18:53:36.004" v="516" actId="478"/>
          <ac:grpSpMkLst>
            <pc:docMk/>
            <pc:sldMk cId="478716382" sldId="286"/>
            <ac:grpSpMk id="24" creationId="{8C948F53-A260-1EFB-8A5C-A06BF5D99887}"/>
          </ac:grpSpMkLst>
        </pc:grpChg>
        <pc:picChg chg="mod modCrop">
          <ac:chgData name="克利 寳迫" userId="d1807dd80cee582b" providerId="LiveId" clId="{F79782EE-D85D-46E2-B3E9-FAE15D6BED98}" dt="2026-05-22T18:53:56.186" v="520" actId="732"/>
          <ac:picMkLst>
            <pc:docMk/>
            <pc:sldMk cId="478716382" sldId="286"/>
            <ac:picMk id="37" creationId="{A697899E-01D7-1D95-464C-ABC765F285BF}"/>
          </ac:picMkLst>
        </pc:picChg>
        <pc:picChg chg="del">
          <ac:chgData name="克利 寳迫" userId="d1807dd80cee582b" providerId="LiveId" clId="{F79782EE-D85D-46E2-B3E9-FAE15D6BED98}" dt="2026-05-22T18:53:36.004" v="516" actId="478"/>
          <ac:picMkLst>
            <pc:docMk/>
            <pc:sldMk cId="478716382" sldId="286"/>
            <ac:picMk id="38" creationId="{9EC72075-DFC0-B5A4-70C4-306D4049C84A}"/>
          </ac:picMkLst>
        </pc:picChg>
        <pc:cxnChg chg="del">
          <ac:chgData name="克利 寳迫" userId="d1807dd80cee582b" providerId="LiveId" clId="{F79782EE-D85D-46E2-B3E9-FAE15D6BED98}" dt="2026-05-22T18:53:22.139" v="509" actId="478"/>
          <ac:cxnSpMkLst>
            <pc:docMk/>
            <pc:sldMk cId="478716382" sldId="286"/>
            <ac:cxnSpMk id="32" creationId="{937F9860-7DAD-2EE7-6591-00E49A0B1BC5}"/>
          </ac:cxnSpMkLst>
        </pc:cxnChg>
        <pc:cxnChg chg="del mod">
          <ac:chgData name="克利 寳迫" userId="d1807dd80cee582b" providerId="LiveId" clId="{F79782EE-D85D-46E2-B3E9-FAE15D6BED98}" dt="2026-05-22T18:53:26.198" v="512" actId="478"/>
          <ac:cxnSpMkLst>
            <pc:docMk/>
            <pc:sldMk cId="478716382" sldId="286"/>
            <ac:cxnSpMk id="36" creationId="{2673D0C5-EE10-0567-6A9D-55C92F120781}"/>
          </ac:cxnSpMkLst>
        </pc:cxnChg>
      </pc:sldChg>
      <pc:sldChg chg="delSp modSp add mod">
        <pc:chgData name="克利 寳迫" userId="d1807dd80cee582b" providerId="LiveId" clId="{F79782EE-D85D-46E2-B3E9-FAE15D6BED98}" dt="2026-05-22T18:54:57.602" v="532" actId="1076"/>
        <pc:sldMkLst>
          <pc:docMk/>
          <pc:sldMk cId="2337832243" sldId="287"/>
        </pc:sldMkLst>
        <pc:spChg chg="mod">
          <ac:chgData name="克利 寳迫" userId="d1807dd80cee582b" providerId="LiveId" clId="{F79782EE-D85D-46E2-B3E9-FAE15D6BED98}" dt="2026-05-22T18:54:55.098" v="531" actId="14100"/>
          <ac:spMkLst>
            <pc:docMk/>
            <pc:sldMk cId="2337832243" sldId="287"/>
            <ac:spMk id="23" creationId="{6FE475EB-F7E6-1044-6C94-DDD781149D80}"/>
          </ac:spMkLst>
        </pc:spChg>
        <pc:spChg chg="del">
          <ac:chgData name="克利 寳迫" userId="d1807dd80cee582b" providerId="LiveId" clId="{F79782EE-D85D-46E2-B3E9-FAE15D6BED98}" dt="2026-05-22T18:54:26.116" v="525" actId="478"/>
          <ac:spMkLst>
            <pc:docMk/>
            <pc:sldMk cId="2337832243" sldId="287"/>
            <ac:spMk id="25" creationId="{F01BD3E4-3174-3E87-D92D-9D8C323CAB52}"/>
          </ac:spMkLst>
        </pc:spChg>
        <pc:spChg chg="del">
          <ac:chgData name="克利 寳迫" userId="d1807dd80cee582b" providerId="LiveId" clId="{F79782EE-D85D-46E2-B3E9-FAE15D6BED98}" dt="2026-05-22T18:54:23.740" v="523" actId="478"/>
          <ac:spMkLst>
            <pc:docMk/>
            <pc:sldMk cId="2337832243" sldId="287"/>
            <ac:spMk id="27" creationId="{C9DBBBF4-0FBC-5481-7C70-B3691B2EBF4A}"/>
          </ac:spMkLst>
        </pc:spChg>
        <pc:spChg chg="del">
          <ac:chgData name="克利 寳迫" userId="d1807dd80cee582b" providerId="LiveId" clId="{F79782EE-D85D-46E2-B3E9-FAE15D6BED98}" dt="2026-05-22T18:54:21.365" v="522" actId="478"/>
          <ac:spMkLst>
            <pc:docMk/>
            <pc:sldMk cId="2337832243" sldId="287"/>
            <ac:spMk id="28" creationId="{04C57E49-C1D0-A198-E96B-766DDAEB243D}"/>
          </ac:spMkLst>
        </pc:spChg>
        <pc:spChg chg="del">
          <ac:chgData name="克利 寳迫" userId="d1807dd80cee582b" providerId="LiveId" clId="{F79782EE-D85D-46E2-B3E9-FAE15D6BED98}" dt="2026-05-22T18:54:27.253" v="526" actId="478"/>
          <ac:spMkLst>
            <pc:docMk/>
            <pc:sldMk cId="2337832243" sldId="287"/>
            <ac:spMk id="30" creationId="{40B324A5-592E-7914-3398-B7DAD9ED8995}"/>
          </ac:spMkLst>
        </pc:spChg>
        <pc:grpChg chg="mod">
          <ac:chgData name="克利 寳迫" userId="d1807dd80cee582b" providerId="LiveId" clId="{F79782EE-D85D-46E2-B3E9-FAE15D6BED98}" dt="2026-05-22T18:54:57.602" v="532" actId="1076"/>
          <ac:grpSpMkLst>
            <pc:docMk/>
            <pc:sldMk cId="2337832243" sldId="287"/>
            <ac:grpSpMk id="5" creationId="{535A9D26-7105-0562-FEA9-DBE610984589}"/>
          </ac:grpSpMkLst>
        </pc:grpChg>
        <pc:picChg chg="mod modCrop">
          <ac:chgData name="克利 寳迫" userId="d1807dd80cee582b" providerId="LiveId" clId="{F79782EE-D85D-46E2-B3E9-FAE15D6BED98}" dt="2026-05-22T18:54:45.994" v="530" actId="732"/>
          <ac:picMkLst>
            <pc:docMk/>
            <pc:sldMk cId="2337832243" sldId="287"/>
            <ac:picMk id="37" creationId="{64CB2D62-2E8A-B9F5-E613-6A34F2264BA9}"/>
          </ac:picMkLst>
        </pc:picChg>
        <pc:cxnChg chg="del">
          <ac:chgData name="克利 寳迫" userId="d1807dd80cee582b" providerId="LiveId" clId="{F79782EE-D85D-46E2-B3E9-FAE15D6BED98}" dt="2026-05-22T18:54:25.015" v="524" actId="478"/>
          <ac:cxnSpMkLst>
            <pc:docMk/>
            <pc:sldMk cId="2337832243" sldId="287"/>
            <ac:cxnSpMk id="26" creationId="{8B24EB8C-80A3-B2C0-C2F5-770A40EB183D}"/>
          </ac:cxnSpMkLst>
        </pc:cxnChg>
        <pc:cxnChg chg="del mod">
          <ac:chgData name="克利 寳迫" userId="d1807dd80cee582b" providerId="LiveId" clId="{F79782EE-D85D-46E2-B3E9-FAE15D6BED98}" dt="2026-05-22T18:54:28.410" v="527" actId="478"/>
          <ac:cxnSpMkLst>
            <pc:docMk/>
            <pc:sldMk cId="2337832243" sldId="287"/>
            <ac:cxnSpMk id="31" creationId="{BE8A7130-B82A-96F0-073A-444C79F5BF5E}"/>
          </ac:cxnSpMkLst>
        </pc:cxnChg>
      </pc:sldChg>
      <pc:sldChg chg="add del">
        <pc:chgData name="克利 寳迫" userId="d1807dd80cee582b" providerId="LiveId" clId="{F79782EE-D85D-46E2-B3E9-FAE15D6BED98}" dt="2026-05-22T18:59:12.398" v="630" actId="47"/>
        <pc:sldMkLst>
          <pc:docMk/>
          <pc:sldMk cId="1461379694" sldId="288"/>
        </pc:sldMkLst>
      </pc:sldChg>
      <pc:sldChg chg="add del">
        <pc:chgData name="克利 寳迫" userId="d1807dd80cee582b" providerId="LiveId" clId="{F79782EE-D85D-46E2-B3E9-FAE15D6BED98}" dt="2026-05-22T18:59:12.398" v="630" actId="47"/>
        <pc:sldMkLst>
          <pc:docMk/>
          <pc:sldMk cId="2057175114" sldId="289"/>
        </pc:sldMkLst>
      </pc:sldChg>
      <pc:sldChg chg="addSp delSp modSp add mod">
        <pc:chgData name="克利 寳迫" userId="d1807dd80cee582b" providerId="LiveId" clId="{F79782EE-D85D-46E2-B3E9-FAE15D6BED98}" dt="2026-05-22T18:48:39.532" v="450" actId="1076"/>
        <pc:sldMkLst>
          <pc:docMk/>
          <pc:sldMk cId="3599266888" sldId="290"/>
        </pc:sldMkLst>
        <pc:spChg chg="add mod">
          <ac:chgData name="克利 寳迫" userId="d1807dd80cee582b" providerId="LiveId" clId="{F79782EE-D85D-46E2-B3E9-FAE15D6BED98}" dt="2026-05-22T18:48:38.396" v="449" actId="164"/>
          <ac:spMkLst>
            <pc:docMk/>
            <pc:sldMk cId="3599266888" sldId="290"/>
            <ac:spMk id="2" creationId="{7EB6CB21-D3CF-99D3-A168-14343B7D25FC}"/>
          </ac:spMkLst>
        </pc:spChg>
        <pc:spChg chg="mod">
          <ac:chgData name="克利 寳迫" userId="d1807dd80cee582b" providerId="LiveId" clId="{F79782EE-D85D-46E2-B3E9-FAE15D6BED98}" dt="2026-05-22T18:48:29.123" v="446" actId="14100"/>
          <ac:spMkLst>
            <pc:docMk/>
            <pc:sldMk cId="3599266888" sldId="290"/>
            <ac:spMk id="39" creationId="{DF37BE55-9ED3-4753-0F53-67346845592A}"/>
          </ac:spMkLst>
        </pc:spChg>
        <pc:spChg chg="del">
          <ac:chgData name="克利 寳迫" userId="d1807dd80cee582b" providerId="LiveId" clId="{F79782EE-D85D-46E2-B3E9-FAE15D6BED98}" dt="2026-05-22T18:47:29.731" v="429" actId="478"/>
          <ac:spMkLst>
            <pc:docMk/>
            <pc:sldMk cId="3599266888" sldId="290"/>
            <ac:spMk id="41" creationId="{089A4863-2000-69BA-6129-CDA13CECA1E6}"/>
          </ac:spMkLst>
        </pc:spChg>
        <pc:spChg chg="del">
          <ac:chgData name="克利 寳迫" userId="d1807dd80cee582b" providerId="LiveId" clId="{F79782EE-D85D-46E2-B3E9-FAE15D6BED98}" dt="2026-05-22T18:47:29.731" v="429" actId="478"/>
          <ac:spMkLst>
            <pc:docMk/>
            <pc:sldMk cId="3599266888" sldId="290"/>
            <ac:spMk id="43" creationId="{08FD2BF4-5B4F-3B91-A13B-1F1F9FB4BAFB}"/>
          </ac:spMkLst>
        </pc:spChg>
        <pc:spChg chg="del">
          <ac:chgData name="克利 寳迫" userId="d1807dd80cee582b" providerId="LiveId" clId="{F79782EE-D85D-46E2-B3E9-FAE15D6BED98}" dt="2026-05-22T18:47:29.731" v="429" actId="478"/>
          <ac:spMkLst>
            <pc:docMk/>
            <pc:sldMk cId="3599266888" sldId="290"/>
            <ac:spMk id="44" creationId="{504045A2-784A-B235-502A-157449E06097}"/>
          </ac:spMkLst>
        </pc:spChg>
        <pc:spChg chg="del">
          <ac:chgData name="克利 寳迫" userId="d1807dd80cee582b" providerId="LiveId" clId="{F79782EE-D85D-46E2-B3E9-FAE15D6BED98}" dt="2026-05-22T18:47:29.731" v="429" actId="478"/>
          <ac:spMkLst>
            <pc:docMk/>
            <pc:sldMk cId="3599266888" sldId="290"/>
            <ac:spMk id="46" creationId="{7462F5B5-BE92-593E-2F15-22E201981C39}"/>
          </ac:spMkLst>
        </pc:spChg>
        <pc:spChg chg="del">
          <ac:chgData name="克利 寳迫" userId="d1807dd80cee582b" providerId="LiveId" clId="{F79782EE-D85D-46E2-B3E9-FAE15D6BED98}" dt="2026-05-22T18:47:29.731" v="429" actId="478"/>
          <ac:spMkLst>
            <pc:docMk/>
            <pc:sldMk cId="3599266888" sldId="290"/>
            <ac:spMk id="47" creationId="{30A212F9-F97A-5E9B-0B38-5A086BFB9CDC}"/>
          </ac:spMkLst>
        </pc:spChg>
        <pc:spChg chg="del">
          <ac:chgData name="克利 寳迫" userId="d1807dd80cee582b" providerId="LiveId" clId="{F79782EE-D85D-46E2-B3E9-FAE15D6BED98}" dt="2026-05-22T18:47:29.731" v="429" actId="478"/>
          <ac:spMkLst>
            <pc:docMk/>
            <pc:sldMk cId="3599266888" sldId="290"/>
            <ac:spMk id="49" creationId="{916EEF1A-24F7-2499-CD5C-1814BB0CCF9E}"/>
          </ac:spMkLst>
        </pc:spChg>
        <pc:grpChg chg="mod">
          <ac:chgData name="克利 寳迫" userId="d1807dd80cee582b" providerId="LiveId" clId="{F79782EE-D85D-46E2-B3E9-FAE15D6BED98}" dt="2026-05-22T18:48:38.396" v="449" actId="164"/>
          <ac:grpSpMkLst>
            <pc:docMk/>
            <pc:sldMk cId="3599266888" sldId="290"/>
            <ac:grpSpMk id="4" creationId="{1F3CC6AE-1A7B-C323-C957-C3B0EC1C2C05}"/>
          </ac:grpSpMkLst>
        </pc:grpChg>
        <pc:grpChg chg="add mod">
          <ac:chgData name="克利 寳迫" userId="d1807dd80cee582b" providerId="LiveId" clId="{F79782EE-D85D-46E2-B3E9-FAE15D6BED98}" dt="2026-05-22T18:48:39.532" v="450" actId="1076"/>
          <ac:grpSpMkLst>
            <pc:docMk/>
            <pc:sldMk cId="3599266888" sldId="290"/>
            <ac:grpSpMk id="5" creationId="{37278648-8EE5-33F9-06DF-533702F93321}"/>
          </ac:grpSpMkLst>
        </pc:grpChg>
        <pc:picChg chg="mod modCrop">
          <ac:chgData name="克利 寳迫" userId="d1807dd80cee582b" providerId="LiveId" clId="{F79782EE-D85D-46E2-B3E9-FAE15D6BED98}" dt="2026-05-22T18:48:16.424" v="444" actId="732"/>
          <ac:picMkLst>
            <pc:docMk/>
            <pc:sldMk cId="3599266888" sldId="290"/>
            <ac:picMk id="57" creationId="{6E3EDB17-E493-A63B-0EC1-64525278E3F6}"/>
          </ac:picMkLst>
        </pc:picChg>
        <pc:cxnChg chg="add mod">
          <ac:chgData name="克利 寳迫" userId="d1807dd80cee582b" providerId="LiveId" clId="{F79782EE-D85D-46E2-B3E9-FAE15D6BED98}" dt="2026-05-22T18:48:38.396" v="449" actId="164"/>
          <ac:cxnSpMkLst>
            <pc:docMk/>
            <pc:sldMk cId="3599266888" sldId="290"/>
            <ac:cxnSpMk id="3" creationId="{2EFCEC65-7A7F-1E78-1035-65AECE1D2A62}"/>
          </ac:cxnSpMkLst>
        </pc:cxnChg>
        <pc:cxnChg chg="del">
          <ac:chgData name="克利 寳迫" userId="d1807dd80cee582b" providerId="LiveId" clId="{F79782EE-D85D-46E2-B3E9-FAE15D6BED98}" dt="2026-05-22T18:47:29.731" v="429" actId="478"/>
          <ac:cxnSpMkLst>
            <pc:docMk/>
            <pc:sldMk cId="3599266888" sldId="290"/>
            <ac:cxnSpMk id="42" creationId="{0F844763-B4B5-6212-7719-D5003580D99A}"/>
          </ac:cxnSpMkLst>
        </pc:cxnChg>
        <pc:cxnChg chg="del">
          <ac:chgData name="克利 寳迫" userId="d1807dd80cee582b" providerId="LiveId" clId="{F79782EE-D85D-46E2-B3E9-FAE15D6BED98}" dt="2026-05-22T18:47:29.731" v="429" actId="478"/>
          <ac:cxnSpMkLst>
            <pc:docMk/>
            <pc:sldMk cId="3599266888" sldId="290"/>
            <ac:cxnSpMk id="45" creationId="{024FF5C1-2E54-F53C-A71E-14A3EC601287}"/>
          </ac:cxnSpMkLst>
        </pc:cxnChg>
        <pc:cxnChg chg="del">
          <ac:chgData name="克利 寳迫" userId="d1807dd80cee582b" providerId="LiveId" clId="{F79782EE-D85D-46E2-B3E9-FAE15D6BED98}" dt="2026-05-22T18:47:29.731" v="429" actId="478"/>
          <ac:cxnSpMkLst>
            <pc:docMk/>
            <pc:sldMk cId="3599266888" sldId="290"/>
            <ac:cxnSpMk id="48" creationId="{ACFBC19C-24BD-F1F2-E683-9C93ED5FF608}"/>
          </ac:cxnSpMkLst>
        </pc:cxnChg>
      </pc:sldChg>
      <pc:sldChg chg="add del">
        <pc:chgData name="克利 寳迫" userId="d1807dd80cee582b" providerId="LiveId" clId="{F79782EE-D85D-46E2-B3E9-FAE15D6BED98}" dt="2026-05-22T18:50:19.922" v="468" actId="47"/>
        <pc:sldMkLst>
          <pc:docMk/>
          <pc:sldMk cId="2242426619" sldId="291"/>
        </pc:sldMkLst>
      </pc:sldChg>
      <pc:sldChg chg="delSp modSp add mod ord">
        <pc:chgData name="克利 寳迫" userId="d1807dd80cee582b" providerId="LiveId" clId="{F79782EE-D85D-46E2-B3E9-FAE15D6BED98}" dt="2026-05-22T18:51:26.080" v="485"/>
        <pc:sldMkLst>
          <pc:docMk/>
          <pc:sldMk cId="3122026839" sldId="292"/>
        </pc:sldMkLst>
        <pc:spChg chg="mod">
          <ac:chgData name="克利 寳迫" userId="d1807dd80cee582b" providerId="LiveId" clId="{F79782EE-D85D-46E2-B3E9-FAE15D6BED98}" dt="2026-05-22T18:50:53.172" v="480" actId="1035"/>
          <ac:spMkLst>
            <pc:docMk/>
            <pc:sldMk cId="3122026839" sldId="292"/>
            <ac:spMk id="39" creationId="{2FF889D0-A0C2-A636-C1F0-65F38385CEB3}"/>
          </ac:spMkLst>
        </pc:spChg>
        <pc:spChg chg="del">
          <ac:chgData name="克利 寳迫" userId="d1807dd80cee582b" providerId="LiveId" clId="{F79782EE-D85D-46E2-B3E9-FAE15D6BED98}" dt="2026-05-22T18:50:26.125" v="471" actId="478"/>
          <ac:spMkLst>
            <pc:docMk/>
            <pc:sldMk cId="3122026839" sldId="292"/>
            <ac:spMk id="52" creationId="{81A80589-56FD-B3AB-72A2-C7E6313F1EE2}"/>
          </ac:spMkLst>
        </pc:spChg>
        <pc:spChg chg="del">
          <ac:chgData name="克利 寳迫" userId="d1807dd80cee582b" providerId="LiveId" clId="{F79782EE-D85D-46E2-B3E9-FAE15D6BED98}" dt="2026-05-22T18:50:23.198" v="469" actId="478"/>
          <ac:spMkLst>
            <pc:docMk/>
            <pc:sldMk cId="3122026839" sldId="292"/>
            <ac:spMk id="53" creationId="{88065096-7BC2-3EC1-6672-4ADC647A0535}"/>
          </ac:spMkLst>
        </pc:spChg>
        <pc:grpChg chg="mod">
          <ac:chgData name="克利 寳迫" userId="d1807dd80cee582b" providerId="LiveId" clId="{F79782EE-D85D-46E2-B3E9-FAE15D6BED98}" dt="2026-05-22T18:51:15.890" v="483" actId="1076"/>
          <ac:grpSpMkLst>
            <pc:docMk/>
            <pc:sldMk cId="3122026839" sldId="292"/>
            <ac:grpSpMk id="4" creationId="{57C5BA6F-1E4A-63E8-E13E-ACF24FCF776E}"/>
          </ac:grpSpMkLst>
        </pc:grpChg>
        <pc:picChg chg="mod modCrop">
          <ac:chgData name="克利 寳迫" userId="d1807dd80cee582b" providerId="LiveId" clId="{F79782EE-D85D-46E2-B3E9-FAE15D6BED98}" dt="2026-05-22T18:50:38.660" v="475" actId="732"/>
          <ac:picMkLst>
            <pc:docMk/>
            <pc:sldMk cId="3122026839" sldId="292"/>
            <ac:picMk id="59" creationId="{86CB041F-538C-1C74-0EFF-D52124EE904E}"/>
          </ac:picMkLst>
        </pc:picChg>
        <pc:picChg chg="del">
          <ac:chgData name="克利 寳迫" userId="d1807dd80cee582b" providerId="LiveId" clId="{F79782EE-D85D-46E2-B3E9-FAE15D6BED98}" dt="2026-05-22T18:50:29.422" v="472" actId="478"/>
          <ac:picMkLst>
            <pc:docMk/>
            <pc:sldMk cId="3122026839" sldId="292"/>
            <ac:picMk id="60" creationId="{768B524F-3B01-2019-C358-24DC69F48012}"/>
          </ac:picMkLst>
        </pc:picChg>
        <pc:cxnChg chg="del mod">
          <ac:chgData name="克利 寳迫" userId="d1807dd80cee582b" providerId="LiveId" clId="{F79782EE-D85D-46E2-B3E9-FAE15D6BED98}" dt="2026-05-22T18:50:24.796" v="470" actId="478"/>
          <ac:cxnSpMkLst>
            <pc:docMk/>
            <pc:sldMk cId="3122026839" sldId="292"/>
            <ac:cxnSpMk id="54" creationId="{E2837F00-0637-6227-54DC-986E1B7B3408}"/>
          </ac:cxnSpMkLst>
        </pc:cxnChg>
      </pc:sldChg>
      <pc:sldChg chg="modSp add mod">
        <pc:chgData name="克利 寳迫" userId="d1807dd80cee582b" providerId="LiveId" clId="{F79782EE-D85D-46E2-B3E9-FAE15D6BED98}" dt="2026-05-22T18:59:47.117" v="641" actId="1035"/>
        <pc:sldMkLst>
          <pc:docMk/>
          <pc:sldMk cId="1099447480" sldId="293"/>
        </pc:sldMkLst>
        <pc:spChg chg="mod">
          <ac:chgData name="克利 寳迫" userId="d1807dd80cee582b" providerId="LiveId" clId="{F79782EE-D85D-46E2-B3E9-FAE15D6BED98}" dt="2026-05-22T18:59:47.117" v="641" actId="1035"/>
          <ac:spMkLst>
            <pc:docMk/>
            <pc:sldMk cId="1099447480" sldId="293"/>
            <ac:spMk id="62" creationId="{46A5EB4F-14FB-9659-4CBD-BDBF36771E82}"/>
          </ac:spMkLst>
        </pc:spChg>
      </pc:sldChg>
      <pc:sldChg chg="add del">
        <pc:chgData name="克利 寳迫" userId="d1807dd80cee582b" providerId="LiveId" clId="{F79782EE-D85D-46E2-B3E9-FAE15D6BED98}" dt="2026-05-22T18:55:25.736" v="534"/>
        <pc:sldMkLst>
          <pc:docMk/>
          <pc:sldMk cId="4175693236" sldId="293"/>
        </pc:sldMkLst>
      </pc:sldChg>
      <pc:sldChg chg="add del">
        <pc:chgData name="克利 寳迫" userId="d1807dd80cee582b" providerId="LiveId" clId="{F79782EE-D85D-46E2-B3E9-FAE15D6BED98}" dt="2026-05-22T19:00:03.178" v="643" actId="47"/>
        <pc:sldMkLst>
          <pc:docMk/>
          <pc:sldMk cId="1215073941" sldId="294"/>
        </pc:sldMkLst>
      </pc:sldChg>
      <pc:sldChg chg="addSp delSp modSp add mod">
        <pc:chgData name="克利 寳迫" userId="d1807dd80cee582b" providerId="LiveId" clId="{F79782EE-D85D-46E2-B3E9-FAE15D6BED98}" dt="2026-05-22T19:02:03.666" v="691" actId="1076"/>
        <pc:sldMkLst>
          <pc:docMk/>
          <pc:sldMk cId="1676903469" sldId="294"/>
        </pc:sldMkLst>
        <pc:spChg chg="add del mod">
          <ac:chgData name="克利 寳迫" userId="d1807dd80cee582b" providerId="LiveId" clId="{F79782EE-D85D-46E2-B3E9-FAE15D6BED98}" dt="2026-05-22T19:01:00.939" v="665" actId="1035"/>
          <ac:spMkLst>
            <pc:docMk/>
            <pc:sldMk cId="1676903469" sldId="294"/>
            <ac:spMk id="7" creationId="{594DA5AF-650D-BC84-F88A-86C148F19EF9}"/>
          </ac:spMkLst>
        </pc:spChg>
        <pc:spChg chg="del">
          <ac:chgData name="克利 寳迫" userId="d1807dd80cee582b" providerId="LiveId" clId="{F79782EE-D85D-46E2-B3E9-FAE15D6BED98}" dt="2026-05-22T19:00:37.804" v="652" actId="478"/>
          <ac:spMkLst>
            <pc:docMk/>
            <pc:sldMk cId="1676903469" sldId="294"/>
            <ac:spMk id="9" creationId="{6A0D497D-6A5D-170E-3F80-5B87F9779B29}"/>
          </ac:spMkLst>
        </pc:spChg>
        <pc:spChg chg="del">
          <ac:chgData name="克利 寳迫" userId="d1807dd80cee582b" providerId="LiveId" clId="{F79782EE-D85D-46E2-B3E9-FAE15D6BED98}" dt="2026-05-22T19:00:36.226" v="651" actId="478"/>
          <ac:spMkLst>
            <pc:docMk/>
            <pc:sldMk cId="1676903469" sldId="294"/>
            <ac:spMk id="11" creationId="{97858C58-E38A-1777-0505-18E630FEF925}"/>
          </ac:spMkLst>
        </pc:spChg>
        <pc:spChg chg="del">
          <ac:chgData name="克利 寳迫" userId="d1807dd80cee582b" providerId="LiveId" clId="{F79782EE-D85D-46E2-B3E9-FAE15D6BED98}" dt="2026-05-22T19:00:34.744" v="650" actId="478"/>
          <ac:spMkLst>
            <pc:docMk/>
            <pc:sldMk cId="1676903469" sldId="294"/>
            <ac:spMk id="12" creationId="{955C6BC6-982F-F854-64B8-2B1E34419A28}"/>
          </ac:spMkLst>
        </pc:spChg>
        <pc:spChg chg="del">
          <ac:chgData name="克利 寳迫" userId="d1807dd80cee582b" providerId="LiveId" clId="{F79782EE-D85D-46E2-B3E9-FAE15D6BED98}" dt="2026-05-22T19:00:40.244" v="654" actId="478"/>
          <ac:spMkLst>
            <pc:docMk/>
            <pc:sldMk cId="1676903469" sldId="294"/>
            <ac:spMk id="17" creationId="{3267DD6C-7540-FC16-3E33-5A69DADAA8BF}"/>
          </ac:spMkLst>
        </pc:spChg>
        <pc:spChg chg="del">
          <ac:chgData name="克利 寳迫" userId="d1807dd80cee582b" providerId="LiveId" clId="{F79782EE-D85D-46E2-B3E9-FAE15D6BED98}" dt="2026-05-22T19:00:31.645" v="648" actId="478"/>
          <ac:spMkLst>
            <pc:docMk/>
            <pc:sldMk cId="1676903469" sldId="294"/>
            <ac:spMk id="62" creationId="{79E24AEA-7BD9-423C-0801-257B6C9A613E}"/>
          </ac:spMkLst>
        </pc:spChg>
        <pc:grpChg chg="mod">
          <ac:chgData name="克利 寳迫" userId="d1807dd80cee582b" providerId="LiveId" clId="{F79782EE-D85D-46E2-B3E9-FAE15D6BED98}" dt="2026-05-22T19:02:03.666" v="691" actId="1076"/>
          <ac:grpSpMkLst>
            <pc:docMk/>
            <pc:sldMk cId="1676903469" sldId="294"/>
            <ac:grpSpMk id="65" creationId="{CB893D8F-A4D9-B29B-4C3B-8B8F539C4A31}"/>
          </ac:grpSpMkLst>
        </pc:grpChg>
        <pc:picChg chg="del">
          <ac:chgData name="克利 寳迫" userId="d1807dd80cee582b" providerId="LiveId" clId="{F79782EE-D85D-46E2-B3E9-FAE15D6BED98}" dt="2026-05-22T19:00:33.162" v="649" actId="478"/>
          <ac:picMkLst>
            <pc:docMk/>
            <pc:sldMk cId="1676903469" sldId="294"/>
            <ac:picMk id="21" creationId="{73569E9D-0F6B-28F3-45AC-D626BB1C5E4B}"/>
          </ac:picMkLst>
        </pc:picChg>
        <pc:picChg chg="add del mod modCrop">
          <ac:chgData name="克利 寳迫" userId="d1807dd80cee582b" providerId="LiveId" clId="{F79782EE-D85D-46E2-B3E9-FAE15D6BED98}" dt="2026-05-22T19:00:46.043" v="656" actId="732"/>
          <ac:picMkLst>
            <pc:docMk/>
            <pc:sldMk cId="1676903469" sldId="294"/>
            <ac:picMk id="22" creationId="{88691271-80CF-58CB-CB5F-494CBEC8D299}"/>
          </ac:picMkLst>
        </pc:picChg>
        <pc:cxnChg chg="del">
          <ac:chgData name="克利 寳迫" userId="d1807dd80cee582b" providerId="LiveId" clId="{F79782EE-D85D-46E2-B3E9-FAE15D6BED98}" dt="2026-05-22T19:00:39.177" v="653" actId="478"/>
          <ac:cxnSpMkLst>
            <pc:docMk/>
            <pc:sldMk cId="1676903469" sldId="294"/>
            <ac:cxnSpMk id="10" creationId="{2204D2DF-98D7-5707-E4DC-67717BE9C385}"/>
          </ac:cxnSpMkLst>
        </pc:cxnChg>
        <pc:cxnChg chg="del mod">
          <ac:chgData name="克利 寳迫" userId="d1807dd80cee582b" providerId="LiveId" clId="{F79782EE-D85D-46E2-B3E9-FAE15D6BED98}" dt="2026-05-22T19:00:41.502" v="655" actId="478"/>
          <ac:cxnSpMkLst>
            <pc:docMk/>
            <pc:sldMk cId="1676903469" sldId="294"/>
            <ac:cxnSpMk id="18" creationId="{FB9B2489-EE24-BBC7-E9A5-39847521C27F}"/>
          </ac:cxnSpMkLst>
        </pc:cxnChg>
      </pc:sldChg>
      <pc:sldChg chg="add del">
        <pc:chgData name="克利 寳迫" userId="d1807dd80cee582b" providerId="LiveId" clId="{F79782EE-D85D-46E2-B3E9-FAE15D6BED98}" dt="2026-05-22T19:01:07.988" v="667" actId="47"/>
        <pc:sldMkLst>
          <pc:docMk/>
          <pc:sldMk cId="4164923780" sldId="295"/>
        </pc:sldMkLst>
      </pc:sldChg>
      <pc:sldChg chg="delSp modSp add mod">
        <pc:chgData name="克利 寳迫" userId="d1807dd80cee582b" providerId="LiveId" clId="{F79782EE-D85D-46E2-B3E9-FAE15D6BED98}" dt="2026-05-22T19:01:49.235" v="690" actId="1035"/>
        <pc:sldMkLst>
          <pc:docMk/>
          <pc:sldMk cId="1156615243" sldId="296"/>
        </pc:sldMkLst>
        <pc:spChg chg="mod">
          <ac:chgData name="克利 寳迫" userId="d1807dd80cee582b" providerId="LiveId" clId="{F79782EE-D85D-46E2-B3E9-FAE15D6BED98}" dt="2026-05-22T19:01:49.235" v="690" actId="1035"/>
          <ac:spMkLst>
            <pc:docMk/>
            <pc:sldMk cId="1156615243" sldId="296"/>
            <ac:spMk id="7" creationId="{03CA7EE3-D661-9B98-EDA1-DD8487B2D69C}"/>
          </ac:spMkLst>
        </pc:spChg>
        <pc:spChg chg="del">
          <ac:chgData name="克利 寳迫" userId="d1807dd80cee582b" providerId="LiveId" clId="{F79782EE-D85D-46E2-B3E9-FAE15D6BED98}" dt="2026-05-22T19:01:12.386" v="668" actId="478"/>
          <ac:spMkLst>
            <pc:docMk/>
            <pc:sldMk cId="1156615243" sldId="296"/>
            <ac:spMk id="13" creationId="{B991565C-3D4D-1B7C-12E3-17602EE45585}"/>
          </ac:spMkLst>
        </pc:spChg>
        <pc:spChg chg="del">
          <ac:chgData name="克利 寳迫" userId="d1807dd80cee582b" providerId="LiveId" clId="{F79782EE-D85D-46E2-B3E9-FAE15D6BED98}" dt="2026-05-22T19:01:13.867" v="669" actId="478"/>
          <ac:spMkLst>
            <pc:docMk/>
            <pc:sldMk cId="1156615243" sldId="296"/>
            <ac:spMk id="19" creationId="{1B4B5FC6-3265-E0FC-A10A-37F3CF143522}"/>
          </ac:spMkLst>
        </pc:spChg>
        <pc:grpChg chg="mod">
          <ac:chgData name="克利 寳迫" userId="d1807dd80cee582b" providerId="LiveId" clId="{F79782EE-D85D-46E2-B3E9-FAE15D6BED98}" dt="2026-05-22T19:01:31.389" v="681" actId="1076"/>
          <ac:grpSpMkLst>
            <pc:docMk/>
            <pc:sldMk cId="1156615243" sldId="296"/>
            <ac:grpSpMk id="65" creationId="{75966339-1095-7EC8-F875-21615F5C3F7A}"/>
          </ac:grpSpMkLst>
        </pc:grpChg>
        <pc:picChg chg="mod modCrop">
          <ac:chgData name="克利 寳迫" userId="d1807dd80cee582b" providerId="LiveId" clId="{F79782EE-D85D-46E2-B3E9-FAE15D6BED98}" dt="2026-05-22T19:01:41.363" v="682" actId="732"/>
          <ac:picMkLst>
            <pc:docMk/>
            <pc:sldMk cId="1156615243" sldId="296"/>
            <ac:picMk id="22" creationId="{1738B2E8-5C10-063C-8E2A-B42D76095B5C}"/>
          </ac:picMkLst>
        </pc:picChg>
        <pc:cxnChg chg="del mod">
          <ac:chgData name="克利 寳迫" userId="d1807dd80cee582b" providerId="LiveId" clId="{F79782EE-D85D-46E2-B3E9-FAE15D6BED98}" dt="2026-05-22T19:01:15.089" v="670" actId="478"/>
          <ac:cxnSpMkLst>
            <pc:docMk/>
            <pc:sldMk cId="1156615243" sldId="296"/>
            <ac:cxnSpMk id="20" creationId="{91786289-004C-EDA5-2E6C-BE5410B434DB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B7A9C8-CD40-02F2-4AFF-3A4EA0A12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A6F261D-1DEC-43FD-7EB1-7852B09BB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4A11490-EDAF-D489-4703-10862AB29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793624-4AA6-E906-AD7B-464EE1600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20FC20-D43E-B46B-9902-8AA72B61E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8794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711DA8-8C03-66E1-C8FE-AECB7D6A5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DB1C660-831C-B515-1FC7-06F2C1CD2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111A5B-BF75-D665-A326-32B4DAFE6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632B30-40B3-C401-E487-A44FE6163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4DF3A3-0766-A249-A4F8-BD5FC6A29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8761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C15ABF-6C98-5CCB-B67A-9E17493B6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879ED16-E695-B65E-AC81-959E322640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744A8BD-E994-20CA-F278-658B1AF88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87F3E3-8C16-4428-CBFC-963DADCB7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E9703C-B779-59D7-89A1-DE580E7F7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321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8559BE-7B68-DB8D-1E0D-5DC010836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935AAB-28D5-B128-4E07-32AAAE627B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D276FC9-A475-6B4D-450E-D63F7919FE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BD294D5-C664-FE30-1C18-DED173BC9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E9173CF-E195-D564-94AF-E72D2EF94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D20C1AC-558D-E039-E608-10220E4FE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9935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597370-4AF0-8B4A-2ECE-ACDF8640A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EC474D0-5C55-3738-2326-C02D6A593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34921E1-D1C9-F809-52E5-B5C2852EC9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CE4E936-47D6-B13A-A6A1-F3D87EDF14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05CBC00-A892-0C87-F3EA-7EA1802AB1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1456954-95C7-CF4C-249F-1D6895821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5745ACE-A110-8CF7-987E-2F46BDAAF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34DA3AB-8ABA-84A6-20C3-FFB7B25F2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9939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CC4D89-42FC-285D-7279-48320E639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EE68BF2-C450-D8D2-CD4A-0CB75165D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DE8A4A-839F-F966-46F7-FA2D21DFE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64701C0-94B1-3A7C-FBAC-63CC777EB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4550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DA886E7-FB69-1FE6-82B0-6A68AC913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0F4AF76-EB4F-7CEA-66A5-EA7B05DE3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B5FAF0-B7AD-0024-CF5B-A16E7C103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3453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3B8F38-4C4C-51E7-13B4-5EC0243AF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A765C0-5A1F-5BFE-D0F4-7757627D3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6616C6B-0F2F-0DA6-FE3B-4027630F58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4528518-BD3B-77FD-A17B-CDC37D61A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947850-1023-71B2-9143-742A8C772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B850C81-2BF6-8552-B6C4-C45EF7849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7142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C10B33-3ACF-37B5-B698-EE95A759F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E933CA3-A199-0523-16B5-4CDA3031D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015C1D8-162F-D436-E28F-C39C04D97A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3AFA11B-E65F-2B23-C08D-F687F1850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F9899F3-DD10-1AF4-200C-BE7417E8A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5BC771-01CC-F28A-7573-FAF235F4D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938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1BA42B-7E1C-346B-B68D-D6720E6B2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D001F52-37F8-30A8-9376-6E8B631951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5C3D5B-E934-18B3-0E32-6E1F77D2F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96F7D4-27D0-68C8-9F18-4901F4308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D67265-F337-264F-CBA9-ED7146B55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2249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BB7EE71-EE08-E0B1-6B79-103BE07C72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548C2D-FC85-5311-06ED-832987AC7A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1F3E60-25D4-8488-FB22-1B67264AC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E09A52-73A1-2E26-C985-1892978F9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7EE22C1-E7A5-7CA9-8EC1-3127987D1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1140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1EA3995-B799-AC79-D658-A237AB6CE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F7C7BA-2422-2616-5576-EE328AFB6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0D7821-0130-BF82-9F38-F14121A5AE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557232-4567-7888-7059-21CE6D8C5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59DA19-5831-EC50-644F-7DC3EEFE71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5701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C3C68308-2AD8-3BBF-42D6-41AD34A52D8F}"/>
              </a:ext>
            </a:extLst>
          </p:cNvPr>
          <p:cNvGrpSpPr/>
          <p:nvPr/>
        </p:nvGrpSpPr>
        <p:grpSpPr>
          <a:xfrm>
            <a:off x="-855407" y="-7728154"/>
            <a:ext cx="13303046" cy="19762839"/>
            <a:chOff x="-855407" y="-7728154"/>
            <a:chExt cx="13303046" cy="19762839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9B08CDD2-A161-BA29-8D11-A8682EBA3F9E}"/>
                </a:ext>
              </a:extLst>
            </p:cNvPr>
            <p:cNvSpPr/>
            <p:nvPr/>
          </p:nvSpPr>
          <p:spPr>
            <a:xfrm>
              <a:off x="-855407" y="-7728154"/>
              <a:ext cx="13303046" cy="1976283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CED4BEDD-05BE-86A0-F22C-6B47A4043A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8340" y="4701892"/>
              <a:ext cx="9515475" cy="67151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D4A899B7-10A4-39E7-8B3D-8F76F07CB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882"/>
            <a:stretch>
              <a:fillRect/>
            </a:stretch>
          </p:blipFill>
          <p:spPr>
            <a:xfrm>
              <a:off x="-515275" y="-1302363"/>
              <a:ext cx="12744000" cy="6651603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2D5681A0-E10C-0EB7-1434-ED2E73205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7198" y="-7149646"/>
              <a:ext cx="11300400" cy="79655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87651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4313106B-5620-4C72-B153-1A5F31039641}"/>
              </a:ext>
            </a:extLst>
          </p:cNvPr>
          <p:cNvGrpSpPr/>
          <p:nvPr/>
        </p:nvGrpSpPr>
        <p:grpSpPr>
          <a:xfrm>
            <a:off x="461899" y="-6355586"/>
            <a:ext cx="11268202" cy="19569173"/>
            <a:chOff x="0" y="0"/>
            <a:chExt cx="11475801" cy="19124022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7BAB3D4A-8172-A04B-F527-58319D4ABE0B}"/>
                </a:ext>
              </a:extLst>
            </p:cNvPr>
            <p:cNvGrpSpPr/>
            <p:nvPr/>
          </p:nvGrpSpPr>
          <p:grpSpPr>
            <a:xfrm>
              <a:off x="0" y="0"/>
              <a:ext cx="11475801" cy="19124022"/>
              <a:chOff x="0" y="0"/>
              <a:chExt cx="11236058" cy="18674011"/>
            </a:xfrm>
          </p:grpSpPr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0622D09D-C287-AC17-5FBF-C440DD5BF06B}"/>
                  </a:ext>
                </a:extLst>
              </p:cNvPr>
              <p:cNvSpPr/>
              <p:nvPr/>
            </p:nvSpPr>
            <p:spPr>
              <a:xfrm>
                <a:off x="0" y="0"/>
                <a:ext cx="11236058" cy="18674011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19" name="図 18">
                <a:extLst>
                  <a:ext uri="{FF2B5EF4-FFF2-40B4-BE49-F238E27FC236}">
                    <a16:creationId xmlns:a16="http://schemas.microsoft.com/office/drawing/2014/main" id="{473DDA88-E27C-4A57-F196-D5472179BFA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3511" r="6080"/>
              <a:stretch>
                <a:fillRect/>
              </a:stretch>
            </p:blipFill>
            <p:spPr>
              <a:xfrm>
                <a:off x="1360933" y="11894317"/>
                <a:ext cx="8602795" cy="6715125"/>
              </a:xfrm>
              <a:prstGeom prst="rect">
                <a:avLst/>
              </a:prstGeom>
            </p:spPr>
          </p:pic>
          <p:pic>
            <p:nvPicPr>
              <p:cNvPr id="20" name="図 19">
                <a:extLst>
                  <a:ext uri="{FF2B5EF4-FFF2-40B4-BE49-F238E27FC236}">
                    <a16:creationId xmlns:a16="http://schemas.microsoft.com/office/drawing/2014/main" id="{45AF5E9B-03D6-4AB1-1676-F897EC1E4B6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15627" r="14777" b="5882"/>
              <a:stretch>
                <a:fillRect/>
              </a:stretch>
            </p:blipFill>
            <p:spPr>
              <a:xfrm>
                <a:off x="1284801" y="5890062"/>
                <a:ext cx="8869255" cy="6651603"/>
              </a:xfrm>
              <a:prstGeom prst="rect">
                <a:avLst/>
              </a:prstGeom>
            </p:spPr>
          </p:pic>
          <p:pic>
            <p:nvPicPr>
              <p:cNvPr id="21" name="図 20">
                <a:extLst>
                  <a:ext uri="{FF2B5EF4-FFF2-40B4-BE49-F238E27FC236}">
                    <a16:creationId xmlns:a16="http://schemas.microsoft.com/office/drawing/2014/main" id="{724E5798-6B4D-8335-294F-FFE337B9910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9123" r="14411"/>
              <a:stretch>
                <a:fillRect/>
              </a:stretch>
            </p:blipFill>
            <p:spPr>
              <a:xfrm>
                <a:off x="1246735" y="42779"/>
                <a:ext cx="8640862" cy="7965543"/>
              </a:xfrm>
              <a:prstGeom prst="rect">
                <a:avLst/>
              </a:prstGeom>
            </p:spPr>
          </p:pic>
        </p:grp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FF1069A-A88D-ECCA-B2D3-D5E5EA42DE82}"/>
                </a:ext>
              </a:extLst>
            </p:cNvPr>
            <p:cNvSpPr/>
            <p:nvPr/>
          </p:nvSpPr>
          <p:spPr>
            <a:xfrm>
              <a:off x="1639995" y="2407636"/>
              <a:ext cx="8272548" cy="386732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E0E6D1CA-FE3F-BD19-107E-ECC42C57A33E}"/>
                </a:ext>
              </a:extLst>
            </p:cNvPr>
            <p:cNvSpPr/>
            <p:nvPr/>
          </p:nvSpPr>
          <p:spPr>
            <a:xfrm>
              <a:off x="1647615" y="6431862"/>
              <a:ext cx="8259213" cy="581804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5A06FF8C-BBF1-A37D-99A5-8EC634E1711A}"/>
                </a:ext>
              </a:extLst>
            </p:cNvPr>
            <p:cNvSpPr/>
            <p:nvPr/>
          </p:nvSpPr>
          <p:spPr>
            <a:xfrm>
              <a:off x="1651425" y="12552974"/>
              <a:ext cx="8253498" cy="61394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A8E0F279-70E5-379B-E1F0-D9F94828F9DC}"/>
                </a:ext>
              </a:extLst>
            </p:cNvPr>
            <p:cNvCxnSpPr>
              <a:cxnSpLocks/>
              <a:stCxn id="10" idx="2"/>
              <a:endCxn id="17" idx="3"/>
            </p:cNvCxnSpPr>
            <p:nvPr/>
          </p:nvCxnSpPr>
          <p:spPr>
            <a:xfrm flipH="1">
              <a:off x="10123534" y="1215948"/>
              <a:ext cx="587953" cy="28396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E104C9A3-86A7-D51B-40D9-020CDC9F4FBC}"/>
                </a:ext>
              </a:extLst>
            </p:cNvPr>
            <p:cNvSpPr/>
            <p:nvPr/>
          </p:nvSpPr>
          <p:spPr>
            <a:xfrm>
              <a:off x="10209576" y="787841"/>
              <a:ext cx="1003822" cy="428106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①基本操作</a:t>
              </a:r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E68340B4-6D24-E1D2-B115-6F171BA29353}"/>
                </a:ext>
              </a:extLst>
            </p:cNvPr>
            <p:cNvSpPr/>
            <p:nvPr/>
          </p:nvSpPr>
          <p:spPr>
            <a:xfrm>
              <a:off x="10191493" y="3783566"/>
              <a:ext cx="1170410" cy="71454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②エネミー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情報入力欄</a:t>
              </a: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02CDDD4D-0B14-0752-6CA5-ED2B32D28DB7}"/>
                </a:ext>
              </a:extLst>
            </p:cNvPr>
            <p:cNvCxnSpPr>
              <a:stCxn id="11" idx="1"/>
              <a:endCxn id="6" idx="3"/>
            </p:cNvCxnSpPr>
            <p:nvPr/>
          </p:nvCxnSpPr>
          <p:spPr>
            <a:xfrm flipH="1">
              <a:off x="9910638" y="4146901"/>
              <a:ext cx="278950" cy="19820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A1F70571-B6B2-13D4-D227-24B29505C168}"/>
                </a:ext>
              </a:extLst>
            </p:cNvPr>
            <p:cNvSpPr/>
            <p:nvPr/>
          </p:nvSpPr>
          <p:spPr>
            <a:xfrm>
              <a:off x="10179543" y="8754923"/>
              <a:ext cx="1129367" cy="700000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③ドロップ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入力欄</a:t>
              </a: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50B8946C-E226-2A43-27FE-92A7329BAA3A}"/>
                </a:ext>
              </a:extLst>
            </p:cNvPr>
            <p:cNvCxnSpPr>
              <a:stCxn id="13" idx="1"/>
              <a:endCxn id="7" idx="3"/>
            </p:cNvCxnSpPr>
            <p:nvPr/>
          </p:nvCxnSpPr>
          <p:spPr>
            <a:xfrm flipH="1">
              <a:off x="9904923" y="9103625"/>
              <a:ext cx="274620" cy="23916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32848968-827C-725D-E743-131CBFBB5A52}"/>
                </a:ext>
              </a:extLst>
            </p:cNvPr>
            <p:cNvSpPr/>
            <p:nvPr/>
          </p:nvSpPr>
          <p:spPr>
            <a:xfrm>
              <a:off x="10179542" y="14961760"/>
              <a:ext cx="1135083" cy="83490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④エネミー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能力値欄</a:t>
              </a: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C83085F6-8CDA-B12B-DEC4-FF49022A0FDF}"/>
                </a:ext>
              </a:extLst>
            </p:cNvPr>
            <p:cNvCxnSpPr>
              <a:stCxn id="15" idx="1"/>
              <a:endCxn id="8" idx="3"/>
            </p:cNvCxnSpPr>
            <p:nvPr/>
          </p:nvCxnSpPr>
          <p:spPr>
            <a:xfrm flipH="1">
              <a:off x="9904923" y="15378262"/>
              <a:ext cx="274619" cy="24669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EC0E0312-1518-D906-CA50-661F906058F2}"/>
                </a:ext>
              </a:extLst>
            </p:cNvPr>
            <p:cNvSpPr/>
            <p:nvPr/>
          </p:nvSpPr>
          <p:spPr>
            <a:xfrm>
              <a:off x="1429003" y="681482"/>
              <a:ext cx="8694531" cy="163685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</p:grpSp>
    </p:spTree>
    <p:extLst>
      <p:ext uri="{BB962C8B-B14F-4D97-AF65-F5344CB8AC3E}">
        <p14:creationId xmlns:p14="http://schemas.microsoft.com/office/powerpoint/2010/main" val="3296933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>
            <a:extLst>
              <a:ext uri="{FF2B5EF4-FFF2-40B4-BE49-F238E27FC236}">
                <a16:creationId xmlns:a16="http://schemas.microsoft.com/office/drawing/2014/main" id="{4F45D081-122C-A67B-F3CE-434CFE366D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054" t="3847" r="17591" b="3889"/>
          <a:stretch>
            <a:fillRect/>
          </a:stretch>
        </p:blipFill>
        <p:spPr>
          <a:xfrm>
            <a:off x="2667000" y="486087"/>
            <a:ext cx="5985510" cy="12743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023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7F64B540-BE8C-0B3F-0C77-B712161BC309}"/>
              </a:ext>
            </a:extLst>
          </p:cNvPr>
          <p:cNvGrpSpPr/>
          <p:nvPr/>
        </p:nvGrpSpPr>
        <p:grpSpPr>
          <a:xfrm>
            <a:off x="-310120" y="-6470172"/>
            <a:ext cx="11278408" cy="19562370"/>
            <a:chOff x="0" y="0"/>
            <a:chExt cx="11441694" cy="19024888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4313106B-5620-4C72-B153-1A5F31039641}"/>
                </a:ext>
              </a:extLst>
            </p:cNvPr>
            <p:cNvGrpSpPr/>
            <p:nvPr/>
          </p:nvGrpSpPr>
          <p:grpSpPr>
            <a:xfrm>
              <a:off x="0" y="0"/>
              <a:ext cx="11441694" cy="19024888"/>
              <a:chOff x="0" y="0"/>
              <a:chExt cx="11475801" cy="19124022"/>
            </a:xfrm>
          </p:grpSpPr>
          <p:grpSp>
            <p:nvGrpSpPr>
              <p:cNvPr id="16" name="グループ化 15">
                <a:extLst>
                  <a:ext uri="{FF2B5EF4-FFF2-40B4-BE49-F238E27FC236}">
                    <a16:creationId xmlns:a16="http://schemas.microsoft.com/office/drawing/2014/main" id="{7BAB3D4A-8172-A04B-F527-58319D4ABE0B}"/>
                  </a:ext>
                </a:extLst>
              </p:cNvPr>
              <p:cNvGrpSpPr/>
              <p:nvPr/>
            </p:nvGrpSpPr>
            <p:grpSpPr>
              <a:xfrm>
                <a:off x="0" y="0"/>
                <a:ext cx="11475801" cy="19124022"/>
                <a:chOff x="0" y="0"/>
                <a:chExt cx="11236058" cy="18674011"/>
              </a:xfrm>
            </p:grpSpPr>
            <p:sp>
              <p:nvSpPr>
                <p:cNvPr id="26" name="正方形/長方形 25">
                  <a:extLst>
                    <a:ext uri="{FF2B5EF4-FFF2-40B4-BE49-F238E27FC236}">
                      <a16:creationId xmlns:a16="http://schemas.microsoft.com/office/drawing/2014/main" id="{0622D09D-C287-AC17-5FBF-C440DD5BF06B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1236058" cy="18674011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 rtlCol="0" anchor="ctr"/>
                <a:lstStyle>
                  <a:defPPr>
                    <a:defRPr lang="ja-JP"/>
                  </a:defPPr>
                  <a:lvl1pPr marL="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27" name="図 26">
                  <a:extLst>
                    <a:ext uri="{FF2B5EF4-FFF2-40B4-BE49-F238E27FC236}">
                      <a16:creationId xmlns:a16="http://schemas.microsoft.com/office/drawing/2014/main" id="{473DDA88-E27C-4A57-F196-D5472179B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2"/>
                <a:srcRect l="3511" r="6080"/>
                <a:stretch>
                  <a:fillRect/>
                </a:stretch>
              </p:blipFill>
              <p:spPr>
                <a:xfrm>
                  <a:off x="1360933" y="11894317"/>
                  <a:ext cx="8602795" cy="6715125"/>
                </a:xfrm>
                <a:prstGeom prst="rect">
                  <a:avLst/>
                </a:prstGeom>
              </p:spPr>
            </p:pic>
            <p:pic>
              <p:nvPicPr>
                <p:cNvPr id="28" name="図 27">
                  <a:extLst>
                    <a:ext uri="{FF2B5EF4-FFF2-40B4-BE49-F238E27FC236}">
                      <a16:creationId xmlns:a16="http://schemas.microsoft.com/office/drawing/2014/main" id="{45AF5E9B-03D6-4AB1-1676-F897EC1E4B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15627" r="14777" b="5882"/>
                <a:stretch>
                  <a:fillRect/>
                </a:stretch>
              </p:blipFill>
              <p:spPr>
                <a:xfrm>
                  <a:off x="1284801" y="5890062"/>
                  <a:ext cx="8869255" cy="6651603"/>
                </a:xfrm>
                <a:prstGeom prst="rect">
                  <a:avLst/>
                </a:prstGeom>
              </p:spPr>
            </p:pic>
            <p:pic>
              <p:nvPicPr>
                <p:cNvPr id="29" name="図 28">
                  <a:extLst>
                    <a:ext uri="{FF2B5EF4-FFF2-40B4-BE49-F238E27FC236}">
                      <a16:creationId xmlns:a16="http://schemas.microsoft.com/office/drawing/2014/main" id="{724E5798-6B4D-8335-294F-FFE337B9910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4"/>
                <a:srcRect l="9123" r="14411"/>
                <a:stretch>
                  <a:fillRect/>
                </a:stretch>
              </p:blipFill>
              <p:spPr>
                <a:xfrm>
                  <a:off x="1246735" y="42779"/>
                  <a:ext cx="8640862" cy="7965543"/>
                </a:xfrm>
                <a:prstGeom prst="rect">
                  <a:avLst/>
                </a:prstGeom>
              </p:spPr>
            </p:pic>
          </p:grp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1FF1069A-A88D-ECCA-B2D3-D5E5EA42DE82}"/>
                  </a:ext>
                </a:extLst>
              </p:cNvPr>
              <p:cNvSpPr/>
              <p:nvPr/>
            </p:nvSpPr>
            <p:spPr>
              <a:xfrm>
                <a:off x="1639995" y="2407636"/>
                <a:ext cx="8272548" cy="3867323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E0E6D1CA-FE3F-BD19-107E-ECC42C57A33E}"/>
                  </a:ext>
                </a:extLst>
              </p:cNvPr>
              <p:cNvSpPr/>
              <p:nvPr/>
            </p:nvSpPr>
            <p:spPr>
              <a:xfrm>
                <a:off x="1647615" y="6431862"/>
                <a:ext cx="8259213" cy="5818043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5A06FF8C-BBF1-A37D-99A5-8EC634E1711A}"/>
                  </a:ext>
                </a:extLst>
              </p:cNvPr>
              <p:cNvSpPr/>
              <p:nvPr/>
            </p:nvSpPr>
            <p:spPr>
              <a:xfrm>
                <a:off x="1651425" y="12552974"/>
                <a:ext cx="8253498" cy="61394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a16:creationId xmlns:a16="http://schemas.microsoft.com/office/drawing/2014/main" id="{E68340B4-6D24-E1D2-B115-6F171BA29353}"/>
                  </a:ext>
                </a:extLst>
              </p:cNvPr>
              <p:cNvSpPr/>
              <p:nvPr/>
            </p:nvSpPr>
            <p:spPr>
              <a:xfrm>
                <a:off x="10191493" y="3783566"/>
                <a:ext cx="1170410" cy="714548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④エネミー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情報入力欄</a:t>
                </a:r>
              </a:p>
            </p:txBody>
          </p:sp>
          <p:cxnSp>
            <p:nvCxnSpPr>
              <p:cNvPr id="21" name="直線矢印コネクタ 20">
                <a:extLst>
                  <a:ext uri="{FF2B5EF4-FFF2-40B4-BE49-F238E27FC236}">
                    <a16:creationId xmlns:a16="http://schemas.microsoft.com/office/drawing/2014/main" id="{02CDDD4D-0B14-0752-6CA5-ED2B32D28DB7}"/>
                  </a:ext>
                </a:extLst>
              </p:cNvPr>
              <p:cNvCxnSpPr>
                <a:stCxn id="20" idx="1"/>
                <a:endCxn id="17" idx="3"/>
              </p:cNvCxnSpPr>
              <p:nvPr/>
            </p:nvCxnSpPr>
            <p:spPr>
              <a:xfrm flipH="1">
                <a:off x="9910638" y="4146901"/>
                <a:ext cx="278950" cy="198207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正方形/長方形 21">
                <a:extLst>
                  <a:ext uri="{FF2B5EF4-FFF2-40B4-BE49-F238E27FC236}">
                    <a16:creationId xmlns:a16="http://schemas.microsoft.com/office/drawing/2014/main" id="{A1F70571-B6B2-13D4-D227-24B29505C168}"/>
                  </a:ext>
                </a:extLst>
              </p:cNvPr>
              <p:cNvSpPr/>
              <p:nvPr/>
            </p:nvSpPr>
            <p:spPr>
              <a:xfrm>
                <a:off x="10179543" y="8754923"/>
                <a:ext cx="1129367" cy="700000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⑤ドロップ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入力欄</a:t>
                </a:r>
              </a:p>
            </p:txBody>
          </p:sp>
          <p:cxnSp>
            <p:nvCxnSpPr>
              <p:cNvPr id="23" name="直線矢印コネクタ 22">
                <a:extLst>
                  <a:ext uri="{FF2B5EF4-FFF2-40B4-BE49-F238E27FC236}">
                    <a16:creationId xmlns:a16="http://schemas.microsoft.com/office/drawing/2014/main" id="{50B8946C-E226-2A43-27FE-92A7329BAA3A}"/>
                  </a:ext>
                </a:extLst>
              </p:cNvPr>
              <p:cNvCxnSpPr>
                <a:stCxn id="22" idx="1"/>
                <a:endCxn id="18" idx="3"/>
              </p:cNvCxnSpPr>
              <p:nvPr/>
            </p:nvCxnSpPr>
            <p:spPr>
              <a:xfrm flipH="1">
                <a:off x="9904923" y="9103625"/>
                <a:ext cx="274620" cy="23916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正方形/長方形 23">
                <a:extLst>
                  <a:ext uri="{FF2B5EF4-FFF2-40B4-BE49-F238E27FC236}">
                    <a16:creationId xmlns:a16="http://schemas.microsoft.com/office/drawing/2014/main" id="{32848968-827C-725D-E743-131CBFBB5A52}"/>
                  </a:ext>
                </a:extLst>
              </p:cNvPr>
              <p:cNvSpPr/>
              <p:nvPr/>
            </p:nvSpPr>
            <p:spPr>
              <a:xfrm>
                <a:off x="10179542" y="14961760"/>
                <a:ext cx="1135083" cy="834908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⑥エネミー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能力値欄</a:t>
                </a:r>
              </a:p>
            </p:txBody>
          </p:sp>
          <p:cxnSp>
            <p:nvCxnSpPr>
              <p:cNvPr id="25" name="直線矢印コネクタ 24">
                <a:extLst>
                  <a:ext uri="{FF2B5EF4-FFF2-40B4-BE49-F238E27FC236}">
                    <a16:creationId xmlns:a16="http://schemas.microsoft.com/office/drawing/2014/main" id="{C83085F6-8CDA-B12B-DEC4-FF49022A0FDF}"/>
                  </a:ext>
                </a:extLst>
              </p:cNvPr>
              <p:cNvCxnSpPr>
                <a:stCxn id="24" idx="1"/>
                <a:endCxn id="19" idx="3"/>
              </p:cNvCxnSpPr>
              <p:nvPr/>
            </p:nvCxnSpPr>
            <p:spPr>
              <a:xfrm flipH="1">
                <a:off x="9904923" y="15378262"/>
                <a:ext cx="274619" cy="246697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B1F3D28A-2366-4058-B8C0-9AF10E9EAFFF}"/>
                </a:ext>
              </a:extLst>
            </p:cNvPr>
            <p:cNvGrpSpPr/>
            <p:nvPr/>
          </p:nvGrpSpPr>
          <p:grpSpPr>
            <a:xfrm>
              <a:off x="1467101" y="691343"/>
              <a:ext cx="8550990" cy="1602982"/>
              <a:chOff x="1467101" y="691344"/>
              <a:chExt cx="8885958" cy="1362085"/>
            </a:xfrm>
          </p:grpSpPr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A1854A21-90D8-7B80-E985-12453F5DE690}"/>
                  </a:ext>
                </a:extLst>
              </p:cNvPr>
              <p:cNvSpPr/>
              <p:nvPr/>
            </p:nvSpPr>
            <p:spPr>
              <a:xfrm>
                <a:off x="1467101" y="759258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ED802243-87DD-6226-8472-F7A2537619C7}"/>
                  </a:ext>
                </a:extLst>
              </p:cNvPr>
              <p:cNvSpPr/>
              <p:nvPr/>
            </p:nvSpPr>
            <p:spPr>
              <a:xfrm>
                <a:off x="1683233" y="1665848"/>
                <a:ext cx="1301288" cy="364529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2E8FFF4E-F31F-5793-E540-4AFFB749927D}"/>
                  </a:ext>
                </a:extLst>
              </p:cNvPr>
              <p:cNvSpPr/>
              <p:nvPr/>
            </p:nvSpPr>
            <p:spPr>
              <a:xfrm>
                <a:off x="9023354" y="720740"/>
                <a:ext cx="1329705" cy="3466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10" name="直線矢印コネクタ 9">
                <a:extLst>
                  <a:ext uri="{FF2B5EF4-FFF2-40B4-BE49-F238E27FC236}">
                    <a16:creationId xmlns:a16="http://schemas.microsoft.com/office/drawing/2014/main" id="{94E4CC36-680F-CB3C-2850-AFE93141BF78}"/>
                  </a:ext>
                </a:extLst>
              </p:cNvPr>
              <p:cNvCxnSpPr>
                <a:stCxn id="11" idx="1"/>
                <a:endCxn id="7" idx="3"/>
              </p:cNvCxnSpPr>
              <p:nvPr/>
            </p:nvCxnSpPr>
            <p:spPr>
              <a:xfrm flipH="1">
                <a:off x="4045787" y="935595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F3CF621C-5E25-3F99-A481-0B0B64736FB2}"/>
                  </a:ext>
                </a:extLst>
              </p:cNvPr>
              <p:cNvSpPr/>
              <p:nvPr/>
            </p:nvSpPr>
            <p:spPr>
              <a:xfrm>
                <a:off x="4670608" y="721542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AA0463E3-3F5C-394A-9326-56603CC5E8C2}"/>
                  </a:ext>
                </a:extLst>
              </p:cNvPr>
              <p:cNvSpPr/>
              <p:nvPr/>
            </p:nvSpPr>
            <p:spPr>
              <a:xfrm>
                <a:off x="3322224" y="1632944"/>
                <a:ext cx="2157623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②入力ファイルの読み込み</a:t>
                </a:r>
              </a:p>
            </p:txBody>
          </p: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2472F7D2-2107-3228-25FE-1A2F85169989}"/>
                  </a:ext>
                </a:extLst>
              </p:cNvPr>
              <p:cNvCxnSpPr>
                <a:stCxn id="12" idx="1"/>
                <a:endCxn id="8" idx="3"/>
              </p:cNvCxnSpPr>
              <p:nvPr/>
            </p:nvCxnSpPr>
            <p:spPr>
              <a:xfrm flipH="1">
                <a:off x="2984521" y="1843187"/>
                <a:ext cx="337703" cy="492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26F9E13D-A368-6634-3CA4-62E95FC0D867}"/>
                  </a:ext>
                </a:extLst>
              </p:cNvPr>
              <p:cNvSpPr/>
              <p:nvPr/>
            </p:nvSpPr>
            <p:spPr>
              <a:xfrm>
                <a:off x="6941340" y="691344"/>
                <a:ext cx="1640080" cy="400743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③入力内容をクリア</a:t>
                </a:r>
              </a:p>
            </p:txBody>
          </p: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B7DA71E8-81AA-3491-4CD7-E16D27753BA2}"/>
                  </a:ext>
                </a:extLst>
              </p:cNvPr>
              <p:cNvCxnSpPr>
                <a:stCxn id="14" idx="3"/>
                <a:endCxn id="9" idx="1"/>
              </p:cNvCxnSpPr>
              <p:nvPr/>
            </p:nvCxnSpPr>
            <p:spPr>
              <a:xfrm>
                <a:off x="8581420" y="891716"/>
                <a:ext cx="441934" cy="2358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949499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D9BD2DDE-D380-086C-06B9-971205894338}"/>
              </a:ext>
            </a:extLst>
          </p:cNvPr>
          <p:cNvGrpSpPr/>
          <p:nvPr/>
        </p:nvGrpSpPr>
        <p:grpSpPr>
          <a:xfrm>
            <a:off x="2545557" y="-2378679"/>
            <a:ext cx="7013517" cy="15705559"/>
            <a:chOff x="2545557" y="-2378679"/>
            <a:chExt cx="7013517" cy="15705559"/>
          </a:xfrm>
        </p:grpSpPr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2A3C3AB3-454B-934F-A125-56AD37D3B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78" t="12904" r="21613"/>
            <a:stretch>
              <a:fillRect/>
            </a:stretch>
          </p:blipFill>
          <p:spPr>
            <a:xfrm>
              <a:off x="2545557" y="-2378679"/>
              <a:ext cx="7011386" cy="5707604"/>
            </a:xfrm>
            <a:prstGeom prst="rect">
              <a:avLst/>
            </a:prstGeom>
          </p:spPr>
        </p:pic>
        <p:pic>
          <p:nvPicPr>
            <p:cNvPr id="29" name="図 28">
              <a:extLst>
                <a:ext uri="{FF2B5EF4-FFF2-40B4-BE49-F238E27FC236}">
                  <a16:creationId xmlns:a16="http://schemas.microsoft.com/office/drawing/2014/main" id="{DCD2B91D-A529-2F05-8253-C6505020D9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878" t="18033" r="21613"/>
            <a:stretch>
              <a:fillRect/>
            </a:stretch>
          </p:blipFill>
          <p:spPr>
            <a:xfrm>
              <a:off x="2547124" y="2400301"/>
              <a:ext cx="7011407" cy="5371613"/>
            </a:xfrm>
            <a:prstGeom prst="rect">
              <a:avLst/>
            </a:prstGeom>
          </p:spPr>
        </p:pic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6D0EB867-6FF5-8789-5823-B03AD1D7D2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0878" t="11685" r="21613" b="1"/>
            <a:stretch>
              <a:fillRect/>
            </a:stretch>
          </p:blipFill>
          <p:spPr>
            <a:xfrm>
              <a:off x="2547134" y="5797550"/>
              <a:ext cx="7011402" cy="5787479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56E27F2A-3857-262B-1963-0E0E3AF0F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0880" t="18532" r="21612" b="2520"/>
            <a:stretch>
              <a:fillRect/>
            </a:stretch>
          </p:blipFill>
          <p:spPr>
            <a:xfrm>
              <a:off x="2545558" y="8151789"/>
              <a:ext cx="7013516" cy="5175091"/>
            </a:xfrm>
            <a:prstGeom prst="rect">
              <a:avLst/>
            </a:prstGeom>
          </p:spPr>
        </p:pic>
      </p:grp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FC46516C-2A89-C244-695C-196ED88B5DE5}"/>
              </a:ext>
            </a:extLst>
          </p:cNvPr>
          <p:cNvCxnSpPr>
            <a:cxnSpLocks/>
          </p:cNvCxnSpPr>
          <p:nvPr/>
        </p:nvCxnSpPr>
        <p:spPr>
          <a:xfrm>
            <a:off x="2545557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792B71B8-795C-77EC-4ABF-90096F7A6F43}"/>
              </a:ext>
            </a:extLst>
          </p:cNvPr>
          <p:cNvCxnSpPr>
            <a:cxnSpLocks/>
          </p:cNvCxnSpPr>
          <p:nvPr/>
        </p:nvCxnSpPr>
        <p:spPr>
          <a:xfrm>
            <a:off x="9556954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0724F746-4E8F-0AEC-337A-25CBDA099778}"/>
              </a:ext>
            </a:extLst>
          </p:cNvPr>
          <p:cNvCxnSpPr>
            <a:cxnSpLocks/>
          </p:cNvCxnSpPr>
          <p:nvPr/>
        </p:nvCxnSpPr>
        <p:spPr>
          <a:xfrm>
            <a:off x="2072217" y="845598"/>
            <a:ext cx="10276996" cy="0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3762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7F16366F-929C-D376-30C1-644989990B50}"/>
              </a:ext>
            </a:extLst>
          </p:cNvPr>
          <p:cNvCxnSpPr>
            <a:cxnSpLocks/>
          </p:cNvCxnSpPr>
          <p:nvPr/>
        </p:nvCxnSpPr>
        <p:spPr>
          <a:xfrm>
            <a:off x="2545557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5B6403A0-7A61-03DF-AA4B-A317CB781957}"/>
              </a:ext>
            </a:extLst>
          </p:cNvPr>
          <p:cNvCxnSpPr>
            <a:cxnSpLocks/>
          </p:cNvCxnSpPr>
          <p:nvPr/>
        </p:nvCxnSpPr>
        <p:spPr>
          <a:xfrm>
            <a:off x="9556954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A0D2CCB0-3BD7-2E0E-B604-B771EEFDD85A}"/>
              </a:ext>
            </a:extLst>
          </p:cNvPr>
          <p:cNvGrpSpPr/>
          <p:nvPr/>
        </p:nvGrpSpPr>
        <p:grpSpPr>
          <a:xfrm>
            <a:off x="2545555" y="75127"/>
            <a:ext cx="7011395" cy="10194941"/>
            <a:chOff x="2545555" y="75127"/>
            <a:chExt cx="7011395" cy="10194941"/>
          </a:xfrm>
        </p:grpSpPr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EAFAC8EC-3B4C-52C4-651D-8C9963CF7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79" t="12904" r="21614"/>
            <a:stretch>
              <a:fillRect/>
            </a:stretch>
          </p:blipFill>
          <p:spPr>
            <a:xfrm>
              <a:off x="2545556" y="75127"/>
              <a:ext cx="7011393" cy="5707605"/>
            </a:xfrm>
            <a:prstGeom prst="rect">
              <a:avLst/>
            </a:prstGeom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9413DCEF-89E2-15D2-58A1-E670BAA068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878" t="20627" r="21613" b="4695"/>
            <a:stretch>
              <a:fillRect/>
            </a:stretch>
          </p:blipFill>
          <p:spPr>
            <a:xfrm>
              <a:off x="2545555" y="5376334"/>
              <a:ext cx="7011395" cy="48937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81273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C44D8A9D-2071-5677-D60E-255BCFC34E24}"/>
              </a:ext>
            </a:extLst>
          </p:cNvPr>
          <p:cNvCxnSpPr>
            <a:cxnSpLocks/>
          </p:cNvCxnSpPr>
          <p:nvPr/>
        </p:nvCxnSpPr>
        <p:spPr>
          <a:xfrm>
            <a:off x="2545557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EA53AC83-AC3A-7258-E2CF-BA445F272F07}"/>
              </a:ext>
            </a:extLst>
          </p:cNvPr>
          <p:cNvCxnSpPr>
            <a:cxnSpLocks/>
          </p:cNvCxnSpPr>
          <p:nvPr/>
        </p:nvCxnSpPr>
        <p:spPr>
          <a:xfrm>
            <a:off x="9556954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4AC3170-354E-77EE-7F36-3479C3AB7E58}"/>
              </a:ext>
            </a:extLst>
          </p:cNvPr>
          <p:cNvGrpSpPr/>
          <p:nvPr/>
        </p:nvGrpSpPr>
        <p:grpSpPr>
          <a:xfrm>
            <a:off x="2545554" y="-720737"/>
            <a:ext cx="7011398" cy="8095203"/>
            <a:chOff x="2545554" y="-720737"/>
            <a:chExt cx="7011398" cy="8095203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EEBCC856-D25B-CD91-FD2D-168CDEF4A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79" t="13670" r="21614"/>
            <a:stretch>
              <a:fillRect/>
            </a:stretch>
          </p:blipFill>
          <p:spPr>
            <a:xfrm>
              <a:off x="2545556" y="-720737"/>
              <a:ext cx="7011396" cy="5657413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64CCC063-5CA4-FEF7-E700-68CB686408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881" t="53004" r="21613" b="4876"/>
            <a:stretch>
              <a:fillRect/>
            </a:stretch>
          </p:blipFill>
          <p:spPr>
            <a:xfrm>
              <a:off x="2545554" y="4614333"/>
              <a:ext cx="7011398" cy="276013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58318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694D166-DF8A-EAC8-4C75-A464748EB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64796E84-DD6A-24FE-6399-7D7B78DF7910}"/>
              </a:ext>
            </a:extLst>
          </p:cNvPr>
          <p:cNvGrpSpPr/>
          <p:nvPr/>
        </p:nvGrpSpPr>
        <p:grpSpPr>
          <a:xfrm>
            <a:off x="891885" y="1423278"/>
            <a:ext cx="11441695" cy="3502478"/>
            <a:chOff x="0" y="661308"/>
            <a:chExt cx="11322632" cy="3463257"/>
          </a:xfrm>
        </p:grpSpPr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E2B860D3-5596-4659-4CA7-BB4F4CC66BB5}"/>
                </a:ext>
              </a:extLst>
            </p:cNvPr>
            <p:cNvGrpSpPr/>
            <p:nvPr/>
          </p:nvGrpSpPr>
          <p:grpSpPr>
            <a:xfrm>
              <a:off x="0" y="661308"/>
              <a:ext cx="11322632" cy="3463257"/>
              <a:chOff x="0" y="661308"/>
              <a:chExt cx="11236058" cy="3428276"/>
            </a:xfrm>
          </p:grpSpPr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45F88021-E903-5F7D-1CDE-B5AD4A8A7900}"/>
                  </a:ext>
                </a:extLst>
              </p:cNvPr>
              <p:cNvSpPr/>
              <p:nvPr/>
            </p:nvSpPr>
            <p:spPr>
              <a:xfrm>
                <a:off x="0" y="661308"/>
                <a:ext cx="11236058" cy="3428276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20" name="図 19">
                <a:extLst>
                  <a:ext uri="{FF2B5EF4-FFF2-40B4-BE49-F238E27FC236}">
                    <a16:creationId xmlns:a16="http://schemas.microsoft.com/office/drawing/2014/main" id="{E3E3388C-D99D-72D2-79CA-4B6F9F1449D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9123" r="14411" b="65718"/>
              <a:stretch>
                <a:fillRect/>
              </a:stretch>
            </p:blipFill>
            <p:spPr>
              <a:xfrm>
                <a:off x="1246735" y="704087"/>
                <a:ext cx="8640862" cy="2730754"/>
              </a:xfrm>
              <a:prstGeom prst="rect">
                <a:avLst/>
              </a:prstGeom>
            </p:spPr>
          </p:pic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39A35922-D925-E01D-2D97-2553CAD4C0BF}"/>
                </a:ext>
              </a:extLst>
            </p:cNvPr>
            <p:cNvGrpSpPr/>
            <p:nvPr/>
          </p:nvGrpSpPr>
          <p:grpSpPr>
            <a:xfrm>
              <a:off x="1451834" y="1344915"/>
              <a:ext cx="8462009" cy="1585033"/>
              <a:chOff x="1451834" y="1344915"/>
              <a:chExt cx="8885958" cy="1362085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403654BE-CC03-BA01-F7DE-212845F10F81}"/>
                  </a:ext>
                </a:extLst>
              </p:cNvPr>
              <p:cNvSpPr/>
              <p:nvPr/>
            </p:nvSpPr>
            <p:spPr>
              <a:xfrm>
                <a:off x="1451834" y="1412829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9DCAF8EA-B50A-FAED-87AE-31E6A054FB59}"/>
                  </a:ext>
                </a:extLst>
              </p:cNvPr>
              <p:cNvSpPr/>
              <p:nvPr/>
            </p:nvSpPr>
            <p:spPr>
              <a:xfrm>
                <a:off x="1667966" y="2319419"/>
                <a:ext cx="1301288" cy="364529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8667634C-E793-C5B6-1A29-CFB15874789A}"/>
                  </a:ext>
                </a:extLst>
              </p:cNvPr>
              <p:cNvSpPr/>
              <p:nvPr/>
            </p:nvSpPr>
            <p:spPr>
              <a:xfrm>
                <a:off x="9008087" y="1374311"/>
                <a:ext cx="1329705" cy="3466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F8BF77E2-5D8B-B307-7534-3E1C0E265653}"/>
                  </a:ext>
                </a:extLst>
              </p:cNvPr>
              <p:cNvCxnSpPr>
                <a:stCxn id="14" idx="1"/>
                <a:endCxn id="10" idx="3"/>
              </p:cNvCxnSpPr>
              <p:nvPr/>
            </p:nvCxnSpPr>
            <p:spPr>
              <a:xfrm flipH="1">
                <a:off x="4030520" y="1589166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9E718FB3-B9ED-7C99-376F-6AD5B33ED941}"/>
                  </a:ext>
                </a:extLst>
              </p:cNvPr>
              <p:cNvSpPr/>
              <p:nvPr/>
            </p:nvSpPr>
            <p:spPr>
              <a:xfrm>
                <a:off x="4655341" y="1375113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8CB59C3C-250B-F0F7-99E7-33F14F34D287}"/>
                  </a:ext>
                </a:extLst>
              </p:cNvPr>
              <p:cNvSpPr/>
              <p:nvPr/>
            </p:nvSpPr>
            <p:spPr>
              <a:xfrm>
                <a:off x="3306957" y="2286515"/>
                <a:ext cx="2157623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②入力ファイルの読み込み</a:t>
                </a:r>
              </a:p>
            </p:txBody>
          </p:sp>
          <p:cxnSp>
            <p:nvCxnSpPr>
              <p:cNvPr id="16" name="直線矢印コネクタ 15">
                <a:extLst>
                  <a:ext uri="{FF2B5EF4-FFF2-40B4-BE49-F238E27FC236}">
                    <a16:creationId xmlns:a16="http://schemas.microsoft.com/office/drawing/2014/main" id="{6B23FC7A-9023-256E-98E6-976A8F40800D}"/>
                  </a:ext>
                </a:extLst>
              </p:cNvPr>
              <p:cNvCxnSpPr>
                <a:stCxn id="15" idx="1"/>
                <a:endCxn id="11" idx="3"/>
              </p:cNvCxnSpPr>
              <p:nvPr/>
            </p:nvCxnSpPr>
            <p:spPr>
              <a:xfrm flipH="1">
                <a:off x="2969254" y="2496758"/>
                <a:ext cx="337703" cy="492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DA7B2137-9475-4AF0-80AE-507F40708728}"/>
                  </a:ext>
                </a:extLst>
              </p:cNvPr>
              <p:cNvSpPr/>
              <p:nvPr/>
            </p:nvSpPr>
            <p:spPr>
              <a:xfrm>
                <a:off x="6926073" y="1344915"/>
                <a:ext cx="1640080" cy="400743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③入力内容をクリア</a:t>
                </a:r>
              </a:p>
            </p:txBody>
          </p:sp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13C550A2-2E01-5905-F9C1-A4E5015DE494}"/>
                  </a:ext>
                </a:extLst>
              </p:cNvPr>
              <p:cNvCxnSpPr>
                <a:stCxn id="17" idx="3"/>
                <a:endCxn id="12" idx="1"/>
              </p:cNvCxnSpPr>
              <p:nvPr/>
            </p:nvCxnSpPr>
            <p:spPr>
              <a:xfrm>
                <a:off x="8566153" y="1545287"/>
                <a:ext cx="441934" cy="2358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1385284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DE229200-2AD2-BD8E-1054-B47E1C8A1EE1}"/>
              </a:ext>
            </a:extLst>
          </p:cNvPr>
          <p:cNvGrpSpPr/>
          <p:nvPr/>
        </p:nvGrpSpPr>
        <p:grpSpPr>
          <a:xfrm>
            <a:off x="-141578" y="1371570"/>
            <a:ext cx="11436931" cy="4626427"/>
            <a:chOff x="12187237" y="0"/>
            <a:chExt cx="11475801" cy="4655945"/>
          </a:xfrm>
        </p:grpSpPr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9ECF3CB1-ED0C-B0ED-6A59-C4776D570463}"/>
                </a:ext>
              </a:extLst>
            </p:cNvPr>
            <p:cNvGrpSpPr/>
            <p:nvPr/>
          </p:nvGrpSpPr>
          <p:grpSpPr>
            <a:xfrm>
              <a:off x="12187237" y="0"/>
              <a:ext cx="11475801" cy="4655945"/>
              <a:chOff x="12187237" y="0"/>
              <a:chExt cx="11236058" cy="4546385"/>
            </a:xfrm>
          </p:grpSpPr>
          <p:sp>
            <p:nvSpPr>
              <p:cNvPr id="37" name="正方形/長方形 36">
                <a:extLst>
                  <a:ext uri="{FF2B5EF4-FFF2-40B4-BE49-F238E27FC236}">
                    <a16:creationId xmlns:a16="http://schemas.microsoft.com/office/drawing/2014/main" id="{5AE5EF6D-5F1D-D845-AB37-0967E92907A5}"/>
                  </a:ext>
                </a:extLst>
              </p:cNvPr>
              <p:cNvSpPr/>
              <p:nvPr/>
            </p:nvSpPr>
            <p:spPr>
              <a:xfrm>
                <a:off x="12187237" y="0"/>
                <a:ext cx="11236058" cy="4546385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3F9E84E0-0EF0-17FC-6FE4-B2FEC395766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9123" t="27121" r="14411" b="20370"/>
              <a:stretch>
                <a:fillRect/>
              </a:stretch>
            </p:blipFill>
            <p:spPr>
              <a:xfrm>
                <a:off x="13433972" y="233815"/>
                <a:ext cx="8640862" cy="4182676"/>
              </a:xfrm>
              <a:prstGeom prst="rect">
                <a:avLst/>
              </a:prstGeom>
            </p:spPr>
          </p:pic>
        </p:grp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68B1F501-50A0-F874-0098-AE3005047196}"/>
                </a:ext>
              </a:extLst>
            </p:cNvPr>
            <p:cNvSpPr/>
            <p:nvPr/>
          </p:nvSpPr>
          <p:spPr>
            <a:xfrm>
              <a:off x="13827232" y="390945"/>
              <a:ext cx="8272548" cy="386732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EB687877-C95E-F730-40C5-963B3E524E38}"/>
                </a:ext>
              </a:extLst>
            </p:cNvPr>
            <p:cNvSpPr/>
            <p:nvPr/>
          </p:nvSpPr>
          <p:spPr>
            <a:xfrm>
              <a:off x="22378730" y="1955069"/>
              <a:ext cx="1170410" cy="71454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④エネミー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情報入力欄</a:t>
              </a:r>
            </a:p>
          </p:txBody>
        </p:sp>
        <p:cxnSp>
          <p:nvCxnSpPr>
            <p:cNvPr id="36" name="直線矢印コネクタ 35">
              <a:extLst>
                <a:ext uri="{FF2B5EF4-FFF2-40B4-BE49-F238E27FC236}">
                  <a16:creationId xmlns:a16="http://schemas.microsoft.com/office/drawing/2014/main" id="{A959EEC2-3229-4685-6297-95CB3BF1ED7C}"/>
                </a:ext>
              </a:extLst>
            </p:cNvPr>
            <p:cNvCxnSpPr>
              <a:stCxn id="35" idx="1"/>
              <a:endCxn id="34" idx="3"/>
            </p:cNvCxnSpPr>
            <p:nvPr/>
          </p:nvCxnSpPr>
          <p:spPr>
            <a:xfrm flipH="1">
              <a:off x="22099780" y="2312343"/>
              <a:ext cx="278950" cy="1226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73752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5B15857-827A-6229-6113-E552ADAC6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339F7668-3B6B-6140-6A0C-58595BED5135}"/>
              </a:ext>
            </a:extLst>
          </p:cNvPr>
          <p:cNvGrpSpPr/>
          <p:nvPr/>
        </p:nvGrpSpPr>
        <p:grpSpPr>
          <a:xfrm>
            <a:off x="520410" y="0"/>
            <a:ext cx="11436931" cy="6640884"/>
            <a:chOff x="333375" y="4887767"/>
            <a:chExt cx="11475801" cy="6683747"/>
          </a:xfrm>
        </p:grpSpPr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E0AA464E-254A-BCD5-7491-2B8D385FAC0C}"/>
                </a:ext>
              </a:extLst>
            </p:cNvPr>
            <p:cNvGrpSpPr/>
            <p:nvPr/>
          </p:nvGrpSpPr>
          <p:grpSpPr>
            <a:xfrm>
              <a:off x="333375" y="4887767"/>
              <a:ext cx="11475801" cy="6683747"/>
              <a:chOff x="333375" y="4887767"/>
              <a:chExt cx="11236058" cy="6526470"/>
            </a:xfrm>
          </p:grpSpPr>
          <p:sp>
            <p:nvSpPr>
              <p:cNvPr id="31" name="正方形/長方形 30">
                <a:extLst>
                  <a:ext uri="{FF2B5EF4-FFF2-40B4-BE49-F238E27FC236}">
                    <a16:creationId xmlns:a16="http://schemas.microsoft.com/office/drawing/2014/main" id="{8DC25741-1012-004A-8360-88CD98DE3327}"/>
                  </a:ext>
                </a:extLst>
              </p:cNvPr>
              <p:cNvSpPr/>
              <p:nvPr/>
            </p:nvSpPr>
            <p:spPr>
              <a:xfrm>
                <a:off x="333375" y="4887767"/>
                <a:ext cx="11236058" cy="652647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32" name="図 31">
                <a:extLst>
                  <a:ext uri="{FF2B5EF4-FFF2-40B4-BE49-F238E27FC236}">
                    <a16:creationId xmlns:a16="http://schemas.microsoft.com/office/drawing/2014/main" id="{AC970566-6562-751D-E782-572914D801D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15627" t="4316" r="14777" b="8679"/>
              <a:stretch>
                <a:fillRect/>
              </a:stretch>
            </p:blipFill>
            <p:spPr>
              <a:xfrm>
                <a:off x="1618176" y="5122335"/>
                <a:ext cx="8869255" cy="6148906"/>
              </a:xfrm>
              <a:prstGeom prst="rect">
                <a:avLst/>
              </a:prstGeom>
            </p:spPr>
          </p:pic>
        </p:grp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6AF3D99A-EDAD-1798-29B2-69A887A60946}"/>
                </a:ext>
              </a:extLst>
            </p:cNvPr>
            <p:cNvSpPr/>
            <p:nvPr/>
          </p:nvSpPr>
          <p:spPr>
            <a:xfrm>
              <a:off x="1980990" y="5215465"/>
              <a:ext cx="8259213" cy="581804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8A11EA04-7160-76FC-A60E-63742E5407FB}"/>
                </a:ext>
              </a:extLst>
            </p:cNvPr>
            <p:cNvSpPr/>
            <p:nvPr/>
          </p:nvSpPr>
          <p:spPr>
            <a:xfrm>
              <a:off x="10512918" y="7766687"/>
              <a:ext cx="1129367" cy="700000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⑤ドロップ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入力欄</a:t>
              </a:r>
            </a:p>
          </p:txBody>
        </p: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94BF8C1D-901C-95E3-FAC1-AA061E830872}"/>
                </a:ext>
              </a:extLst>
            </p:cNvPr>
            <p:cNvCxnSpPr>
              <a:stCxn id="29" idx="1"/>
              <a:endCxn id="28" idx="3"/>
            </p:cNvCxnSpPr>
            <p:nvPr/>
          </p:nvCxnSpPr>
          <p:spPr>
            <a:xfrm flipH="1">
              <a:off x="10240203" y="8116686"/>
              <a:ext cx="272715" cy="78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1427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F980BDA-4A4C-7E94-0A20-011122EAC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117035BB-941E-434B-1B7D-FC0E88A58996}"/>
              </a:ext>
            </a:extLst>
          </p:cNvPr>
          <p:cNvGrpSpPr/>
          <p:nvPr/>
        </p:nvGrpSpPr>
        <p:grpSpPr>
          <a:xfrm>
            <a:off x="375153" y="415637"/>
            <a:ext cx="11441694" cy="6918613"/>
            <a:chOff x="12301537" y="5082948"/>
            <a:chExt cx="11475801" cy="6955591"/>
          </a:xfrm>
        </p:grpSpPr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E3A9B2BE-7263-7BEF-CF8A-8FBC14530D4D}"/>
                </a:ext>
              </a:extLst>
            </p:cNvPr>
            <p:cNvGrpSpPr/>
            <p:nvPr/>
          </p:nvGrpSpPr>
          <p:grpSpPr>
            <a:xfrm>
              <a:off x="12301537" y="5082948"/>
              <a:ext cx="11475801" cy="6955591"/>
              <a:chOff x="12301537" y="5082948"/>
              <a:chExt cx="11236058" cy="6791917"/>
            </a:xfrm>
          </p:grpSpPr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BF470FBD-094D-577D-D12C-5F0DEA6E1F68}"/>
                  </a:ext>
                </a:extLst>
              </p:cNvPr>
              <p:cNvSpPr/>
              <p:nvPr/>
            </p:nvSpPr>
            <p:spPr>
              <a:xfrm>
                <a:off x="12301537" y="5082948"/>
                <a:ext cx="11236058" cy="6791917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dirty="0"/>
              </a:p>
            </p:txBody>
          </p:sp>
          <p:pic>
            <p:nvPicPr>
              <p:cNvPr id="26" name="図 25">
                <a:extLst>
                  <a:ext uri="{FF2B5EF4-FFF2-40B4-BE49-F238E27FC236}">
                    <a16:creationId xmlns:a16="http://schemas.microsoft.com/office/drawing/2014/main" id="{80E4A9A0-2C8E-B345-1ECD-E0BDA39EC1A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3511" t="2932" r="6080"/>
              <a:stretch>
                <a:fillRect/>
              </a:stretch>
            </p:blipFill>
            <p:spPr>
              <a:xfrm>
                <a:off x="13662470" y="5292060"/>
                <a:ext cx="8602795" cy="6518237"/>
              </a:xfrm>
              <a:prstGeom prst="rect">
                <a:avLst/>
              </a:prstGeom>
            </p:spPr>
          </p:pic>
        </p:grp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6E5ACAE0-4FB1-E6CD-9B75-692B8604ABB3}"/>
                </a:ext>
              </a:extLst>
            </p:cNvPr>
            <p:cNvSpPr/>
            <p:nvPr/>
          </p:nvSpPr>
          <p:spPr>
            <a:xfrm>
              <a:off x="13952962" y="5467490"/>
              <a:ext cx="8253498" cy="61394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B058BDEA-2998-C4C9-96E0-3BCDCA6BA825}"/>
                </a:ext>
              </a:extLst>
            </p:cNvPr>
            <p:cNvSpPr/>
            <p:nvPr/>
          </p:nvSpPr>
          <p:spPr>
            <a:xfrm>
              <a:off x="22481079" y="8115674"/>
              <a:ext cx="1135083" cy="83490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⑥エネミー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能力値欄</a:t>
              </a:r>
            </a:p>
          </p:txBody>
        </p:sp>
        <p:cxnSp>
          <p:nvCxnSpPr>
            <p:cNvPr id="24" name="直線矢印コネクタ 23">
              <a:extLst>
                <a:ext uri="{FF2B5EF4-FFF2-40B4-BE49-F238E27FC236}">
                  <a16:creationId xmlns:a16="http://schemas.microsoft.com/office/drawing/2014/main" id="{278AFAF8-C95B-67C7-A036-591C56A19F4E}"/>
                </a:ext>
              </a:extLst>
            </p:cNvPr>
            <p:cNvCxnSpPr>
              <a:stCxn id="23" idx="1"/>
              <a:endCxn id="22" idx="3"/>
            </p:cNvCxnSpPr>
            <p:nvPr/>
          </p:nvCxnSpPr>
          <p:spPr>
            <a:xfrm flipH="1">
              <a:off x="22206460" y="8533128"/>
              <a:ext cx="274619" cy="409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06305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D34AD894-73F6-D0BE-9775-55BC5794939C}"/>
              </a:ext>
            </a:extLst>
          </p:cNvPr>
          <p:cNvGrpSpPr/>
          <p:nvPr/>
        </p:nvGrpSpPr>
        <p:grpSpPr>
          <a:xfrm>
            <a:off x="-1333175" y="-3888427"/>
            <a:ext cx="11210374" cy="15739754"/>
            <a:chOff x="0" y="292551"/>
            <a:chExt cx="11615187" cy="13120379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82EFC521-04B3-A544-B2A4-7B412D68067E}"/>
                </a:ext>
              </a:extLst>
            </p:cNvPr>
            <p:cNvSpPr/>
            <p:nvPr/>
          </p:nvSpPr>
          <p:spPr>
            <a:xfrm>
              <a:off x="0" y="292551"/>
              <a:ext cx="11615187" cy="1312037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/>
            </a:p>
          </p:txBody>
        </p:sp>
        <p:grpSp>
          <p:nvGrpSpPr>
            <p:cNvPr id="29" name="グループ化 28">
              <a:extLst>
                <a:ext uri="{FF2B5EF4-FFF2-40B4-BE49-F238E27FC236}">
                  <a16:creationId xmlns:a16="http://schemas.microsoft.com/office/drawing/2014/main" id="{E6105164-CEE3-8735-000F-E6787D601891}"/>
                </a:ext>
              </a:extLst>
            </p:cNvPr>
            <p:cNvGrpSpPr/>
            <p:nvPr/>
          </p:nvGrpSpPr>
          <p:grpSpPr>
            <a:xfrm>
              <a:off x="1461406" y="852684"/>
              <a:ext cx="8749542" cy="12248694"/>
              <a:chOff x="1461406" y="852684"/>
              <a:chExt cx="10601325" cy="14944725"/>
            </a:xfrm>
          </p:grpSpPr>
          <p:pic>
            <p:nvPicPr>
              <p:cNvPr id="43" name="図 42">
                <a:extLst>
                  <a:ext uri="{FF2B5EF4-FFF2-40B4-BE49-F238E27FC236}">
                    <a16:creationId xmlns:a16="http://schemas.microsoft.com/office/drawing/2014/main" id="{6386A049-800B-303C-8321-70665D467BA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alphaModFix/>
              </a:blip>
              <a:srcRect l="3250" t="13128" r="4513"/>
              <a:stretch>
                <a:fillRect/>
              </a:stretch>
            </p:blipFill>
            <p:spPr>
              <a:xfrm>
                <a:off x="1461406" y="852684"/>
                <a:ext cx="10544175" cy="7564017"/>
              </a:xfrm>
              <a:prstGeom prst="rect">
                <a:avLst/>
              </a:prstGeom>
            </p:spPr>
          </p:pic>
          <p:pic>
            <p:nvPicPr>
              <p:cNvPr id="44" name="図 43">
                <a:extLst>
                  <a:ext uri="{FF2B5EF4-FFF2-40B4-BE49-F238E27FC236}">
                    <a16:creationId xmlns:a16="http://schemas.microsoft.com/office/drawing/2014/main" id="{B46A3AEA-0088-3F49-C5A2-2D610BACF85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alphaModFix/>
              </a:blip>
              <a:srcRect l="5255" t="15043" r="6156"/>
              <a:stretch>
                <a:fillRect/>
              </a:stretch>
            </p:blipFill>
            <p:spPr>
              <a:xfrm>
                <a:off x="1556656" y="6706749"/>
                <a:ext cx="10439400" cy="7299923"/>
              </a:xfrm>
              <a:prstGeom prst="rect">
                <a:avLst/>
              </a:prstGeom>
            </p:spPr>
          </p:pic>
          <p:pic>
            <p:nvPicPr>
              <p:cNvPr id="45" name="図 44">
                <a:extLst>
                  <a:ext uri="{FF2B5EF4-FFF2-40B4-BE49-F238E27FC236}">
                    <a16:creationId xmlns:a16="http://schemas.microsoft.com/office/drawing/2014/main" id="{E415B419-0472-861A-0E05-E2E5FA0C89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alphaModFix/>
              </a:blip>
              <a:srcRect l="6479" t="14685" r="1118" b="4147"/>
              <a:stretch>
                <a:fillRect/>
              </a:stretch>
            </p:blipFill>
            <p:spPr>
              <a:xfrm>
                <a:off x="1499506" y="10980141"/>
                <a:ext cx="10563225" cy="4817268"/>
              </a:xfrm>
              <a:prstGeom prst="rect">
                <a:avLst/>
              </a:prstGeom>
            </p:spPr>
          </p:pic>
        </p:grpSp>
        <p:grpSp>
          <p:nvGrpSpPr>
            <p:cNvPr id="30" name="グループ化 29">
              <a:extLst>
                <a:ext uri="{FF2B5EF4-FFF2-40B4-BE49-F238E27FC236}">
                  <a16:creationId xmlns:a16="http://schemas.microsoft.com/office/drawing/2014/main" id="{D6271005-8921-50A2-0D01-7789575A2374}"/>
                </a:ext>
              </a:extLst>
            </p:cNvPr>
            <p:cNvGrpSpPr/>
            <p:nvPr/>
          </p:nvGrpSpPr>
          <p:grpSpPr>
            <a:xfrm>
              <a:off x="1490601" y="1205473"/>
              <a:ext cx="8519813" cy="11694801"/>
              <a:chOff x="1490601" y="1205472"/>
              <a:chExt cx="8725065" cy="10223473"/>
            </a:xfrm>
          </p:grpSpPr>
          <p:sp>
            <p:nvSpPr>
              <p:cNvPr id="33" name="正方形/長方形 32">
                <a:extLst>
                  <a:ext uri="{FF2B5EF4-FFF2-40B4-BE49-F238E27FC236}">
                    <a16:creationId xmlns:a16="http://schemas.microsoft.com/office/drawing/2014/main" id="{3B945DF4-4807-DD83-FE6D-A22E020EA53E}"/>
                  </a:ext>
                </a:extLst>
              </p:cNvPr>
              <p:cNvSpPr/>
              <p:nvPr/>
            </p:nvSpPr>
            <p:spPr>
              <a:xfrm>
                <a:off x="1490601" y="1243188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a16:creationId xmlns:a16="http://schemas.microsoft.com/office/drawing/2014/main" id="{8DAE86F7-ED40-C142-4AD4-A28F50B75186}"/>
                  </a:ext>
                </a:extLst>
              </p:cNvPr>
              <p:cNvSpPr/>
              <p:nvPr/>
            </p:nvSpPr>
            <p:spPr>
              <a:xfrm>
                <a:off x="1706733" y="2219182"/>
                <a:ext cx="8508933" cy="180523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36" name="直線矢印コネクタ 35">
                <a:extLst>
                  <a:ext uri="{FF2B5EF4-FFF2-40B4-BE49-F238E27FC236}">
                    <a16:creationId xmlns:a16="http://schemas.microsoft.com/office/drawing/2014/main" id="{85E61E1C-106C-37E9-C0A1-BBA69266BEAA}"/>
                  </a:ext>
                </a:extLst>
              </p:cNvPr>
              <p:cNvCxnSpPr>
                <a:stCxn id="37" idx="1"/>
                <a:endCxn id="33" idx="3"/>
              </p:cNvCxnSpPr>
              <p:nvPr/>
            </p:nvCxnSpPr>
            <p:spPr>
              <a:xfrm flipH="1">
                <a:off x="4069287" y="1419525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正方形/長方形 36">
                <a:extLst>
                  <a:ext uri="{FF2B5EF4-FFF2-40B4-BE49-F238E27FC236}">
                    <a16:creationId xmlns:a16="http://schemas.microsoft.com/office/drawing/2014/main" id="{B8AB9CC2-1187-A04F-8E08-52F86CC8C888}"/>
                  </a:ext>
                </a:extLst>
              </p:cNvPr>
              <p:cNvSpPr/>
              <p:nvPr/>
            </p:nvSpPr>
            <p:spPr>
              <a:xfrm>
                <a:off x="4694108" y="1205472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a16:creationId xmlns:a16="http://schemas.microsoft.com/office/drawing/2014/main" id="{A124CAFD-D2FD-5BB6-3A36-0F7C7E54BC8B}"/>
                  </a:ext>
                </a:extLst>
              </p:cNvPr>
              <p:cNvSpPr/>
              <p:nvPr/>
            </p:nvSpPr>
            <p:spPr>
              <a:xfrm>
                <a:off x="7331741" y="1579168"/>
                <a:ext cx="1127378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②特技の例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a16:creationId xmlns:a16="http://schemas.microsoft.com/office/drawing/2014/main" id="{4921E6F5-3086-5ACA-48AE-1EE7A949899F}"/>
                  </a:ext>
                </a:extLst>
              </p:cNvPr>
              <p:cNvSpPr/>
              <p:nvPr/>
            </p:nvSpPr>
            <p:spPr>
              <a:xfrm>
                <a:off x="1660048" y="4115497"/>
                <a:ext cx="8555618" cy="731344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01CE8B1A-7AC7-9D1E-10CE-ACA3234A23B3}"/>
                  </a:ext>
                </a:extLst>
              </p:cNvPr>
              <p:cNvSpPr/>
              <p:nvPr/>
            </p:nvSpPr>
            <p:spPr>
              <a:xfrm>
                <a:off x="7577779" y="3433269"/>
                <a:ext cx="1166633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 dirty="0">
                    <a:solidFill>
                      <a:srgbClr val="FF0000"/>
                    </a:solidFill>
                  </a:rPr>
                  <a:t>③特技の入力</a:t>
                </a:r>
              </a:p>
            </p:txBody>
          </p:sp>
        </p:grp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3FC586A4-3CD7-A80B-E848-D2A716BB9339}"/>
                </a:ext>
              </a:extLst>
            </p:cNvPr>
            <p:cNvCxnSpPr/>
            <p:nvPr/>
          </p:nvCxnSpPr>
          <p:spPr>
            <a:xfrm>
              <a:off x="7733432" y="2112706"/>
              <a:ext cx="491" cy="237122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F48CF319-1286-8005-6CDE-1348AEF0F36D}"/>
                </a:ext>
              </a:extLst>
            </p:cNvPr>
            <p:cNvCxnSpPr>
              <a:cxnSpLocks/>
            </p:cNvCxnSpPr>
            <p:nvPr/>
          </p:nvCxnSpPr>
          <p:spPr>
            <a:xfrm>
              <a:off x="7990518" y="4244300"/>
              <a:ext cx="0" cy="29601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6282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095EDD-5C5D-A834-0D34-A6661AABE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22B7ED58-AFA1-B108-CD5C-34BC1147F047}"/>
              </a:ext>
            </a:extLst>
          </p:cNvPr>
          <p:cNvGrpSpPr/>
          <p:nvPr/>
        </p:nvGrpSpPr>
        <p:grpSpPr>
          <a:xfrm>
            <a:off x="242096" y="719291"/>
            <a:ext cx="11210374" cy="5419417"/>
            <a:chOff x="11811001" y="887863"/>
            <a:chExt cx="11615187" cy="4513795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AD249010-4E9A-2D04-F4B8-8CE096F3C355}"/>
                </a:ext>
              </a:extLst>
            </p:cNvPr>
            <p:cNvSpPr/>
            <p:nvPr/>
          </p:nvSpPr>
          <p:spPr>
            <a:xfrm>
              <a:off x="11811001" y="887863"/>
              <a:ext cx="11615187" cy="451379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/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4626DD85-4E90-2876-611E-203F6DF9410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/>
            </a:blip>
            <a:srcRect l="3250" t="13128" r="4513" b="35330"/>
            <a:stretch>
              <a:fillRect/>
            </a:stretch>
          </p:blipFill>
          <p:spPr>
            <a:xfrm>
              <a:off x="13272407" y="1447997"/>
              <a:ext cx="8702375" cy="3678184"/>
            </a:xfrm>
            <a:prstGeom prst="rect">
              <a:avLst/>
            </a:prstGeom>
          </p:spPr>
        </p:pic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3334FFE0-FA4A-027C-0828-F9451D07A18D}"/>
                </a:ext>
              </a:extLst>
            </p:cNvPr>
            <p:cNvGrpSpPr/>
            <p:nvPr/>
          </p:nvGrpSpPr>
          <p:grpSpPr>
            <a:xfrm>
              <a:off x="13301604" y="1800786"/>
              <a:ext cx="8519813" cy="3224639"/>
              <a:chOff x="13301602" y="1800784"/>
              <a:chExt cx="8725065" cy="2818946"/>
            </a:xfrm>
          </p:grpSpPr>
          <p:sp>
            <p:nvSpPr>
              <p:cNvPr id="23" name="正方形/長方形 22">
                <a:extLst>
                  <a:ext uri="{FF2B5EF4-FFF2-40B4-BE49-F238E27FC236}">
                    <a16:creationId xmlns:a16="http://schemas.microsoft.com/office/drawing/2014/main" id="{171B3E84-F70D-AE70-DA10-8B095D730D6E}"/>
                  </a:ext>
                </a:extLst>
              </p:cNvPr>
              <p:cNvSpPr/>
              <p:nvPr/>
            </p:nvSpPr>
            <p:spPr>
              <a:xfrm>
                <a:off x="13301602" y="1838500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a16:creationId xmlns:a16="http://schemas.microsoft.com/office/drawing/2014/main" id="{F7CB8986-BEB8-670E-1C0E-35E82085BCBE}"/>
                  </a:ext>
                </a:extLst>
              </p:cNvPr>
              <p:cNvSpPr/>
              <p:nvPr/>
            </p:nvSpPr>
            <p:spPr>
              <a:xfrm>
                <a:off x="13517734" y="2814494"/>
                <a:ext cx="8508933" cy="180523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25" name="直線矢印コネクタ 24">
                <a:extLst>
                  <a:ext uri="{FF2B5EF4-FFF2-40B4-BE49-F238E27FC236}">
                    <a16:creationId xmlns:a16="http://schemas.microsoft.com/office/drawing/2014/main" id="{238D2688-B3B0-934C-92D7-2C081CB32D3E}"/>
                  </a:ext>
                </a:extLst>
              </p:cNvPr>
              <p:cNvCxnSpPr>
                <a:stCxn id="26" idx="1"/>
                <a:endCxn id="23" idx="3"/>
              </p:cNvCxnSpPr>
              <p:nvPr/>
            </p:nvCxnSpPr>
            <p:spPr>
              <a:xfrm flipH="1">
                <a:off x="15880288" y="2014837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正方形/長方形 25">
                <a:extLst>
                  <a:ext uri="{FF2B5EF4-FFF2-40B4-BE49-F238E27FC236}">
                    <a16:creationId xmlns:a16="http://schemas.microsoft.com/office/drawing/2014/main" id="{344DB035-65D8-7B29-DEDD-D52A6571BD1E}"/>
                  </a:ext>
                </a:extLst>
              </p:cNvPr>
              <p:cNvSpPr/>
              <p:nvPr/>
            </p:nvSpPr>
            <p:spPr>
              <a:xfrm>
                <a:off x="16505109" y="1800784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 dirty="0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5EEB965C-B075-8789-8CE6-76E0050B1B39}"/>
                  </a:ext>
                </a:extLst>
              </p:cNvPr>
              <p:cNvSpPr/>
              <p:nvPr/>
            </p:nvSpPr>
            <p:spPr>
              <a:xfrm>
                <a:off x="19142742" y="2174480"/>
                <a:ext cx="1127378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②特技の例</a:t>
                </a:r>
              </a:p>
            </p:txBody>
          </p:sp>
        </p:grp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14FC2B18-A5DD-4313-C428-703EFEF74C12}"/>
                </a:ext>
              </a:extLst>
            </p:cNvPr>
            <p:cNvCxnSpPr/>
            <p:nvPr/>
          </p:nvCxnSpPr>
          <p:spPr>
            <a:xfrm>
              <a:off x="19544433" y="2708018"/>
              <a:ext cx="491" cy="237122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40006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B21DFDC-4CC6-F25F-9D8B-8D1ACDDD5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34422385-AB94-0DDF-A3BB-0760260918A5}"/>
              </a:ext>
            </a:extLst>
          </p:cNvPr>
          <p:cNvGrpSpPr/>
          <p:nvPr/>
        </p:nvGrpSpPr>
        <p:grpSpPr>
          <a:xfrm>
            <a:off x="490812" y="348343"/>
            <a:ext cx="11210375" cy="11520070"/>
            <a:chOff x="22563427" y="-630912"/>
            <a:chExt cx="11615187" cy="9631047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259965BE-6F31-3694-FEC6-95C7C9701470}"/>
                </a:ext>
              </a:extLst>
            </p:cNvPr>
            <p:cNvSpPr/>
            <p:nvPr/>
          </p:nvSpPr>
          <p:spPr>
            <a:xfrm>
              <a:off x="22563427" y="-630912"/>
              <a:ext cx="11615187" cy="963104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/>
            </a:p>
          </p:txBody>
        </p: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4D6A5859-A5CB-B0EA-96C0-D910816BC2E1}"/>
                </a:ext>
              </a:extLst>
            </p:cNvPr>
            <p:cNvGrpSpPr/>
            <p:nvPr/>
          </p:nvGrpSpPr>
          <p:grpSpPr>
            <a:xfrm>
              <a:off x="24024833" y="-252322"/>
              <a:ext cx="8749542" cy="8940906"/>
              <a:chOff x="24024833" y="-341555"/>
              <a:chExt cx="10601325" cy="10908867"/>
            </a:xfrm>
          </p:grpSpPr>
          <p:pic>
            <p:nvPicPr>
              <p:cNvPr id="16" name="図 15">
                <a:extLst>
                  <a:ext uri="{FF2B5EF4-FFF2-40B4-BE49-F238E27FC236}">
                    <a16:creationId xmlns:a16="http://schemas.microsoft.com/office/drawing/2014/main" id="{C68341EB-8B79-6364-A68D-2A5B6E4078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alphaModFix/>
              </a:blip>
              <a:srcRect l="3250" t="59479" r="4513"/>
              <a:stretch>
                <a:fillRect/>
              </a:stretch>
            </p:blipFill>
            <p:spPr>
              <a:xfrm>
                <a:off x="24024833" y="-341555"/>
                <a:ext cx="10544176" cy="3528157"/>
              </a:xfrm>
              <a:prstGeom prst="rect">
                <a:avLst/>
              </a:prstGeom>
            </p:spPr>
          </p:pic>
          <p:pic>
            <p:nvPicPr>
              <p:cNvPr id="17" name="図 16">
                <a:extLst>
                  <a:ext uri="{FF2B5EF4-FFF2-40B4-BE49-F238E27FC236}">
                    <a16:creationId xmlns:a16="http://schemas.microsoft.com/office/drawing/2014/main" id="{1E7DC174-D55E-180C-6B25-01A7EC089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alphaModFix/>
              </a:blip>
              <a:srcRect l="5255" t="15043" r="6156"/>
              <a:stretch>
                <a:fillRect/>
              </a:stretch>
            </p:blipFill>
            <p:spPr>
              <a:xfrm>
                <a:off x="24120083" y="1476652"/>
                <a:ext cx="10439400" cy="7299923"/>
              </a:xfrm>
              <a:prstGeom prst="rect">
                <a:avLst/>
              </a:prstGeom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5F477284-DE1E-BF56-871B-0FA5EF6F07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alphaModFix/>
              </a:blip>
              <a:srcRect l="6479" t="14685" r="1118" b="4147"/>
              <a:stretch>
                <a:fillRect/>
              </a:stretch>
            </p:blipFill>
            <p:spPr>
              <a:xfrm>
                <a:off x="24062933" y="5750044"/>
                <a:ext cx="10563225" cy="4817268"/>
              </a:xfrm>
              <a:prstGeom prst="rect">
                <a:avLst/>
              </a:prstGeom>
            </p:spPr>
          </p:pic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B4F7BA5B-3590-2066-3DE3-590B7516E6FE}"/>
                </a:ext>
              </a:extLst>
            </p:cNvPr>
            <p:cNvGrpSpPr/>
            <p:nvPr/>
          </p:nvGrpSpPr>
          <p:grpSpPr>
            <a:xfrm>
              <a:off x="24219491" y="-481000"/>
              <a:ext cx="8354352" cy="8968453"/>
              <a:chOff x="24219489" y="-385741"/>
              <a:chExt cx="8555618" cy="7840150"/>
            </a:xfrm>
          </p:grpSpPr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524FFAF7-04AC-357F-A046-B2BB65C3BDC7}"/>
                  </a:ext>
                </a:extLst>
              </p:cNvPr>
              <p:cNvSpPr/>
              <p:nvPr/>
            </p:nvSpPr>
            <p:spPr>
              <a:xfrm>
                <a:off x="24219489" y="176951"/>
                <a:ext cx="8555618" cy="727745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518C7AB8-C111-A4F7-5441-EAC15C81D7E8}"/>
                  </a:ext>
                </a:extLst>
              </p:cNvPr>
              <p:cNvSpPr/>
              <p:nvPr/>
            </p:nvSpPr>
            <p:spPr>
              <a:xfrm>
                <a:off x="29831840" y="-385741"/>
                <a:ext cx="1235754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 dirty="0">
                    <a:solidFill>
                      <a:srgbClr val="FF0000"/>
                    </a:solidFill>
                  </a:rPr>
                  <a:t>③特技の入力</a:t>
                </a:r>
              </a:p>
            </p:txBody>
          </p:sp>
        </p:grp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EF8C64C6-AE19-3031-E195-2DA1209387ED}"/>
                </a:ext>
              </a:extLst>
            </p:cNvPr>
            <p:cNvCxnSpPr/>
            <p:nvPr/>
          </p:nvCxnSpPr>
          <p:spPr>
            <a:xfrm>
              <a:off x="30297352" y="-8234"/>
              <a:ext cx="0" cy="15696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564554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C66946D2-118D-CBB0-DF7F-5BBEC80646C0}"/>
              </a:ext>
            </a:extLst>
          </p:cNvPr>
          <p:cNvCxnSpPr/>
          <p:nvPr/>
        </p:nvCxnSpPr>
        <p:spPr>
          <a:xfrm>
            <a:off x="-294000" y="1989000"/>
            <a:ext cx="1278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EE454536-4BBE-B1E2-2E9D-5E8CE521304D}"/>
              </a:ext>
            </a:extLst>
          </p:cNvPr>
          <p:cNvCxnSpPr/>
          <p:nvPr/>
        </p:nvCxnSpPr>
        <p:spPr>
          <a:xfrm>
            <a:off x="-294000" y="2709000"/>
            <a:ext cx="1278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776F4B59-FE6E-3ED8-D4B6-8E09D94136EA}"/>
              </a:ext>
            </a:extLst>
          </p:cNvPr>
          <p:cNvCxnSpPr/>
          <p:nvPr/>
        </p:nvCxnSpPr>
        <p:spPr>
          <a:xfrm>
            <a:off x="10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33CD2525-4521-7275-C40B-D77F122AA8DA}"/>
              </a:ext>
            </a:extLst>
          </p:cNvPr>
          <p:cNvCxnSpPr/>
          <p:nvPr/>
        </p:nvCxnSpPr>
        <p:spPr>
          <a:xfrm>
            <a:off x="177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006275BB-A962-9A24-9DA7-1CA0A13E114D}"/>
              </a:ext>
            </a:extLst>
          </p:cNvPr>
          <p:cNvCxnSpPr/>
          <p:nvPr/>
        </p:nvCxnSpPr>
        <p:spPr>
          <a:xfrm>
            <a:off x="249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67F9A795-9664-0AF9-98F3-2F52BDAF25D4}"/>
              </a:ext>
            </a:extLst>
          </p:cNvPr>
          <p:cNvCxnSpPr/>
          <p:nvPr/>
        </p:nvCxnSpPr>
        <p:spPr>
          <a:xfrm>
            <a:off x="321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F0F52377-FD82-1EC1-AA2D-CCAF8324676D}"/>
              </a:ext>
            </a:extLst>
          </p:cNvPr>
          <p:cNvCxnSpPr/>
          <p:nvPr/>
        </p:nvCxnSpPr>
        <p:spPr>
          <a:xfrm>
            <a:off x="393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92DF3EC3-7CC4-22D3-8D42-516AEF99DD50}"/>
              </a:ext>
            </a:extLst>
          </p:cNvPr>
          <p:cNvCxnSpPr/>
          <p:nvPr/>
        </p:nvCxnSpPr>
        <p:spPr>
          <a:xfrm>
            <a:off x="46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65AD26DC-9ED6-C198-EC4A-0082E003DD8C}"/>
              </a:ext>
            </a:extLst>
          </p:cNvPr>
          <p:cNvCxnSpPr/>
          <p:nvPr/>
        </p:nvCxnSpPr>
        <p:spPr>
          <a:xfrm>
            <a:off x="537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44310EC-5C11-8A14-E5F9-3ED9D6F6D998}"/>
              </a:ext>
            </a:extLst>
          </p:cNvPr>
          <p:cNvCxnSpPr/>
          <p:nvPr/>
        </p:nvCxnSpPr>
        <p:spPr>
          <a:xfrm>
            <a:off x="609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E5F79A6-24F3-19DD-FAE4-03A382AF9840}"/>
              </a:ext>
            </a:extLst>
          </p:cNvPr>
          <p:cNvCxnSpPr/>
          <p:nvPr/>
        </p:nvCxnSpPr>
        <p:spPr>
          <a:xfrm>
            <a:off x="681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74D0A4A8-522A-20D5-A4E1-AFA3C5F0F0FB}"/>
              </a:ext>
            </a:extLst>
          </p:cNvPr>
          <p:cNvCxnSpPr/>
          <p:nvPr/>
        </p:nvCxnSpPr>
        <p:spPr>
          <a:xfrm>
            <a:off x="753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C2A5ABB4-4F17-A826-CA1A-A48FAFD918EF}"/>
              </a:ext>
            </a:extLst>
          </p:cNvPr>
          <p:cNvCxnSpPr/>
          <p:nvPr/>
        </p:nvCxnSpPr>
        <p:spPr>
          <a:xfrm>
            <a:off x="82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C9357BFA-0478-6F8B-355A-B4BA56CFF8A9}"/>
              </a:ext>
            </a:extLst>
          </p:cNvPr>
          <p:cNvCxnSpPr/>
          <p:nvPr/>
        </p:nvCxnSpPr>
        <p:spPr>
          <a:xfrm>
            <a:off x="897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4A764EA4-C7AF-F58F-79FB-89A88DB1DA6B}"/>
              </a:ext>
            </a:extLst>
          </p:cNvPr>
          <p:cNvCxnSpPr/>
          <p:nvPr/>
        </p:nvCxnSpPr>
        <p:spPr>
          <a:xfrm>
            <a:off x="969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4C433CEC-90AB-F6B4-2510-69A181F87455}"/>
              </a:ext>
            </a:extLst>
          </p:cNvPr>
          <p:cNvCxnSpPr/>
          <p:nvPr/>
        </p:nvCxnSpPr>
        <p:spPr>
          <a:xfrm>
            <a:off x="1041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5160F551-6AF9-56E2-72B9-1ECBFF1DD7D3}"/>
              </a:ext>
            </a:extLst>
          </p:cNvPr>
          <p:cNvCxnSpPr/>
          <p:nvPr/>
        </p:nvCxnSpPr>
        <p:spPr>
          <a:xfrm>
            <a:off x="1113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B08AD175-55DC-F91A-65E9-B5A4BA48F228}"/>
              </a:ext>
            </a:extLst>
          </p:cNvPr>
          <p:cNvCxnSpPr/>
          <p:nvPr/>
        </p:nvCxnSpPr>
        <p:spPr>
          <a:xfrm>
            <a:off x="118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フリーフォーム: 図形 31">
            <a:extLst>
              <a:ext uri="{FF2B5EF4-FFF2-40B4-BE49-F238E27FC236}">
                <a16:creationId xmlns:a16="http://schemas.microsoft.com/office/drawing/2014/main" id="{D604B652-E947-4C29-901B-8EF8B5BE9D55}"/>
              </a:ext>
            </a:extLst>
          </p:cNvPr>
          <p:cNvSpPr/>
          <p:nvPr/>
        </p:nvSpPr>
        <p:spPr>
          <a:xfrm>
            <a:off x="1413510" y="5853240"/>
            <a:ext cx="9364980" cy="731520"/>
          </a:xfrm>
          <a:custGeom>
            <a:avLst/>
            <a:gdLst>
              <a:gd name="csX0" fmla="*/ 0 w 10703002"/>
              <a:gd name="csY0" fmla="*/ 723900 h 731634"/>
              <a:gd name="csX1" fmla="*/ 716280 w 10703002"/>
              <a:gd name="csY1" fmla="*/ 0 h 731634"/>
              <a:gd name="csX2" fmla="*/ 1440180 w 10703002"/>
              <a:gd name="csY2" fmla="*/ 723900 h 731634"/>
              <a:gd name="csX3" fmla="*/ 2156460 w 10703002"/>
              <a:gd name="csY3" fmla="*/ 7620 h 731634"/>
              <a:gd name="csX4" fmla="*/ 2880360 w 10703002"/>
              <a:gd name="csY4" fmla="*/ 723900 h 731634"/>
              <a:gd name="csX5" fmla="*/ 3604260 w 10703002"/>
              <a:gd name="csY5" fmla="*/ 0 h 731634"/>
              <a:gd name="csX6" fmla="*/ 4328160 w 10703002"/>
              <a:gd name="csY6" fmla="*/ 723900 h 731634"/>
              <a:gd name="csX7" fmla="*/ 5036820 w 10703002"/>
              <a:gd name="csY7" fmla="*/ 0 h 731634"/>
              <a:gd name="csX8" fmla="*/ 5753100 w 10703002"/>
              <a:gd name="csY8" fmla="*/ 723900 h 731634"/>
              <a:gd name="csX9" fmla="*/ 6477000 w 10703002"/>
              <a:gd name="csY9" fmla="*/ 0 h 731634"/>
              <a:gd name="csX10" fmla="*/ 7193280 w 10703002"/>
              <a:gd name="csY10" fmla="*/ 723900 h 731634"/>
              <a:gd name="csX11" fmla="*/ 7917180 w 10703002"/>
              <a:gd name="csY11" fmla="*/ 7620 h 731634"/>
              <a:gd name="csX12" fmla="*/ 8633460 w 10703002"/>
              <a:gd name="csY12" fmla="*/ 723900 h 731634"/>
              <a:gd name="csX13" fmla="*/ 9357360 w 10703002"/>
              <a:gd name="csY13" fmla="*/ 7620 h 731634"/>
              <a:gd name="csX14" fmla="*/ 10081260 w 10703002"/>
              <a:gd name="csY14" fmla="*/ 731520 h 731634"/>
              <a:gd name="csX15" fmla="*/ 10683240 w 10703002"/>
              <a:gd name="csY15" fmla="*/ 68580 h 731634"/>
              <a:gd name="csX0" fmla="*/ 0 w 10806734"/>
              <a:gd name="csY0" fmla="*/ 723900 h 731623"/>
              <a:gd name="csX1" fmla="*/ 716280 w 10806734"/>
              <a:gd name="csY1" fmla="*/ 0 h 731623"/>
              <a:gd name="csX2" fmla="*/ 1440180 w 10806734"/>
              <a:gd name="csY2" fmla="*/ 723900 h 731623"/>
              <a:gd name="csX3" fmla="*/ 2156460 w 10806734"/>
              <a:gd name="csY3" fmla="*/ 7620 h 731623"/>
              <a:gd name="csX4" fmla="*/ 2880360 w 10806734"/>
              <a:gd name="csY4" fmla="*/ 723900 h 731623"/>
              <a:gd name="csX5" fmla="*/ 3604260 w 10806734"/>
              <a:gd name="csY5" fmla="*/ 0 h 731623"/>
              <a:gd name="csX6" fmla="*/ 4328160 w 10806734"/>
              <a:gd name="csY6" fmla="*/ 723900 h 731623"/>
              <a:gd name="csX7" fmla="*/ 5036820 w 10806734"/>
              <a:gd name="csY7" fmla="*/ 0 h 731623"/>
              <a:gd name="csX8" fmla="*/ 5753100 w 10806734"/>
              <a:gd name="csY8" fmla="*/ 723900 h 731623"/>
              <a:gd name="csX9" fmla="*/ 6477000 w 10806734"/>
              <a:gd name="csY9" fmla="*/ 0 h 731623"/>
              <a:gd name="csX10" fmla="*/ 7193280 w 10806734"/>
              <a:gd name="csY10" fmla="*/ 723900 h 731623"/>
              <a:gd name="csX11" fmla="*/ 7917180 w 10806734"/>
              <a:gd name="csY11" fmla="*/ 7620 h 731623"/>
              <a:gd name="csX12" fmla="*/ 8633460 w 10806734"/>
              <a:gd name="csY12" fmla="*/ 723900 h 731623"/>
              <a:gd name="csX13" fmla="*/ 9357360 w 10806734"/>
              <a:gd name="csY13" fmla="*/ 7620 h 731623"/>
              <a:gd name="csX14" fmla="*/ 10081260 w 10806734"/>
              <a:gd name="csY14" fmla="*/ 731520 h 731623"/>
              <a:gd name="csX15" fmla="*/ 10789920 w 10806734"/>
              <a:gd name="csY15" fmla="*/ 0 h 731623"/>
              <a:gd name="csX0" fmla="*/ 0 w 10789986"/>
              <a:gd name="csY0" fmla="*/ 723900 h 732889"/>
              <a:gd name="csX1" fmla="*/ 716280 w 10789986"/>
              <a:gd name="csY1" fmla="*/ 0 h 732889"/>
              <a:gd name="csX2" fmla="*/ 1440180 w 10789986"/>
              <a:gd name="csY2" fmla="*/ 723900 h 732889"/>
              <a:gd name="csX3" fmla="*/ 2156460 w 10789986"/>
              <a:gd name="csY3" fmla="*/ 7620 h 732889"/>
              <a:gd name="csX4" fmla="*/ 2880360 w 10789986"/>
              <a:gd name="csY4" fmla="*/ 723900 h 732889"/>
              <a:gd name="csX5" fmla="*/ 3604260 w 10789986"/>
              <a:gd name="csY5" fmla="*/ 0 h 732889"/>
              <a:gd name="csX6" fmla="*/ 4328160 w 10789986"/>
              <a:gd name="csY6" fmla="*/ 723900 h 732889"/>
              <a:gd name="csX7" fmla="*/ 5036820 w 10789986"/>
              <a:gd name="csY7" fmla="*/ 0 h 732889"/>
              <a:gd name="csX8" fmla="*/ 5753100 w 10789986"/>
              <a:gd name="csY8" fmla="*/ 723900 h 732889"/>
              <a:gd name="csX9" fmla="*/ 6477000 w 10789986"/>
              <a:gd name="csY9" fmla="*/ 0 h 732889"/>
              <a:gd name="csX10" fmla="*/ 7193280 w 10789986"/>
              <a:gd name="csY10" fmla="*/ 723900 h 732889"/>
              <a:gd name="csX11" fmla="*/ 7917180 w 10789986"/>
              <a:gd name="csY11" fmla="*/ 7620 h 732889"/>
              <a:gd name="csX12" fmla="*/ 8633460 w 10789986"/>
              <a:gd name="csY12" fmla="*/ 723900 h 732889"/>
              <a:gd name="csX13" fmla="*/ 9357360 w 10789986"/>
              <a:gd name="csY13" fmla="*/ 7620 h 732889"/>
              <a:gd name="csX14" fmla="*/ 10081260 w 10789986"/>
              <a:gd name="csY14" fmla="*/ 731520 h 732889"/>
              <a:gd name="csX15" fmla="*/ 10789920 w 10789986"/>
              <a:gd name="csY15" fmla="*/ 0 h 732889"/>
              <a:gd name="csX0" fmla="*/ 0 w 10418702"/>
              <a:gd name="csY0" fmla="*/ 723900 h 733077"/>
              <a:gd name="csX1" fmla="*/ 716280 w 10418702"/>
              <a:gd name="csY1" fmla="*/ 0 h 733077"/>
              <a:gd name="csX2" fmla="*/ 1440180 w 10418702"/>
              <a:gd name="csY2" fmla="*/ 723900 h 733077"/>
              <a:gd name="csX3" fmla="*/ 2156460 w 10418702"/>
              <a:gd name="csY3" fmla="*/ 7620 h 733077"/>
              <a:gd name="csX4" fmla="*/ 2880360 w 10418702"/>
              <a:gd name="csY4" fmla="*/ 723900 h 733077"/>
              <a:gd name="csX5" fmla="*/ 3604260 w 10418702"/>
              <a:gd name="csY5" fmla="*/ 0 h 733077"/>
              <a:gd name="csX6" fmla="*/ 4328160 w 10418702"/>
              <a:gd name="csY6" fmla="*/ 723900 h 733077"/>
              <a:gd name="csX7" fmla="*/ 5036820 w 10418702"/>
              <a:gd name="csY7" fmla="*/ 0 h 733077"/>
              <a:gd name="csX8" fmla="*/ 5753100 w 10418702"/>
              <a:gd name="csY8" fmla="*/ 723900 h 733077"/>
              <a:gd name="csX9" fmla="*/ 6477000 w 10418702"/>
              <a:gd name="csY9" fmla="*/ 0 h 733077"/>
              <a:gd name="csX10" fmla="*/ 7193280 w 10418702"/>
              <a:gd name="csY10" fmla="*/ 723900 h 733077"/>
              <a:gd name="csX11" fmla="*/ 7917180 w 10418702"/>
              <a:gd name="csY11" fmla="*/ 7620 h 733077"/>
              <a:gd name="csX12" fmla="*/ 8633460 w 10418702"/>
              <a:gd name="csY12" fmla="*/ 723900 h 733077"/>
              <a:gd name="csX13" fmla="*/ 9357360 w 10418702"/>
              <a:gd name="csY13" fmla="*/ 7620 h 733077"/>
              <a:gd name="csX14" fmla="*/ 10081260 w 10418702"/>
              <a:gd name="csY14" fmla="*/ 731520 h 733077"/>
              <a:gd name="csX15" fmla="*/ 10418445 w 10418702"/>
              <a:gd name="csY15" fmla="*/ 9525 h 733077"/>
              <a:gd name="csX0" fmla="*/ 0 w 10180719"/>
              <a:gd name="csY0" fmla="*/ 723900 h 1052272"/>
              <a:gd name="csX1" fmla="*/ 716280 w 10180719"/>
              <a:gd name="csY1" fmla="*/ 0 h 1052272"/>
              <a:gd name="csX2" fmla="*/ 1440180 w 10180719"/>
              <a:gd name="csY2" fmla="*/ 723900 h 1052272"/>
              <a:gd name="csX3" fmla="*/ 2156460 w 10180719"/>
              <a:gd name="csY3" fmla="*/ 7620 h 1052272"/>
              <a:gd name="csX4" fmla="*/ 2880360 w 10180719"/>
              <a:gd name="csY4" fmla="*/ 723900 h 1052272"/>
              <a:gd name="csX5" fmla="*/ 3604260 w 10180719"/>
              <a:gd name="csY5" fmla="*/ 0 h 1052272"/>
              <a:gd name="csX6" fmla="*/ 4328160 w 10180719"/>
              <a:gd name="csY6" fmla="*/ 723900 h 1052272"/>
              <a:gd name="csX7" fmla="*/ 5036820 w 10180719"/>
              <a:gd name="csY7" fmla="*/ 0 h 1052272"/>
              <a:gd name="csX8" fmla="*/ 5753100 w 10180719"/>
              <a:gd name="csY8" fmla="*/ 723900 h 1052272"/>
              <a:gd name="csX9" fmla="*/ 6477000 w 10180719"/>
              <a:gd name="csY9" fmla="*/ 0 h 1052272"/>
              <a:gd name="csX10" fmla="*/ 7193280 w 10180719"/>
              <a:gd name="csY10" fmla="*/ 723900 h 1052272"/>
              <a:gd name="csX11" fmla="*/ 7917180 w 10180719"/>
              <a:gd name="csY11" fmla="*/ 7620 h 1052272"/>
              <a:gd name="csX12" fmla="*/ 8633460 w 10180719"/>
              <a:gd name="csY12" fmla="*/ 723900 h 1052272"/>
              <a:gd name="csX13" fmla="*/ 9357360 w 10180719"/>
              <a:gd name="csY13" fmla="*/ 7620 h 1052272"/>
              <a:gd name="csX14" fmla="*/ 10081260 w 10180719"/>
              <a:gd name="csY14" fmla="*/ 731520 h 1052272"/>
              <a:gd name="csX15" fmla="*/ 10080307 w 10180719"/>
              <a:gd name="csY15" fmla="*/ 733425 h 1052272"/>
              <a:gd name="csX0" fmla="*/ 0 w 10359304"/>
              <a:gd name="csY0" fmla="*/ 723900 h 733525"/>
              <a:gd name="csX1" fmla="*/ 716280 w 10359304"/>
              <a:gd name="csY1" fmla="*/ 0 h 733525"/>
              <a:gd name="csX2" fmla="*/ 1440180 w 10359304"/>
              <a:gd name="csY2" fmla="*/ 723900 h 733525"/>
              <a:gd name="csX3" fmla="*/ 2156460 w 10359304"/>
              <a:gd name="csY3" fmla="*/ 7620 h 733525"/>
              <a:gd name="csX4" fmla="*/ 2880360 w 10359304"/>
              <a:gd name="csY4" fmla="*/ 723900 h 733525"/>
              <a:gd name="csX5" fmla="*/ 3604260 w 10359304"/>
              <a:gd name="csY5" fmla="*/ 0 h 733525"/>
              <a:gd name="csX6" fmla="*/ 4328160 w 10359304"/>
              <a:gd name="csY6" fmla="*/ 723900 h 733525"/>
              <a:gd name="csX7" fmla="*/ 5036820 w 10359304"/>
              <a:gd name="csY7" fmla="*/ 0 h 733525"/>
              <a:gd name="csX8" fmla="*/ 5753100 w 10359304"/>
              <a:gd name="csY8" fmla="*/ 723900 h 733525"/>
              <a:gd name="csX9" fmla="*/ 6477000 w 10359304"/>
              <a:gd name="csY9" fmla="*/ 0 h 733525"/>
              <a:gd name="csX10" fmla="*/ 7193280 w 10359304"/>
              <a:gd name="csY10" fmla="*/ 723900 h 733525"/>
              <a:gd name="csX11" fmla="*/ 7917180 w 10359304"/>
              <a:gd name="csY11" fmla="*/ 7620 h 733525"/>
              <a:gd name="csX12" fmla="*/ 8633460 w 10359304"/>
              <a:gd name="csY12" fmla="*/ 723900 h 733525"/>
              <a:gd name="csX13" fmla="*/ 9357360 w 10359304"/>
              <a:gd name="csY13" fmla="*/ 7620 h 733525"/>
              <a:gd name="csX14" fmla="*/ 10081260 w 10359304"/>
              <a:gd name="csY14" fmla="*/ 731520 h 733525"/>
              <a:gd name="csX15" fmla="*/ 10080307 w 10359304"/>
              <a:gd name="csY15" fmla="*/ 733425 h 733525"/>
              <a:gd name="csX0" fmla="*/ 0 w 10368372"/>
              <a:gd name="csY0" fmla="*/ 723900 h 731913"/>
              <a:gd name="csX1" fmla="*/ 716280 w 10368372"/>
              <a:gd name="csY1" fmla="*/ 0 h 731913"/>
              <a:gd name="csX2" fmla="*/ 1440180 w 10368372"/>
              <a:gd name="csY2" fmla="*/ 723900 h 731913"/>
              <a:gd name="csX3" fmla="*/ 2156460 w 10368372"/>
              <a:gd name="csY3" fmla="*/ 7620 h 731913"/>
              <a:gd name="csX4" fmla="*/ 2880360 w 10368372"/>
              <a:gd name="csY4" fmla="*/ 723900 h 731913"/>
              <a:gd name="csX5" fmla="*/ 3604260 w 10368372"/>
              <a:gd name="csY5" fmla="*/ 0 h 731913"/>
              <a:gd name="csX6" fmla="*/ 4328160 w 10368372"/>
              <a:gd name="csY6" fmla="*/ 723900 h 731913"/>
              <a:gd name="csX7" fmla="*/ 5036820 w 10368372"/>
              <a:gd name="csY7" fmla="*/ 0 h 731913"/>
              <a:gd name="csX8" fmla="*/ 5753100 w 10368372"/>
              <a:gd name="csY8" fmla="*/ 723900 h 731913"/>
              <a:gd name="csX9" fmla="*/ 6477000 w 10368372"/>
              <a:gd name="csY9" fmla="*/ 0 h 731913"/>
              <a:gd name="csX10" fmla="*/ 7193280 w 10368372"/>
              <a:gd name="csY10" fmla="*/ 723900 h 731913"/>
              <a:gd name="csX11" fmla="*/ 7917180 w 10368372"/>
              <a:gd name="csY11" fmla="*/ 7620 h 731913"/>
              <a:gd name="csX12" fmla="*/ 8633460 w 10368372"/>
              <a:gd name="csY12" fmla="*/ 723900 h 731913"/>
              <a:gd name="csX13" fmla="*/ 9357360 w 10368372"/>
              <a:gd name="csY13" fmla="*/ 7620 h 731913"/>
              <a:gd name="csX14" fmla="*/ 10081260 w 10368372"/>
              <a:gd name="csY14" fmla="*/ 731520 h 731913"/>
              <a:gd name="csX15" fmla="*/ 10094595 w 10368372"/>
              <a:gd name="csY15" fmla="*/ 576262 h 731913"/>
              <a:gd name="csX0" fmla="*/ 0 w 10183505"/>
              <a:gd name="csY0" fmla="*/ 723900 h 731967"/>
              <a:gd name="csX1" fmla="*/ 716280 w 10183505"/>
              <a:gd name="csY1" fmla="*/ 0 h 731967"/>
              <a:gd name="csX2" fmla="*/ 1440180 w 10183505"/>
              <a:gd name="csY2" fmla="*/ 723900 h 731967"/>
              <a:gd name="csX3" fmla="*/ 2156460 w 10183505"/>
              <a:gd name="csY3" fmla="*/ 7620 h 731967"/>
              <a:gd name="csX4" fmla="*/ 2880360 w 10183505"/>
              <a:gd name="csY4" fmla="*/ 723900 h 731967"/>
              <a:gd name="csX5" fmla="*/ 3604260 w 10183505"/>
              <a:gd name="csY5" fmla="*/ 0 h 731967"/>
              <a:gd name="csX6" fmla="*/ 4328160 w 10183505"/>
              <a:gd name="csY6" fmla="*/ 723900 h 731967"/>
              <a:gd name="csX7" fmla="*/ 5036820 w 10183505"/>
              <a:gd name="csY7" fmla="*/ 0 h 731967"/>
              <a:gd name="csX8" fmla="*/ 5753100 w 10183505"/>
              <a:gd name="csY8" fmla="*/ 723900 h 731967"/>
              <a:gd name="csX9" fmla="*/ 6477000 w 10183505"/>
              <a:gd name="csY9" fmla="*/ 0 h 731967"/>
              <a:gd name="csX10" fmla="*/ 7193280 w 10183505"/>
              <a:gd name="csY10" fmla="*/ 723900 h 731967"/>
              <a:gd name="csX11" fmla="*/ 7917180 w 10183505"/>
              <a:gd name="csY11" fmla="*/ 7620 h 731967"/>
              <a:gd name="csX12" fmla="*/ 8633460 w 10183505"/>
              <a:gd name="csY12" fmla="*/ 723900 h 731967"/>
              <a:gd name="csX13" fmla="*/ 9357360 w 10183505"/>
              <a:gd name="csY13" fmla="*/ 7620 h 731967"/>
              <a:gd name="csX14" fmla="*/ 10081260 w 10183505"/>
              <a:gd name="csY14" fmla="*/ 731520 h 731967"/>
              <a:gd name="csX15" fmla="*/ 10094595 w 10183505"/>
              <a:gd name="csY15" fmla="*/ 576262 h 731967"/>
              <a:gd name="csX0" fmla="*/ 0 w 10176069"/>
              <a:gd name="csY0" fmla="*/ 723900 h 731979"/>
              <a:gd name="csX1" fmla="*/ 716280 w 10176069"/>
              <a:gd name="csY1" fmla="*/ 0 h 731979"/>
              <a:gd name="csX2" fmla="*/ 1440180 w 10176069"/>
              <a:gd name="csY2" fmla="*/ 723900 h 731979"/>
              <a:gd name="csX3" fmla="*/ 2156460 w 10176069"/>
              <a:gd name="csY3" fmla="*/ 7620 h 731979"/>
              <a:gd name="csX4" fmla="*/ 2880360 w 10176069"/>
              <a:gd name="csY4" fmla="*/ 723900 h 731979"/>
              <a:gd name="csX5" fmla="*/ 3604260 w 10176069"/>
              <a:gd name="csY5" fmla="*/ 0 h 731979"/>
              <a:gd name="csX6" fmla="*/ 4328160 w 10176069"/>
              <a:gd name="csY6" fmla="*/ 723900 h 731979"/>
              <a:gd name="csX7" fmla="*/ 5036820 w 10176069"/>
              <a:gd name="csY7" fmla="*/ 0 h 731979"/>
              <a:gd name="csX8" fmla="*/ 5753100 w 10176069"/>
              <a:gd name="csY8" fmla="*/ 723900 h 731979"/>
              <a:gd name="csX9" fmla="*/ 6477000 w 10176069"/>
              <a:gd name="csY9" fmla="*/ 0 h 731979"/>
              <a:gd name="csX10" fmla="*/ 7193280 w 10176069"/>
              <a:gd name="csY10" fmla="*/ 723900 h 731979"/>
              <a:gd name="csX11" fmla="*/ 7917180 w 10176069"/>
              <a:gd name="csY11" fmla="*/ 7620 h 731979"/>
              <a:gd name="csX12" fmla="*/ 8633460 w 10176069"/>
              <a:gd name="csY12" fmla="*/ 723900 h 731979"/>
              <a:gd name="csX13" fmla="*/ 9357360 w 10176069"/>
              <a:gd name="csY13" fmla="*/ 7620 h 731979"/>
              <a:gd name="csX14" fmla="*/ 10081260 w 10176069"/>
              <a:gd name="csY14" fmla="*/ 731520 h 731979"/>
              <a:gd name="csX15" fmla="*/ 10066020 w 10176069"/>
              <a:gd name="csY15" fmla="*/ 581024 h 731979"/>
              <a:gd name="csX0" fmla="*/ 0 w 10081260"/>
              <a:gd name="csY0" fmla="*/ 723900 h 731520"/>
              <a:gd name="csX1" fmla="*/ 716280 w 10081260"/>
              <a:gd name="csY1" fmla="*/ 0 h 731520"/>
              <a:gd name="csX2" fmla="*/ 1440180 w 10081260"/>
              <a:gd name="csY2" fmla="*/ 723900 h 731520"/>
              <a:gd name="csX3" fmla="*/ 2156460 w 10081260"/>
              <a:gd name="csY3" fmla="*/ 7620 h 731520"/>
              <a:gd name="csX4" fmla="*/ 2880360 w 10081260"/>
              <a:gd name="csY4" fmla="*/ 723900 h 731520"/>
              <a:gd name="csX5" fmla="*/ 3604260 w 10081260"/>
              <a:gd name="csY5" fmla="*/ 0 h 731520"/>
              <a:gd name="csX6" fmla="*/ 4328160 w 10081260"/>
              <a:gd name="csY6" fmla="*/ 723900 h 731520"/>
              <a:gd name="csX7" fmla="*/ 5036820 w 10081260"/>
              <a:gd name="csY7" fmla="*/ 0 h 731520"/>
              <a:gd name="csX8" fmla="*/ 5753100 w 10081260"/>
              <a:gd name="csY8" fmla="*/ 723900 h 731520"/>
              <a:gd name="csX9" fmla="*/ 6477000 w 10081260"/>
              <a:gd name="csY9" fmla="*/ 0 h 731520"/>
              <a:gd name="csX10" fmla="*/ 7193280 w 10081260"/>
              <a:gd name="csY10" fmla="*/ 723900 h 731520"/>
              <a:gd name="csX11" fmla="*/ 7917180 w 10081260"/>
              <a:gd name="csY11" fmla="*/ 7620 h 731520"/>
              <a:gd name="csX12" fmla="*/ 8633460 w 10081260"/>
              <a:gd name="csY12" fmla="*/ 723900 h 731520"/>
              <a:gd name="csX13" fmla="*/ 9357360 w 10081260"/>
              <a:gd name="csY13" fmla="*/ 7620 h 731520"/>
              <a:gd name="csX14" fmla="*/ 10081260 w 10081260"/>
              <a:gd name="csY14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64980" h="731520">
                <a:moveTo>
                  <a:pt x="0" y="0"/>
                </a:moveTo>
                <a:cubicBezTo>
                  <a:pt x="240030" y="0"/>
                  <a:pt x="483870" y="722630"/>
                  <a:pt x="723900" y="723900"/>
                </a:cubicBezTo>
                <a:cubicBezTo>
                  <a:pt x="963930" y="725170"/>
                  <a:pt x="1200150" y="7620"/>
                  <a:pt x="1440180" y="7620"/>
                </a:cubicBezTo>
                <a:cubicBezTo>
                  <a:pt x="1680210" y="7620"/>
                  <a:pt x="1922780" y="725170"/>
                  <a:pt x="2164080" y="723900"/>
                </a:cubicBezTo>
                <a:cubicBezTo>
                  <a:pt x="2405380" y="722630"/>
                  <a:pt x="2646680" y="0"/>
                  <a:pt x="2887980" y="0"/>
                </a:cubicBezTo>
                <a:cubicBezTo>
                  <a:pt x="3129280" y="0"/>
                  <a:pt x="3373120" y="723900"/>
                  <a:pt x="3611880" y="723900"/>
                </a:cubicBezTo>
                <a:cubicBezTo>
                  <a:pt x="3850640" y="723900"/>
                  <a:pt x="4083050" y="0"/>
                  <a:pt x="4320540" y="0"/>
                </a:cubicBezTo>
                <a:cubicBezTo>
                  <a:pt x="4558030" y="0"/>
                  <a:pt x="4796790" y="723900"/>
                  <a:pt x="5036820" y="723900"/>
                </a:cubicBezTo>
                <a:cubicBezTo>
                  <a:pt x="5276850" y="723900"/>
                  <a:pt x="5520690" y="0"/>
                  <a:pt x="5760720" y="0"/>
                </a:cubicBezTo>
                <a:cubicBezTo>
                  <a:pt x="6000750" y="0"/>
                  <a:pt x="6236970" y="722630"/>
                  <a:pt x="6477000" y="723900"/>
                </a:cubicBezTo>
                <a:cubicBezTo>
                  <a:pt x="6717030" y="725170"/>
                  <a:pt x="6960870" y="7620"/>
                  <a:pt x="7200900" y="7620"/>
                </a:cubicBezTo>
                <a:cubicBezTo>
                  <a:pt x="7440930" y="7620"/>
                  <a:pt x="7677150" y="723900"/>
                  <a:pt x="7917180" y="723900"/>
                </a:cubicBezTo>
                <a:cubicBezTo>
                  <a:pt x="8157210" y="723900"/>
                  <a:pt x="8399780" y="6350"/>
                  <a:pt x="8641080" y="7620"/>
                </a:cubicBezTo>
                <a:cubicBezTo>
                  <a:pt x="8882380" y="8890"/>
                  <a:pt x="9144000" y="721360"/>
                  <a:pt x="9364980" y="731520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3" name="フリーフォーム: 図形 32">
            <a:extLst>
              <a:ext uri="{FF2B5EF4-FFF2-40B4-BE49-F238E27FC236}">
                <a16:creationId xmlns:a16="http://schemas.microsoft.com/office/drawing/2014/main" id="{2FB2DE13-56FF-D7E7-4F85-CA39270EAC3B}"/>
              </a:ext>
            </a:extLst>
          </p:cNvPr>
          <p:cNvSpPr/>
          <p:nvPr/>
        </p:nvSpPr>
        <p:spPr>
          <a:xfrm>
            <a:off x="1413510" y="5634000"/>
            <a:ext cx="9364980" cy="731520"/>
          </a:xfrm>
          <a:custGeom>
            <a:avLst/>
            <a:gdLst>
              <a:gd name="csX0" fmla="*/ 0 w 10703002"/>
              <a:gd name="csY0" fmla="*/ 723900 h 731634"/>
              <a:gd name="csX1" fmla="*/ 716280 w 10703002"/>
              <a:gd name="csY1" fmla="*/ 0 h 731634"/>
              <a:gd name="csX2" fmla="*/ 1440180 w 10703002"/>
              <a:gd name="csY2" fmla="*/ 723900 h 731634"/>
              <a:gd name="csX3" fmla="*/ 2156460 w 10703002"/>
              <a:gd name="csY3" fmla="*/ 7620 h 731634"/>
              <a:gd name="csX4" fmla="*/ 2880360 w 10703002"/>
              <a:gd name="csY4" fmla="*/ 723900 h 731634"/>
              <a:gd name="csX5" fmla="*/ 3604260 w 10703002"/>
              <a:gd name="csY5" fmla="*/ 0 h 731634"/>
              <a:gd name="csX6" fmla="*/ 4328160 w 10703002"/>
              <a:gd name="csY6" fmla="*/ 723900 h 731634"/>
              <a:gd name="csX7" fmla="*/ 5036820 w 10703002"/>
              <a:gd name="csY7" fmla="*/ 0 h 731634"/>
              <a:gd name="csX8" fmla="*/ 5753100 w 10703002"/>
              <a:gd name="csY8" fmla="*/ 723900 h 731634"/>
              <a:gd name="csX9" fmla="*/ 6477000 w 10703002"/>
              <a:gd name="csY9" fmla="*/ 0 h 731634"/>
              <a:gd name="csX10" fmla="*/ 7193280 w 10703002"/>
              <a:gd name="csY10" fmla="*/ 723900 h 731634"/>
              <a:gd name="csX11" fmla="*/ 7917180 w 10703002"/>
              <a:gd name="csY11" fmla="*/ 7620 h 731634"/>
              <a:gd name="csX12" fmla="*/ 8633460 w 10703002"/>
              <a:gd name="csY12" fmla="*/ 723900 h 731634"/>
              <a:gd name="csX13" fmla="*/ 9357360 w 10703002"/>
              <a:gd name="csY13" fmla="*/ 7620 h 731634"/>
              <a:gd name="csX14" fmla="*/ 10081260 w 10703002"/>
              <a:gd name="csY14" fmla="*/ 731520 h 731634"/>
              <a:gd name="csX15" fmla="*/ 10683240 w 10703002"/>
              <a:gd name="csY15" fmla="*/ 68580 h 731634"/>
              <a:gd name="csX0" fmla="*/ 0 w 10806734"/>
              <a:gd name="csY0" fmla="*/ 723900 h 731623"/>
              <a:gd name="csX1" fmla="*/ 716280 w 10806734"/>
              <a:gd name="csY1" fmla="*/ 0 h 731623"/>
              <a:gd name="csX2" fmla="*/ 1440180 w 10806734"/>
              <a:gd name="csY2" fmla="*/ 723900 h 731623"/>
              <a:gd name="csX3" fmla="*/ 2156460 w 10806734"/>
              <a:gd name="csY3" fmla="*/ 7620 h 731623"/>
              <a:gd name="csX4" fmla="*/ 2880360 w 10806734"/>
              <a:gd name="csY4" fmla="*/ 723900 h 731623"/>
              <a:gd name="csX5" fmla="*/ 3604260 w 10806734"/>
              <a:gd name="csY5" fmla="*/ 0 h 731623"/>
              <a:gd name="csX6" fmla="*/ 4328160 w 10806734"/>
              <a:gd name="csY6" fmla="*/ 723900 h 731623"/>
              <a:gd name="csX7" fmla="*/ 5036820 w 10806734"/>
              <a:gd name="csY7" fmla="*/ 0 h 731623"/>
              <a:gd name="csX8" fmla="*/ 5753100 w 10806734"/>
              <a:gd name="csY8" fmla="*/ 723900 h 731623"/>
              <a:gd name="csX9" fmla="*/ 6477000 w 10806734"/>
              <a:gd name="csY9" fmla="*/ 0 h 731623"/>
              <a:gd name="csX10" fmla="*/ 7193280 w 10806734"/>
              <a:gd name="csY10" fmla="*/ 723900 h 731623"/>
              <a:gd name="csX11" fmla="*/ 7917180 w 10806734"/>
              <a:gd name="csY11" fmla="*/ 7620 h 731623"/>
              <a:gd name="csX12" fmla="*/ 8633460 w 10806734"/>
              <a:gd name="csY12" fmla="*/ 723900 h 731623"/>
              <a:gd name="csX13" fmla="*/ 9357360 w 10806734"/>
              <a:gd name="csY13" fmla="*/ 7620 h 731623"/>
              <a:gd name="csX14" fmla="*/ 10081260 w 10806734"/>
              <a:gd name="csY14" fmla="*/ 731520 h 731623"/>
              <a:gd name="csX15" fmla="*/ 10789920 w 10806734"/>
              <a:gd name="csY15" fmla="*/ 0 h 731623"/>
              <a:gd name="csX0" fmla="*/ 0 w 10789986"/>
              <a:gd name="csY0" fmla="*/ 723900 h 732889"/>
              <a:gd name="csX1" fmla="*/ 716280 w 10789986"/>
              <a:gd name="csY1" fmla="*/ 0 h 732889"/>
              <a:gd name="csX2" fmla="*/ 1440180 w 10789986"/>
              <a:gd name="csY2" fmla="*/ 723900 h 732889"/>
              <a:gd name="csX3" fmla="*/ 2156460 w 10789986"/>
              <a:gd name="csY3" fmla="*/ 7620 h 732889"/>
              <a:gd name="csX4" fmla="*/ 2880360 w 10789986"/>
              <a:gd name="csY4" fmla="*/ 723900 h 732889"/>
              <a:gd name="csX5" fmla="*/ 3604260 w 10789986"/>
              <a:gd name="csY5" fmla="*/ 0 h 732889"/>
              <a:gd name="csX6" fmla="*/ 4328160 w 10789986"/>
              <a:gd name="csY6" fmla="*/ 723900 h 732889"/>
              <a:gd name="csX7" fmla="*/ 5036820 w 10789986"/>
              <a:gd name="csY7" fmla="*/ 0 h 732889"/>
              <a:gd name="csX8" fmla="*/ 5753100 w 10789986"/>
              <a:gd name="csY8" fmla="*/ 723900 h 732889"/>
              <a:gd name="csX9" fmla="*/ 6477000 w 10789986"/>
              <a:gd name="csY9" fmla="*/ 0 h 732889"/>
              <a:gd name="csX10" fmla="*/ 7193280 w 10789986"/>
              <a:gd name="csY10" fmla="*/ 723900 h 732889"/>
              <a:gd name="csX11" fmla="*/ 7917180 w 10789986"/>
              <a:gd name="csY11" fmla="*/ 7620 h 732889"/>
              <a:gd name="csX12" fmla="*/ 8633460 w 10789986"/>
              <a:gd name="csY12" fmla="*/ 723900 h 732889"/>
              <a:gd name="csX13" fmla="*/ 9357360 w 10789986"/>
              <a:gd name="csY13" fmla="*/ 7620 h 732889"/>
              <a:gd name="csX14" fmla="*/ 10081260 w 10789986"/>
              <a:gd name="csY14" fmla="*/ 731520 h 732889"/>
              <a:gd name="csX15" fmla="*/ 10789920 w 10789986"/>
              <a:gd name="csY15" fmla="*/ 0 h 732889"/>
              <a:gd name="csX0" fmla="*/ 0 w 10418702"/>
              <a:gd name="csY0" fmla="*/ 723900 h 733077"/>
              <a:gd name="csX1" fmla="*/ 716280 w 10418702"/>
              <a:gd name="csY1" fmla="*/ 0 h 733077"/>
              <a:gd name="csX2" fmla="*/ 1440180 w 10418702"/>
              <a:gd name="csY2" fmla="*/ 723900 h 733077"/>
              <a:gd name="csX3" fmla="*/ 2156460 w 10418702"/>
              <a:gd name="csY3" fmla="*/ 7620 h 733077"/>
              <a:gd name="csX4" fmla="*/ 2880360 w 10418702"/>
              <a:gd name="csY4" fmla="*/ 723900 h 733077"/>
              <a:gd name="csX5" fmla="*/ 3604260 w 10418702"/>
              <a:gd name="csY5" fmla="*/ 0 h 733077"/>
              <a:gd name="csX6" fmla="*/ 4328160 w 10418702"/>
              <a:gd name="csY6" fmla="*/ 723900 h 733077"/>
              <a:gd name="csX7" fmla="*/ 5036820 w 10418702"/>
              <a:gd name="csY7" fmla="*/ 0 h 733077"/>
              <a:gd name="csX8" fmla="*/ 5753100 w 10418702"/>
              <a:gd name="csY8" fmla="*/ 723900 h 733077"/>
              <a:gd name="csX9" fmla="*/ 6477000 w 10418702"/>
              <a:gd name="csY9" fmla="*/ 0 h 733077"/>
              <a:gd name="csX10" fmla="*/ 7193280 w 10418702"/>
              <a:gd name="csY10" fmla="*/ 723900 h 733077"/>
              <a:gd name="csX11" fmla="*/ 7917180 w 10418702"/>
              <a:gd name="csY11" fmla="*/ 7620 h 733077"/>
              <a:gd name="csX12" fmla="*/ 8633460 w 10418702"/>
              <a:gd name="csY12" fmla="*/ 723900 h 733077"/>
              <a:gd name="csX13" fmla="*/ 9357360 w 10418702"/>
              <a:gd name="csY13" fmla="*/ 7620 h 733077"/>
              <a:gd name="csX14" fmla="*/ 10081260 w 10418702"/>
              <a:gd name="csY14" fmla="*/ 731520 h 733077"/>
              <a:gd name="csX15" fmla="*/ 10418445 w 10418702"/>
              <a:gd name="csY15" fmla="*/ 9525 h 733077"/>
              <a:gd name="csX0" fmla="*/ 0 w 10180719"/>
              <a:gd name="csY0" fmla="*/ 723900 h 1052272"/>
              <a:gd name="csX1" fmla="*/ 716280 w 10180719"/>
              <a:gd name="csY1" fmla="*/ 0 h 1052272"/>
              <a:gd name="csX2" fmla="*/ 1440180 w 10180719"/>
              <a:gd name="csY2" fmla="*/ 723900 h 1052272"/>
              <a:gd name="csX3" fmla="*/ 2156460 w 10180719"/>
              <a:gd name="csY3" fmla="*/ 7620 h 1052272"/>
              <a:gd name="csX4" fmla="*/ 2880360 w 10180719"/>
              <a:gd name="csY4" fmla="*/ 723900 h 1052272"/>
              <a:gd name="csX5" fmla="*/ 3604260 w 10180719"/>
              <a:gd name="csY5" fmla="*/ 0 h 1052272"/>
              <a:gd name="csX6" fmla="*/ 4328160 w 10180719"/>
              <a:gd name="csY6" fmla="*/ 723900 h 1052272"/>
              <a:gd name="csX7" fmla="*/ 5036820 w 10180719"/>
              <a:gd name="csY7" fmla="*/ 0 h 1052272"/>
              <a:gd name="csX8" fmla="*/ 5753100 w 10180719"/>
              <a:gd name="csY8" fmla="*/ 723900 h 1052272"/>
              <a:gd name="csX9" fmla="*/ 6477000 w 10180719"/>
              <a:gd name="csY9" fmla="*/ 0 h 1052272"/>
              <a:gd name="csX10" fmla="*/ 7193280 w 10180719"/>
              <a:gd name="csY10" fmla="*/ 723900 h 1052272"/>
              <a:gd name="csX11" fmla="*/ 7917180 w 10180719"/>
              <a:gd name="csY11" fmla="*/ 7620 h 1052272"/>
              <a:gd name="csX12" fmla="*/ 8633460 w 10180719"/>
              <a:gd name="csY12" fmla="*/ 723900 h 1052272"/>
              <a:gd name="csX13" fmla="*/ 9357360 w 10180719"/>
              <a:gd name="csY13" fmla="*/ 7620 h 1052272"/>
              <a:gd name="csX14" fmla="*/ 10081260 w 10180719"/>
              <a:gd name="csY14" fmla="*/ 731520 h 1052272"/>
              <a:gd name="csX15" fmla="*/ 10080307 w 10180719"/>
              <a:gd name="csY15" fmla="*/ 733425 h 1052272"/>
              <a:gd name="csX0" fmla="*/ 0 w 10359304"/>
              <a:gd name="csY0" fmla="*/ 723900 h 733525"/>
              <a:gd name="csX1" fmla="*/ 716280 w 10359304"/>
              <a:gd name="csY1" fmla="*/ 0 h 733525"/>
              <a:gd name="csX2" fmla="*/ 1440180 w 10359304"/>
              <a:gd name="csY2" fmla="*/ 723900 h 733525"/>
              <a:gd name="csX3" fmla="*/ 2156460 w 10359304"/>
              <a:gd name="csY3" fmla="*/ 7620 h 733525"/>
              <a:gd name="csX4" fmla="*/ 2880360 w 10359304"/>
              <a:gd name="csY4" fmla="*/ 723900 h 733525"/>
              <a:gd name="csX5" fmla="*/ 3604260 w 10359304"/>
              <a:gd name="csY5" fmla="*/ 0 h 733525"/>
              <a:gd name="csX6" fmla="*/ 4328160 w 10359304"/>
              <a:gd name="csY6" fmla="*/ 723900 h 733525"/>
              <a:gd name="csX7" fmla="*/ 5036820 w 10359304"/>
              <a:gd name="csY7" fmla="*/ 0 h 733525"/>
              <a:gd name="csX8" fmla="*/ 5753100 w 10359304"/>
              <a:gd name="csY8" fmla="*/ 723900 h 733525"/>
              <a:gd name="csX9" fmla="*/ 6477000 w 10359304"/>
              <a:gd name="csY9" fmla="*/ 0 h 733525"/>
              <a:gd name="csX10" fmla="*/ 7193280 w 10359304"/>
              <a:gd name="csY10" fmla="*/ 723900 h 733525"/>
              <a:gd name="csX11" fmla="*/ 7917180 w 10359304"/>
              <a:gd name="csY11" fmla="*/ 7620 h 733525"/>
              <a:gd name="csX12" fmla="*/ 8633460 w 10359304"/>
              <a:gd name="csY12" fmla="*/ 723900 h 733525"/>
              <a:gd name="csX13" fmla="*/ 9357360 w 10359304"/>
              <a:gd name="csY13" fmla="*/ 7620 h 733525"/>
              <a:gd name="csX14" fmla="*/ 10081260 w 10359304"/>
              <a:gd name="csY14" fmla="*/ 731520 h 733525"/>
              <a:gd name="csX15" fmla="*/ 10080307 w 10359304"/>
              <a:gd name="csY15" fmla="*/ 733425 h 733525"/>
              <a:gd name="csX0" fmla="*/ 0 w 10368372"/>
              <a:gd name="csY0" fmla="*/ 723900 h 731913"/>
              <a:gd name="csX1" fmla="*/ 716280 w 10368372"/>
              <a:gd name="csY1" fmla="*/ 0 h 731913"/>
              <a:gd name="csX2" fmla="*/ 1440180 w 10368372"/>
              <a:gd name="csY2" fmla="*/ 723900 h 731913"/>
              <a:gd name="csX3" fmla="*/ 2156460 w 10368372"/>
              <a:gd name="csY3" fmla="*/ 7620 h 731913"/>
              <a:gd name="csX4" fmla="*/ 2880360 w 10368372"/>
              <a:gd name="csY4" fmla="*/ 723900 h 731913"/>
              <a:gd name="csX5" fmla="*/ 3604260 w 10368372"/>
              <a:gd name="csY5" fmla="*/ 0 h 731913"/>
              <a:gd name="csX6" fmla="*/ 4328160 w 10368372"/>
              <a:gd name="csY6" fmla="*/ 723900 h 731913"/>
              <a:gd name="csX7" fmla="*/ 5036820 w 10368372"/>
              <a:gd name="csY7" fmla="*/ 0 h 731913"/>
              <a:gd name="csX8" fmla="*/ 5753100 w 10368372"/>
              <a:gd name="csY8" fmla="*/ 723900 h 731913"/>
              <a:gd name="csX9" fmla="*/ 6477000 w 10368372"/>
              <a:gd name="csY9" fmla="*/ 0 h 731913"/>
              <a:gd name="csX10" fmla="*/ 7193280 w 10368372"/>
              <a:gd name="csY10" fmla="*/ 723900 h 731913"/>
              <a:gd name="csX11" fmla="*/ 7917180 w 10368372"/>
              <a:gd name="csY11" fmla="*/ 7620 h 731913"/>
              <a:gd name="csX12" fmla="*/ 8633460 w 10368372"/>
              <a:gd name="csY12" fmla="*/ 723900 h 731913"/>
              <a:gd name="csX13" fmla="*/ 9357360 w 10368372"/>
              <a:gd name="csY13" fmla="*/ 7620 h 731913"/>
              <a:gd name="csX14" fmla="*/ 10081260 w 10368372"/>
              <a:gd name="csY14" fmla="*/ 731520 h 731913"/>
              <a:gd name="csX15" fmla="*/ 10094595 w 10368372"/>
              <a:gd name="csY15" fmla="*/ 576262 h 731913"/>
              <a:gd name="csX0" fmla="*/ 0 w 10183505"/>
              <a:gd name="csY0" fmla="*/ 723900 h 731967"/>
              <a:gd name="csX1" fmla="*/ 716280 w 10183505"/>
              <a:gd name="csY1" fmla="*/ 0 h 731967"/>
              <a:gd name="csX2" fmla="*/ 1440180 w 10183505"/>
              <a:gd name="csY2" fmla="*/ 723900 h 731967"/>
              <a:gd name="csX3" fmla="*/ 2156460 w 10183505"/>
              <a:gd name="csY3" fmla="*/ 7620 h 731967"/>
              <a:gd name="csX4" fmla="*/ 2880360 w 10183505"/>
              <a:gd name="csY4" fmla="*/ 723900 h 731967"/>
              <a:gd name="csX5" fmla="*/ 3604260 w 10183505"/>
              <a:gd name="csY5" fmla="*/ 0 h 731967"/>
              <a:gd name="csX6" fmla="*/ 4328160 w 10183505"/>
              <a:gd name="csY6" fmla="*/ 723900 h 731967"/>
              <a:gd name="csX7" fmla="*/ 5036820 w 10183505"/>
              <a:gd name="csY7" fmla="*/ 0 h 731967"/>
              <a:gd name="csX8" fmla="*/ 5753100 w 10183505"/>
              <a:gd name="csY8" fmla="*/ 723900 h 731967"/>
              <a:gd name="csX9" fmla="*/ 6477000 w 10183505"/>
              <a:gd name="csY9" fmla="*/ 0 h 731967"/>
              <a:gd name="csX10" fmla="*/ 7193280 w 10183505"/>
              <a:gd name="csY10" fmla="*/ 723900 h 731967"/>
              <a:gd name="csX11" fmla="*/ 7917180 w 10183505"/>
              <a:gd name="csY11" fmla="*/ 7620 h 731967"/>
              <a:gd name="csX12" fmla="*/ 8633460 w 10183505"/>
              <a:gd name="csY12" fmla="*/ 723900 h 731967"/>
              <a:gd name="csX13" fmla="*/ 9357360 w 10183505"/>
              <a:gd name="csY13" fmla="*/ 7620 h 731967"/>
              <a:gd name="csX14" fmla="*/ 10081260 w 10183505"/>
              <a:gd name="csY14" fmla="*/ 731520 h 731967"/>
              <a:gd name="csX15" fmla="*/ 10094595 w 10183505"/>
              <a:gd name="csY15" fmla="*/ 576262 h 731967"/>
              <a:gd name="csX0" fmla="*/ 0 w 10176069"/>
              <a:gd name="csY0" fmla="*/ 723900 h 731979"/>
              <a:gd name="csX1" fmla="*/ 716280 w 10176069"/>
              <a:gd name="csY1" fmla="*/ 0 h 731979"/>
              <a:gd name="csX2" fmla="*/ 1440180 w 10176069"/>
              <a:gd name="csY2" fmla="*/ 723900 h 731979"/>
              <a:gd name="csX3" fmla="*/ 2156460 w 10176069"/>
              <a:gd name="csY3" fmla="*/ 7620 h 731979"/>
              <a:gd name="csX4" fmla="*/ 2880360 w 10176069"/>
              <a:gd name="csY4" fmla="*/ 723900 h 731979"/>
              <a:gd name="csX5" fmla="*/ 3604260 w 10176069"/>
              <a:gd name="csY5" fmla="*/ 0 h 731979"/>
              <a:gd name="csX6" fmla="*/ 4328160 w 10176069"/>
              <a:gd name="csY6" fmla="*/ 723900 h 731979"/>
              <a:gd name="csX7" fmla="*/ 5036820 w 10176069"/>
              <a:gd name="csY7" fmla="*/ 0 h 731979"/>
              <a:gd name="csX8" fmla="*/ 5753100 w 10176069"/>
              <a:gd name="csY8" fmla="*/ 723900 h 731979"/>
              <a:gd name="csX9" fmla="*/ 6477000 w 10176069"/>
              <a:gd name="csY9" fmla="*/ 0 h 731979"/>
              <a:gd name="csX10" fmla="*/ 7193280 w 10176069"/>
              <a:gd name="csY10" fmla="*/ 723900 h 731979"/>
              <a:gd name="csX11" fmla="*/ 7917180 w 10176069"/>
              <a:gd name="csY11" fmla="*/ 7620 h 731979"/>
              <a:gd name="csX12" fmla="*/ 8633460 w 10176069"/>
              <a:gd name="csY12" fmla="*/ 723900 h 731979"/>
              <a:gd name="csX13" fmla="*/ 9357360 w 10176069"/>
              <a:gd name="csY13" fmla="*/ 7620 h 731979"/>
              <a:gd name="csX14" fmla="*/ 10081260 w 10176069"/>
              <a:gd name="csY14" fmla="*/ 731520 h 731979"/>
              <a:gd name="csX15" fmla="*/ 10066020 w 10176069"/>
              <a:gd name="csY15" fmla="*/ 581024 h 731979"/>
              <a:gd name="csX0" fmla="*/ 0 w 10081260"/>
              <a:gd name="csY0" fmla="*/ 723900 h 731520"/>
              <a:gd name="csX1" fmla="*/ 716280 w 10081260"/>
              <a:gd name="csY1" fmla="*/ 0 h 731520"/>
              <a:gd name="csX2" fmla="*/ 1440180 w 10081260"/>
              <a:gd name="csY2" fmla="*/ 723900 h 731520"/>
              <a:gd name="csX3" fmla="*/ 2156460 w 10081260"/>
              <a:gd name="csY3" fmla="*/ 7620 h 731520"/>
              <a:gd name="csX4" fmla="*/ 2880360 w 10081260"/>
              <a:gd name="csY4" fmla="*/ 723900 h 731520"/>
              <a:gd name="csX5" fmla="*/ 3604260 w 10081260"/>
              <a:gd name="csY5" fmla="*/ 0 h 731520"/>
              <a:gd name="csX6" fmla="*/ 4328160 w 10081260"/>
              <a:gd name="csY6" fmla="*/ 723900 h 731520"/>
              <a:gd name="csX7" fmla="*/ 5036820 w 10081260"/>
              <a:gd name="csY7" fmla="*/ 0 h 731520"/>
              <a:gd name="csX8" fmla="*/ 5753100 w 10081260"/>
              <a:gd name="csY8" fmla="*/ 723900 h 731520"/>
              <a:gd name="csX9" fmla="*/ 6477000 w 10081260"/>
              <a:gd name="csY9" fmla="*/ 0 h 731520"/>
              <a:gd name="csX10" fmla="*/ 7193280 w 10081260"/>
              <a:gd name="csY10" fmla="*/ 723900 h 731520"/>
              <a:gd name="csX11" fmla="*/ 7917180 w 10081260"/>
              <a:gd name="csY11" fmla="*/ 7620 h 731520"/>
              <a:gd name="csX12" fmla="*/ 8633460 w 10081260"/>
              <a:gd name="csY12" fmla="*/ 723900 h 731520"/>
              <a:gd name="csX13" fmla="*/ 9357360 w 10081260"/>
              <a:gd name="csY13" fmla="*/ 7620 h 731520"/>
              <a:gd name="csX14" fmla="*/ 10081260 w 10081260"/>
              <a:gd name="csY14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64980" h="731520">
                <a:moveTo>
                  <a:pt x="0" y="0"/>
                </a:moveTo>
                <a:cubicBezTo>
                  <a:pt x="240030" y="0"/>
                  <a:pt x="483870" y="722630"/>
                  <a:pt x="723900" y="723900"/>
                </a:cubicBezTo>
                <a:cubicBezTo>
                  <a:pt x="963930" y="725170"/>
                  <a:pt x="1200150" y="7620"/>
                  <a:pt x="1440180" y="7620"/>
                </a:cubicBezTo>
                <a:cubicBezTo>
                  <a:pt x="1680210" y="7620"/>
                  <a:pt x="1922780" y="725170"/>
                  <a:pt x="2164080" y="723900"/>
                </a:cubicBezTo>
                <a:cubicBezTo>
                  <a:pt x="2405380" y="722630"/>
                  <a:pt x="2646680" y="0"/>
                  <a:pt x="2887980" y="0"/>
                </a:cubicBezTo>
                <a:cubicBezTo>
                  <a:pt x="3129280" y="0"/>
                  <a:pt x="3373120" y="723900"/>
                  <a:pt x="3611880" y="723900"/>
                </a:cubicBezTo>
                <a:cubicBezTo>
                  <a:pt x="3850640" y="723900"/>
                  <a:pt x="4083050" y="0"/>
                  <a:pt x="4320540" y="0"/>
                </a:cubicBezTo>
                <a:cubicBezTo>
                  <a:pt x="4558030" y="0"/>
                  <a:pt x="4796790" y="723900"/>
                  <a:pt x="5036820" y="723900"/>
                </a:cubicBezTo>
                <a:cubicBezTo>
                  <a:pt x="5276850" y="723900"/>
                  <a:pt x="5520690" y="0"/>
                  <a:pt x="5760720" y="0"/>
                </a:cubicBezTo>
                <a:cubicBezTo>
                  <a:pt x="6000750" y="0"/>
                  <a:pt x="6236970" y="722630"/>
                  <a:pt x="6477000" y="723900"/>
                </a:cubicBezTo>
                <a:cubicBezTo>
                  <a:pt x="6717030" y="725170"/>
                  <a:pt x="6960870" y="7620"/>
                  <a:pt x="7200900" y="7620"/>
                </a:cubicBezTo>
                <a:cubicBezTo>
                  <a:pt x="7440930" y="7620"/>
                  <a:pt x="7677150" y="723900"/>
                  <a:pt x="7917180" y="723900"/>
                </a:cubicBezTo>
                <a:cubicBezTo>
                  <a:pt x="8157210" y="723900"/>
                  <a:pt x="8399780" y="6350"/>
                  <a:pt x="8641080" y="7620"/>
                </a:cubicBezTo>
                <a:cubicBezTo>
                  <a:pt x="8882380" y="8890"/>
                  <a:pt x="9144000" y="721360"/>
                  <a:pt x="9364980" y="731520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85DA2D8C-4CA5-FAFD-CDE5-13961094A041}"/>
              </a:ext>
            </a:extLst>
          </p:cNvPr>
          <p:cNvSpPr/>
          <p:nvPr/>
        </p:nvSpPr>
        <p:spPr>
          <a:xfrm>
            <a:off x="1067316" y="4570740"/>
            <a:ext cx="10079998" cy="405000"/>
          </a:xfrm>
          <a:custGeom>
            <a:avLst/>
            <a:gdLst>
              <a:gd name="csX0" fmla="*/ 0 w 10703002"/>
              <a:gd name="csY0" fmla="*/ 723900 h 731634"/>
              <a:gd name="csX1" fmla="*/ 716280 w 10703002"/>
              <a:gd name="csY1" fmla="*/ 0 h 731634"/>
              <a:gd name="csX2" fmla="*/ 1440180 w 10703002"/>
              <a:gd name="csY2" fmla="*/ 723900 h 731634"/>
              <a:gd name="csX3" fmla="*/ 2156460 w 10703002"/>
              <a:gd name="csY3" fmla="*/ 7620 h 731634"/>
              <a:gd name="csX4" fmla="*/ 2880360 w 10703002"/>
              <a:gd name="csY4" fmla="*/ 723900 h 731634"/>
              <a:gd name="csX5" fmla="*/ 3604260 w 10703002"/>
              <a:gd name="csY5" fmla="*/ 0 h 731634"/>
              <a:gd name="csX6" fmla="*/ 4328160 w 10703002"/>
              <a:gd name="csY6" fmla="*/ 723900 h 731634"/>
              <a:gd name="csX7" fmla="*/ 5036820 w 10703002"/>
              <a:gd name="csY7" fmla="*/ 0 h 731634"/>
              <a:gd name="csX8" fmla="*/ 5753100 w 10703002"/>
              <a:gd name="csY8" fmla="*/ 723900 h 731634"/>
              <a:gd name="csX9" fmla="*/ 6477000 w 10703002"/>
              <a:gd name="csY9" fmla="*/ 0 h 731634"/>
              <a:gd name="csX10" fmla="*/ 7193280 w 10703002"/>
              <a:gd name="csY10" fmla="*/ 723900 h 731634"/>
              <a:gd name="csX11" fmla="*/ 7917180 w 10703002"/>
              <a:gd name="csY11" fmla="*/ 7620 h 731634"/>
              <a:gd name="csX12" fmla="*/ 8633460 w 10703002"/>
              <a:gd name="csY12" fmla="*/ 723900 h 731634"/>
              <a:gd name="csX13" fmla="*/ 9357360 w 10703002"/>
              <a:gd name="csY13" fmla="*/ 7620 h 731634"/>
              <a:gd name="csX14" fmla="*/ 10081260 w 10703002"/>
              <a:gd name="csY14" fmla="*/ 731520 h 731634"/>
              <a:gd name="csX15" fmla="*/ 10683240 w 10703002"/>
              <a:gd name="csY15" fmla="*/ 68580 h 731634"/>
              <a:gd name="csX0" fmla="*/ 0 w 10806734"/>
              <a:gd name="csY0" fmla="*/ 723900 h 731623"/>
              <a:gd name="csX1" fmla="*/ 716280 w 10806734"/>
              <a:gd name="csY1" fmla="*/ 0 h 731623"/>
              <a:gd name="csX2" fmla="*/ 1440180 w 10806734"/>
              <a:gd name="csY2" fmla="*/ 723900 h 731623"/>
              <a:gd name="csX3" fmla="*/ 2156460 w 10806734"/>
              <a:gd name="csY3" fmla="*/ 7620 h 731623"/>
              <a:gd name="csX4" fmla="*/ 2880360 w 10806734"/>
              <a:gd name="csY4" fmla="*/ 723900 h 731623"/>
              <a:gd name="csX5" fmla="*/ 3604260 w 10806734"/>
              <a:gd name="csY5" fmla="*/ 0 h 731623"/>
              <a:gd name="csX6" fmla="*/ 4328160 w 10806734"/>
              <a:gd name="csY6" fmla="*/ 723900 h 731623"/>
              <a:gd name="csX7" fmla="*/ 5036820 w 10806734"/>
              <a:gd name="csY7" fmla="*/ 0 h 731623"/>
              <a:gd name="csX8" fmla="*/ 5753100 w 10806734"/>
              <a:gd name="csY8" fmla="*/ 723900 h 731623"/>
              <a:gd name="csX9" fmla="*/ 6477000 w 10806734"/>
              <a:gd name="csY9" fmla="*/ 0 h 731623"/>
              <a:gd name="csX10" fmla="*/ 7193280 w 10806734"/>
              <a:gd name="csY10" fmla="*/ 723900 h 731623"/>
              <a:gd name="csX11" fmla="*/ 7917180 w 10806734"/>
              <a:gd name="csY11" fmla="*/ 7620 h 731623"/>
              <a:gd name="csX12" fmla="*/ 8633460 w 10806734"/>
              <a:gd name="csY12" fmla="*/ 723900 h 731623"/>
              <a:gd name="csX13" fmla="*/ 9357360 w 10806734"/>
              <a:gd name="csY13" fmla="*/ 7620 h 731623"/>
              <a:gd name="csX14" fmla="*/ 10081260 w 10806734"/>
              <a:gd name="csY14" fmla="*/ 731520 h 731623"/>
              <a:gd name="csX15" fmla="*/ 10789920 w 10806734"/>
              <a:gd name="csY15" fmla="*/ 0 h 731623"/>
              <a:gd name="csX0" fmla="*/ 0 w 10789986"/>
              <a:gd name="csY0" fmla="*/ 723900 h 732889"/>
              <a:gd name="csX1" fmla="*/ 716280 w 10789986"/>
              <a:gd name="csY1" fmla="*/ 0 h 732889"/>
              <a:gd name="csX2" fmla="*/ 1440180 w 10789986"/>
              <a:gd name="csY2" fmla="*/ 723900 h 732889"/>
              <a:gd name="csX3" fmla="*/ 2156460 w 10789986"/>
              <a:gd name="csY3" fmla="*/ 7620 h 732889"/>
              <a:gd name="csX4" fmla="*/ 2880360 w 10789986"/>
              <a:gd name="csY4" fmla="*/ 723900 h 732889"/>
              <a:gd name="csX5" fmla="*/ 3604260 w 10789986"/>
              <a:gd name="csY5" fmla="*/ 0 h 732889"/>
              <a:gd name="csX6" fmla="*/ 4328160 w 10789986"/>
              <a:gd name="csY6" fmla="*/ 723900 h 732889"/>
              <a:gd name="csX7" fmla="*/ 5036820 w 10789986"/>
              <a:gd name="csY7" fmla="*/ 0 h 732889"/>
              <a:gd name="csX8" fmla="*/ 5753100 w 10789986"/>
              <a:gd name="csY8" fmla="*/ 723900 h 732889"/>
              <a:gd name="csX9" fmla="*/ 6477000 w 10789986"/>
              <a:gd name="csY9" fmla="*/ 0 h 732889"/>
              <a:gd name="csX10" fmla="*/ 7193280 w 10789986"/>
              <a:gd name="csY10" fmla="*/ 723900 h 732889"/>
              <a:gd name="csX11" fmla="*/ 7917180 w 10789986"/>
              <a:gd name="csY11" fmla="*/ 7620 h 732889"/>
              <a:gd name="csX12" fmla="*/ 8633460 w 10789986"/>
              <a:gd name="csY12" fmla="*/ 723900 h 732889"/>
              <a:gd name="csX13" fmla="*/ 9357360 w 10789986"/>
              <a:gd name="csY13" fmla="*/ 7620 h 732889"/>
              <a:gd name="csX14" fmla="*/ 10081260 w 10789986"/>
              <a:gd name="csY14" fmla="*/ 731520 h 732889"/>
              <a:gd name="csX15" fmla="*/ 10789920 w 10789986"/>
              <a:gd name="csY15" fmla="*/ 0 h 732889"/>
              <a:gd name="csX0" fmla="*/ 0 w 10418702"/>
              <a:gd name="csY0" fmla="*/ 723900 h 733077"/>
              <a:gd name="csX1" fmla="*/ 716280 w 10418702"/>
              <a:gd name="csY1" fmla="*/ 0 h 733077"/>
              <a:gd name="csX2" fmla="*/ 1440180 w 10418702"/>
              <a:gd name="csY2" fmla="*/ 723900 h 733077"/>
              <a:gd name="csX3" fmla="*/ 2156460 w 10418702"/>
              <a:gd name="csY3" fmla="*/ 7620 h 733077"/>
              <a:gd name="csX4" fmla="*/ 2880360 w 10418702"/>
              <a:gd name="csY4" fmla="*/ 723900 h 733077"/>
              <a:gd name="csX5" fmla="*/ 3604260 w 10418702"/>
              <a:gd name="csY5" fmla="*/ 0 h 733077"/>
              <a:gd name="csX6" fmla="*/ 4328160 w 10418702"/>
              <a:gd name="csY6" fmla="*/ 723900 h 733077"/>
              <a:gd name="csX7" fmla="*/ 5036820 w 10418702"/>
              <a:gd name="csY7" fmla="*/ 0 h 733077"/>
              <a:gd name="csX8" fmla="*/ 5753100 w 10418702"/>
              <a:gd name="csY8" fmla="*/ 723900 h 733077"/>
              <a:gd name="csX9" fmla="*/ 6477000 w 10418702"/>
              <a:gd name="csY9" fmla="*/ 0 h 733077"/>
              <a:gd name="csX10" fmla="*/ 7193280 w 10418702"/>
              <a:gd name="csY10" fmla="*/ 723900 h 733077"/>
              <a:gd name="csX11" fmla="*/ 7917180 w 10418702"/>
              <a:gd name="csY11" fmla="*/ 7620 h 733077"/>
              <a:gd name="csX12" fmla="*/ 8633460 w 10418702"/>
              <a:gd name="csY12" fmla="*/ 723900 h 733077"/>
              <a:gd name="csX13" fmla="*/ 9357360 w 10418702"/>
              <a:gd name="csY13" fmla="*/ 7620 h 733077"/>
              <a:gd name="csX14" fmla="*/ 10081260 w 10418702"/>
              <a:gd name="csY14" fmla="*/ 731520 h 733077"/>
              <a:gd name="csX15" fmla="*/ 10418445 w 10418702"/>
              <a:gd name="csY15" fmla="*/ 9525 h 733077"/>
              <a:gd name="csX0" fmla="*/ 0 w 10180719"/>
              <a:gd name="csY0" fmla="*/ 723900 h 1052272"/>
              <a:gd name="csX1" fmla="*/ 716280 w 10180719"/>
              <a:gd name="csY1" fmla="*/ 0 h 1052272"/>
              <a:gd name="csX2" fmla="*/ 1440180 w 10180719"/>
              <a:gd name="csY2" fmla="*/ 723900 h 1052272"/>
              <a:gd name="csX3" fmla="*/ 2156460 w 10180719"/>
              <a:gd name="csY3" fmla="*/ 7620 h 1052272"/>
              <a:gd name="csX4" fmla="*/ 2880360 w 10180719"/>
              <a:gd name="csY4" fmla="*/ 723900 h 1052272"/>
              <a:gd name="csX5" fmla="*/ 3604260 w 10180719"/>
              <a:gd name="csY5" fmla="*/ 0 h 1052272"/>
              <a:gd name="csX6" fmla="*/ 4328160 w 10180719"/>
              <a:gd name="csY6" fmla="*/ 723900 h 1052272"/>
              <a:gd name="csX7" fmla="*/ 5036820 w 10180719"/>
              <a:gd name="csY7" fmla="*/ 0 h 1052272"/>
              <a:gd name="csX8" fmla="*/ 5753100 w 10180719"/>
              <a:gd name="csY8" fmla="*/ 723900 h 1052272"/>
              <a:gd name="csX9" fmla="*/ 6477000 w 10180719"/>
              <a:gd name="csY9" fmla="*/ 0 h 1052272"/>
              <a:gd name="csX10" fmla="*/ 7193280 w 10180719"/>
              <a:gd name="csY10" fmla="*/ 723900 h 1052272"/>
              <a:gd name="csX11" fmla="*/ 7917180 w 10180719"/>
              <a:gd name="csY11" fmla="*/ 7620 h 1052272"/>
              <a:gd name="csX12" fmla="*/ 8633460 w 10180719"/>
              <a:gd name="csY12" fmla="*/ 723900 h 1052272"/>
              <a:gd name="csX13" fmla="*/ 9357360 w 10180719"/>
              <a:gd name="csY13" fmla="*/ 7620 h 1052272"/>
              <a:gd name="csX14" fmla="*/ 10081260 w 10180719"/>
              <a:gd name="csY14" fmla="*/ 731520 h 1052272"/>
              <a:gd name="csX15" fmla="*/ 10080307 w 10180719"/>
              <a:gd name="csY15" fmla="*/ 733425 h 1052272"/>
              <a:gd name="csX0" fmla="*/ 0 w 10359304"/>
              <a:gd name="csY0" fmla="*/ 723900 h 733525"/>
              <a:gd name="csX1" fmla="*/ 716280 w 10359304"/>
              <a:gd name="csY1" fmla="*/ 0 h 733525"/>
              <a:gd name="csX2" fmla="*/ 1440180 w 10359304"/>
              <a:gd name="csY2" fmla="*/ 723900 h 733525"/>
              <a:gd name="csX3" fmla="*/ 2156460 w 10359304"/>
              <a:gd name="csY3" fmla="*/ 7620 h 733525"/>
              <a:gd name="csX4" fmla="*/ 2880360 w 10359304"/>
              <a:gd name="csY4" fmla="*/ 723900 h 733525"/>
              <a:gd name="csX5" fmla="*/ 3604260 w 10359304"/>
              <a:gd name="csY5" fmla="*/ 0 h 733525"/>
              <a:gd name="csX6" fmla="*/ 4328160 w 10359304"/>
              <a:gd name="csY6" fmla="*/ 723900 h 733525"/>
              <a:gd name="csX7" fmla="*/ 5036820 w 10359304"/>
              <a:gd name="csY7" fmla="*/ 0 h 733525"/>
              <a:gd name="csX8" fmla="*/ 5753100 w 10359304"/>
              <a:gd name="csY8" fmla="*/ 723900 h 733525"/>
              <a:gd name="csX9" fmla="*/ 6477000 w 10359304"/>
              <a:gd name="csY9" fmla="*/ 0 h 733525"/>
              <a:gd name="csX10" fmla="*/ 7193280 w 10359304"/>
              <a:gd name="csY10" fmla="*/ 723900 h 733525"/>
              <a:gd name="csX11" fmla="*/ 7917180 w 10359304"/>
              <a:gd name="csY11" fmla="*/ 7620 h 733525"/>
              <a:gd name="csX12" fmla="*/ 8633460 w 10359304"/>
              <a:gd name="csY12" fmla="*/ 723900 h 733525"/>
              <a:gd name="csX13" fmla="*/ 9357360 w 10359304"/>
              <a:gd name="csY13" fmla="*/ 7620 h 733525"/>
              <a:gd name="csX14" fmla="*/ 10081260 w 10359304"/>
              <a:gd name="csY14" fmla="*/ 731520 h 733525"/>
              <a:gd name="csX15" fmla="*/ 10080307 w 10359304"/>
              <a:gd name="csY15" fmla="*/ 733425 h 733525"/>
              <a:gd name="csX0" fmla="*/ 0 w 10368372"/>
              <a:gd name="csY0" fmla="*/ 723900 h 731913"/>
              <a:gd name="csX1" fmla="*/ 716280 w 10368372"/>
              <a:gd name="csY1" fmla="*/ 0 h 731913"/>
              <a:gd name="csX2" fmla="*/ 1440180 w 10368372"/>
              <a:gd name="csY2" fmla="*/ 723900 h 731913"/>
              <a:gd name="csX3" fmla="*/ 2156460 w 10368372"/>
              <a:gd name="csY3" fmla="*/ 7620 h 731913"/>
              <a:gd name="csX4" fmla="*/ 2880360 w 10368372"/>
              <a:gd name="csY4" fmla="*/ 723900 h 731913"/>
              <a:gd name="csX5" fmla="*/ 3604260 w 10368372"/>
              <a:gd name="csY5" fmla="*/ 0 h 731913"/>
              <a:gd name="csX6" fmla="*/ 4328160 w 10368372"/>
              <a:gd name="csY6" fmla="*/ 723900 h 731913"/>
              <a:gd name="csX7" fmla="*/ 5036820 w 10368372"/>
              <a:gd name="csY7" fmla="*/ 0 h 731913"/>
              <a:gd name="csX8" fmla="*/ 5753100 w 10368372"/>
              <a:gd name="csY8" fmla="*/ 723900 h 731913"/>
              <a:gd name="csX9" fmla="*/ 6477000 w 10368372"/>
              <a:gd name="csY9" fmla="*/ 0 h 731913"/>
              <a:gd name="csX10" fmla="*/ 7193280 w 10368372"/>
              <a:gd name="csY10" fmla="*/ 723900 h 731913"/>
              <a:gd name="csX11" fmla="*/ 7917180 w 10368372"/>
              <a:gd name="csY11" fmla="*/ 7620 h 731913"/>
              <a:gd name="csX12" fmla="*/ 8633460 w 10368372"/>
              <a:gd name="csY12" fmla="*/ 723900 h 731913"/>
              <a:gd name="csX13" fmla="*/ 9357360 w 10368372"/>
              <a:gd name="csY13" fmla="*/ 7620 h 731913"/>
              <a:gd name="csX14" fmla="*/ 10081260 w 10368372"/>
              <a:gd name="csY14" fmla="*/ 731520 h 731913"/>
              <a:gd name="csX15" fmla="*/ 10094595 w 10368372"/>
              <a:gd name="csY15" fmla="*/ 576262 h 731913"/>
              <a:gd name="csX0" fmla="*/ 0 w 10183505"/>
              <a:gd name="csY0" fmla="*/ 723900 h 731967"/>
              <a:gd name="csX1" fmla="*/ 716280 w 10183505"/>
              <a:gd name="csY1" fmla="*/ 0 h 731967"/>
              <a:gd name="csX2" fmla="*/ 1440180 w 10183505"/>
              <a:gd name="csY2" fmla="*/ 723900 h 731967"/>
              <a:gd name="csX3" fmla="*/ 2156460 w 10183505"/>
              <a:gd name="csY3" fmla="*/ 7620 h 731967"/>
              <a:gd name="csX4" fmla="*/ 2880360 w 10183505"/>
              <a:gd name="csY4" fmla="*/ 723900 h 731967"/>
              <a:gd name="csX5" fmla="*/ 3604260 w 10183505"/>
              <a:gd name="csY5" fmla="*/ 0 h 731967"/>
              <a:gd name="csX6" fmla="*/ 4328160 w 10183505"/>
              <a:gd name="csY6" fmla="*/ 723900 h 731967"/>
              <a:gd name="csX7" fmla="*/ 5036820 w 10183505"/>
              <a:gd name="csY7" fmla="*/ 0 h 731967"/>
              <a:gd name="csX8" fmla="*/ 5753100 w 10183505"/>
              <a:gd name="csY8" fmla="*/ 723900 h 731967"/>
              <a:gd name="csX9" fmla="*/ 6477000 w 10183505"/>
              <a:gd name="csY9" fmla="*/ 0 h 731967"/>
              <a:gd name="csX10" fmla="*/ 7193280 w 10183505"/>
              <a:gd name="csY10" fmla="*/ 723900 h 731967"/>
              <a:gd name="csX11" fmla="*/ 7917180 w 10183505"/>
              <a:gd name="csY11" fmla="*/ 7620 h 731967"/>
              <a:gd name="csX12" fmla="*/ 8633460 w 10183505"/>
              <a:gd name="csY12" fmla="*/ 723900 h 731967"/>
              <a:gd name="csX13" fmla="*/ 9357360 w 10183505"/>
              <a:gd name="csY13" fmla="*/ 7620 h 731967"/>
              <a:gd name="csX14" fmla="*/ 10081260 w 10183505"/>
              <a:gd name="csY14" fmla="*/ 731520 h 731967"/>
              <a:gd name="csX15" fmla="*/ 10094595 w 10183505"/>
              <a:gd name="csY15" fmla="*/ 576262 h 731967"/>
              <a:gd name="csX0" fmla="*/ 0 w 10176069"/>
              <a:gd name="csY0" fmla="*/ 723900 h 731979"/>
              <a:gd name="csX1" fmla="*/ 716280 w 10176069"/>
              <a:gd name="csY1" fmla="*/ 0 h 731979"/>
              <a:gd name="csX2" fmla="*/ 1440180 w 10176069"/>
              <a:gd name="csY2" fmla="*/ 723900 h 731979"/>
              <a:gd name="csX3" fmla="*/ 2156460 w 10176069"/>
              <a:gd name="csY3" fmla="*/ 7620 h 731979"/>
              <a:gd name="csX4" fmla="*/ 2880360 w 10176069"/>
              <a:gd name="csY4" fmla="*/ 723900 h 731979"/>
              <a:gd name="csX5" fmla="*/ 3604260 w 10176069"/>
              <a:gd name="csY5" fmla="*/ 0 h 731979"/>
              <a:gd name="csX6" fmla="*/ 4328160 w 10176069"/>
              <a:gd name="csY6" fmla="*/ 723900 h 731979"/>
              <a:gd name="csX7" fmla="*/ 5036820 w 10176069"/>
              <a:gd name="csY7" fmla="*/ 0 h 731979"/>
              <a:gd name="csX8" fmla="*/ 5753100 w 10176069"/>
              <a:gd name="csY8" fmla="*/ 723900 h 731979"/>
              <a:gd name="csX9" fmla="*/ 6477000 w 10176069"/>
              <a:gd name="csY9" fmla="*/ 0 h 731979"/>
              <a:gd name="csX10" fmla="*/ 7193280 w 10176069"/>
              <a:gd name="csY10" fmla="*/ 723900 h 731979"/>
              <a:gd name="csX11" fmla="*/ 7917180 w 10176069"/>
              <a:gd name="csY11" fmla="*/ 7620 h 731979"/>
              <a:gd name="csX12" fmla="*/ 8633460 w 10176069"/>
              <a:gd name="csY12" fmla="*/ 723900 h 731979"/>
              <a:gd name="csX13" fmla="*/ 9357360 w 10176069"/>
              <a:gd name="csY13" fmla="*/ 7620 h 731979"/>
              <a:gd name="csX14" fmla="*/ 10081260 w 10176069"/>
              <a:gd name="csY14" fmla="*/ 731520 h 731979"/>
              <a:gd name="csX15" fmla="*/ 10066020 w 10176069"/>
              <a:gd name="csY15" fmla="*/ 581024 h 731979"/>
              <a:gd name="csX0" fmla="*/ 0 w 10081260"/>
              <a:gd name="csY0" fmla="*/ 723900 h 731520"/>
              <a:gd name="csX1" fmla="*/ 716280 w 10081260"/>
              <a:gd name="csY1" fmla="*/ 0 h 731520"/>
              <a:gd name="csX2" fmla="*/ 1440180 w 10081260"/>
              <a:gd name="csY2" fmla="*/ 723900 h 731520"/>
              <a:gd name="csX3" fmla="*/ 2156460 w 10081260"/>
              <a:gd name="csY3" fmla="*/ 7620 h 731520"/>
              <a:gd name="csX4" fmla="*/ 2880360 w 10081260"/>
              <a:gd name="csY4" fmla="*/ 723900 h 731520"/>
              <a:gd name="csX5" fmla="*/ 3604260 w 10081260"/>
              <a:gd name="csY5" fmla="*/ 0 h 731520"/>
              <a:gd name="csX6" fmla="*/ 4328160 w 10081260"/>
              <a:gd name="csY6" fmla="*/ 723900 h 731520"/>
              <a:gd name="csX7" fmla="*/ 5036820 w 10081260"/>
              <a:gd name="csY7" fmla="*/ 0 h 731520"/>
              <a:gd name="csX8" fmla="*/ 5753100 w 10081260"/>
              <a:gd name="csY8" fmla="*/ 723900 h 731520"/>
              <a:gd name="csX9" fmla="*/ 6477000 w 10081260"/>
              <a:gd name="csY9" fmla="*/ 0 h 731520"/>
              <a:gd name="csX10" fmla="*/ 7193280 w 10081260"/>
              <a:gd name="csY10" fmla="*/ 723900 h 731520"/>
              <a:gd name="csX11" fmla="*/ 7917180 w 10081260"/>
              <a:gd name="csY11" fmla="*/ 7620 h 731520"/>
              <a:gd name="csX12" fmla="*/ 8633460 w 10081260"/>
              <a:gd name="csY12" fmla="*/ 723900 h 731520"/>
              <a:gd name="csX13" fmla="*/ 9357360 w 10081260"/>
              <a:gd name="csY13" fmla="*/ 7620 h 731520"/>
              <a:gd name="csX14" fmla="*/ 10081260 w 10081260"/>
              <a:gd name="csY14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64980" h="731520">
                <a:moveTo>
                  <a:pt x="0" y="0"/>
                </a:moveTo>
                <a:cubicBezTo>
                  <a:pt x="240030" y="0"/>
                  <a:pt x="483870" y="722630"/>
                  <a:pt x="723900" y="723900"/>
                </a:cubicBezTo>
                <a:cubicBezTo>
                  <a:pt x="963930" y="725170"/>
                  <a:pt x="1200150" y="7620"/>
                  <a:pt x="1440180" y="7620"/>
                </a:cubicBezTo>
                <a:cubicBezTo>
                  <a:pt x="1680210" y="7620"/>
                  <a:pt x="1922780" y="725170"/>
                  <a:pt x="2164080" y="723900"/>
                </a:cubicBezTo>
                <a:cubicBezTo>
                  <a:pt x="2405380" y="722630"/>
                  <a:pt x="2646680" y="0"/>
                  <a:pt x="2887980" y="0"/>
                </a:cubicBezTo>
                <a:cubicBezTo>
                  <a:pt x="3129280" y="0"/>
                  <a:pt x="3373120" y="723900"/>
                  <a:pt x="3611880" y="723900"/>
                </a:cubicBezTo>
                <a:cubicBezTo>
                  <a:pt x="3850640" y="723900"/>
                  <a:pt x="4083050" y="0"/>
                  <a:pt x="4320540" y="0"/>
                </a:cubicBezTo>
                <a:cubicBezTo>
                  <a:pt x="4558030" y="0"/>
                  <a:pt x="4796790" y="723900"/>
                  <a:pt x="5036820" y="723900"/>
                </a:cubicBezTo>
                <a:cubicBezTo>
                  <a:pt x="5276850" y="723900"/>
                  <a:pt x="5520690" y="0"/>
                  <a:pt x="5760720" y="0"/>
                </a:cubicBezTo>
                <a:cubicBezTo>
                  <a:pt x="6000750" y="0"/>
                  <a:pt x="6236970" y="722630"/>
                  <a:pt x="6477000" y="723900"/>
                </a:cubicBezTo>
                <a:cubicBezTo>
                  <a:pt x="6717030" y="725170"/>
                  <a:pt x="6960870" y="7620"/>
                  <a:pt x="7200900" y="7620"/>
                </a:cubicBezTo>
                <a:cubicBezTo>
                  <a:pt x="7440930" y="7620"/>
                  <a:pt x="7677150" y="723900"/>
                  <a:pt x="7917180" y="723900"/>
                </a:cubicBezTo>
                <a:cubicBezTo>
                  <a:pt x="8157210" y="723900"/>
                  <a:pt x="8399780" y="6350"/>
                  <a:pt x="8641080" y="7620"/>
                </a:cubicBezTo>
                <a:cubicBezTo>
                  <a:pt x="8882380" y="8890"/>
                  <a:pt x="9144000" y="721360"/>
                  <a:pt x="9364980" y="731520"/>
                </a:cubicBezTo>
              </a:path>
            </a:pathLst>
          </a:custGeom>
          <a:noFill/>
          <a:ln w="57150">
            <a:solidFill>
              <a:schemeClr val="accent1">
                <a:shade val="15000"/>
              </a:schemeClr>
            </a:solidFill>
          </a:ln>
          <a:effectLst>
            <a:outerShdw dist="165100" dir="5400000" algn="t" rotWithShape="0">
              <a:schemeClr val="tx2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11206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F24242AD-E084-A267-717F-8A3E880178EC}"/>
              </a:ext>
            </a:extLst>
          </p:cNvPr>
          <p:cNvGrpSpPr/>
          <p:nvPr/>
        </p:nvGrpSpPr>
        <p:grpSpPr>
          <a:xfrm>
            <a:off x="391886" y="-3241295"/>
            <a:ext cx="11210374" cy="10367809"/>
            <a:chOff x="-227804" y="198591"/>
            <a:chExt cx="11210374" cy="10367809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BDCADD1E-0985-3801-AE1C-7040717B24A8}"/>
                </a:ext>
              </a:extLst>
            </p:cNvPr>
            <p:cNvSpPr/>
            <p:nvPr/>
          </p:nvSpPr>
          <p:spPr>
            <a:xfrm>
              <a:off x="-227804" y="198591"/>
              <a:ext cx="11210374" cy="102807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 dirty="0"/>
            </a:p>
          </p:txBody>
        </p:sp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48B5744D-7749-0557-44E5-20CDE70C1CCD}"/>
                </a:ext>
              </a:extLst>
            </p:cNvPr>
            <p:cNvGrpSpPr/>
            <p:nvPr/>
          </p:nvGrpSpPr>
          <p:grpSpPr>
            <a:xfrm>
              <a:off x="1169158" y="902885"/>
              <a:ext cx="8470142" cy="9663515"/>
              <a:chOff x="889758" y="226229"/>
              <a:chExt cx="10460514" cy="11934314"/>
            </a:xfrm>
          </p:grpSpPr>
          <p:pic>
            <p:nvPicPr>
              <p:cNvPr id="4" name="図 3">
                <a:extLst>
                  <a:ext uri="{FF2B5EF4-FFF2-40B4-BE49-F238E27FC236}">
                    <a16:creationId xmlns:a16="http://schemas.microsoft.com/office/drawing/2014/main" id="{C326EA64-3A13-2414-910A-696E327BC7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alphaModFix/>
              </a:blip>
              <a:srcRect l="4529" t="9223" r="3557" b="39938"/>
              <a:stretch>
                <a:fillRect/>
              </a:stretch>
            </p:blipFill>
            <p:spPr>
              <a:xfrm>
                <a:off x="966000" y="226229"/>
                <a:ext cx="10301969" cy="4459609"/>
              </a:xfrm>
              <a:prstGeom prst="rect">
                <a:avLst/>
              </a:prstGeom>
            </p:spPr>
          </p:pic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6F542B94-45EB-51AC-0F05-42649FF80ED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alphaModFix/>
              </a:blip>
              <a:srcRect l="2925" t="22154" r="4032" b="2289"/>
              <a:stretch>
                <a:fillRect/>
              </a:stretch>
            </p:blipFill>
            <p:spPr>
              <a:xfrm>
                <a:off x="961238" y="5510387"/>
                <a:ext cx="10341428" cy="6650156"/>
              </a:xfrm>
              <a:prstGeom prst="rect">
                <a:avLst/>
              </a:prstGeom>
            </p:spPr>
          </p:pic>
          <p:sp>
            <p:nvSpPr>
              <p:cNvPr id="6" name="フリーフォーム: 図形 5">
                <a:extLst>
                  <a:ext uri="{FF2B5EF4-FFF2-40B4-BE49-F238E27FC236}">
                    <a16:creationId xmlns:a16="http://schemas.microsoft.com/office/drawing/2014/main" id="{EA27C95E-54AC-FB79-A105-0376377D36E4}"/>
                  </a:ext>
                </a:extLst>
              </p:cNvPr>
              <p:cNvSpPr/>
              <p:nvPr/>
            </p:nvSpPr>
            <p:spPr>
              <a:xfrm>
                <a:off x="889758" y="4832063"/>
                <a:ext cx="10460514" cy="405000"/>
              </a:xfrm>
              <a:custGeom>
                <a:avLst/>
                <a:gdLst>
                  <a:gd name="csX0" fmla="*/ 0 w 10703002"/>
                  <a:gd name="csY0" fmla="*/ 723900 h 731634"/>
                  <a:gd name="csX1" fmla="*/ 716280 w 10703002"/>
                  <a:gd name="csY1" fmla="*/ 0 h 731634"/>
                  <a:gd name="csX2" fmla="*/ 1440180 w 10703002"/>
                  <a:gd name="csY2" fmla="*/ 723900 h 731634"/>
                  <a:gd name="csX3" fmla="*/ 2156460 w 10703002"/>
                  <a:gd name="csY3" fmla="*/ 7620 h 731634"/>
                  <a:gd name="csX4" fmla="*/ 2880360 w 10703002"/>
                  <a:gd name="csY4" fmla="*/ 723900 h 731634"/>
                  <a:gd name="csX5" fmla="*/ 3604260 w 10703002"/>
                  <a:gd name="csY5" fmla="*/ 0 h 731634"/>
                  <a:gd name="csX6" fmla="*/ 4328160 w 10703002"/>
                  <a:gd name="csY6" fmla="*/ 723900 h 731634"/>
                  <a:gd name="csX7" fmla="*/ 5036820 w 10703002"/>
                  <a:gd name="csY7" fmla="*/ 0 h 731634"/>
                  <a:gd name="csX8" fmla="*/ 5753100 w 10703002"/>
                  <a:gd name="csY8" fmla="*/ 723900 h 731634"/>
                  <a:gd name="csX9" fmla="*/ 6477000 w 10703002"/>
                  <a:gd name="csY9" fmla="*/ 0 h 731634"/>
                  <a:gd name="csX10" fmla="*/ 7193280 w 10703002"/>
                  <a:gd name="csY10" fmla="*/ 723900 h 731634"/>
                  <a:gd name="csX11" fmla="*/ 7917180 w 10703002"/>
                  <a:gd name="csY11" fmla="*/ 7620 h 731634"/>
                  <a:gd name="csX12" fmla="*/ 8633460 w 10703002"/>
                  <a:gd name="csY12" fmla="*/ 723900 h 731634"/>
                  <a:gd name="csX13" fmla="*/ 9357360 w 10703002"/>
                  <a:gd name="csY13" fmla="*/ 7620 h 731634"/>
                  <a:gd name="csX14" fmla="*/ 10081260 w 10703002"/>
                  <a:gd name="csY14" fmla="*/ 731520 h 731634"/>
                  <a:gd name="csX15" fmla="*/ 10683240 w 10703002"/>
                  <a:gd name="csY15" fmla="*/ 68580 h 731634"/>
                  <a:gd name="csX0" fmla="*/ 0 w 10806734"/>
                  <a:gd name="csY0" fmla="*/ 723900 h 731623"/>
                  <a:gd name="csX1" fmla="*/ 716280 w 10806734"/>
                  <a:gd name="csY1" fmla="*/ 0 h 731623"/>
                  <a:gd name="csX2" fmla="*/ 1440180 w 10806734"/>
                  <a:gd name="csY2" fmla="*/ 723900 h 731623"/>
                  <a:gd name="csX3" fmla="*/ 2156460 w 10806734"/>
                  <a:gd name="csY3" fmla="*/ 7620 h 731623"/>
                  <a:gd name="csX4" fmla="*/ 2880360 w 10806734"/>
                  <a:gd name="csY4" fmla="*/ 723900 h 731623"/>
                  <a:gd name="csX5" fmla="*/ 3604260 w 10806734"/>
                  <a:gd name="csY5" fmla="*/ 0 h 731623"/>
                  <a:gd name="csX6" fmla="*/ 4328160 w 10806734"/>
                  <a:gd name="csY6" fmla="*/ 723900 h 731623"/>
                  <a:gd name="csX7" fmla="*/ 5036820 w 10806734"/>
                  <a:gd name="csY7" fmla="*/ 0 h 731623"/>
                  <a:gd name="csX8" fmla="*/ 5753100 w 10806734"/>
                  <a:gd name="csY8" fmla="*/ 723900 h 731623"/>
                  <a:gd name="csX9" fmla="*/ 6477000 w 10806734"/>
                  <a:gd name="csY9" fmla="*/ 0 h 731623"/>
                  <a:gd name="csX10" fmla="*/ 7193280 w 10806734"/>
                  <a:gd name="csY10" fmla="*/ 723900 h 731623"/>
                  <a:gd name="csX11" fmla="*/ 7917180 w 10806734"/>
                  <a:gd name="csY11" fmla="*/ 7620 h 731623"/>
                  <a:gd name="csX12" fmla="*/ 8633460 w 10806734"/>
                  <a:gd name="csY12" fmla="*/ 723900 h 731623"/>
                  <a:gd name="csX13" fmla="*/ 9357360 w 10806734"/>
                  <a:gd name="csY13" fmla="*/ 7620 h 731623"/>
                  <a:gd name="csX14" fmla="*/ 10081260 w 10806734"/>
                  <a:gd name="csY14" fmla="*/ 731520 h 731623"/>
                  <a:gd name="csX15" fmla="*/ 10789920 w 10806734"/>
                  <a:gd name="csY15" fmla="*/ 0 h 731623"/>
                  <a:gd name="csX0" fmla="*/ 0 w 10789986"/>
                  <a:gd name="csY0" fmla="*/ 723900 h 732889"/>
                  <a:gd name="csX1" fmla="*/ 716280 w 10789986"/>
                  <a:gd name="csY1" fmla="*/ 0 h 732889"/>
                  <a:gd name="csX2" fmla="*/ 1440180 w 10789986"/>
                  <a:gd name="csY2" fmla="*/ 723900 h 732889"/>
                  <a:gd name="csX3" fmla="*/ 2156460 w 10789986"/>
                  <a:gd name="csY3" fmla="*/ 7620 h 732889"/>
                  <a:gd name="csX4" fmla="*/ 2880360 w 10789986"/>
                  <a:gd name="csY4" fmla="*/ 723900 h 732889"/>
                  <a:gd name="csX5" fmla="*/ 3604260 w 10789986"/>
                  <a:gd name="csY5" fmla="*/ 0 h 732889"/>
                  <a:gd name="csX6" fmla="*/ 4328160 w 10789986"/>
                  <a:gd name="csY6" fmla="*/ 723900 h 732889"/>
                  <a:gd name="csX7" fmla="*/ 5036820 w 10789986"/>
                  <a:gd name="csY7" fmla="*/ 0 h 732889"/>
                  <a:gd name="csX8" fmla="*/ 5753100 w 10789986"/>
                  <a:gd name="csY8" fmla="*/ 723900 h 732889"/>
                  <a:gd name="csX9" fmla="*/ 6477000 w 10789986"/>
                  <a:gd name="csY9" fmla="*/ 0 h 732889"/>
                  <a:gd name="csX10" fmla="*/ 7193280 w 10789986"/>
                  <a:gd name="csY10" fmla="*/ 723900 h 732889"/>
                  <a:gd name="csX11" fmla="*/ 7917180 w 10789986"/>
                  <a:gd name="csY11" fmla="*/ 7620 h 732889"/>
                  <a:gd name="csX12" fmla="*/ 8633460 w 10789986"/>
                  <a:gd name="csY12" fmla="*/ 723900 h 732889"/>
                  <a:gd name="csX13" fmla="*/ 9357360 w 10789986"/>
                  <a:gd name="csY13" fmla="*/ 7620 h 732889"/>
                  <a:gd name="csX14" fmla="*/ 10081260 w 10789986"/>
                  <a:gd name="csY14" fmla="*/ 731520 h 732889"/>
                  <a:gd name="csX15" fmla="*/ 10789920 w 10789986"/>
                  <a:gd name="csY15" fmla="*/ 0 h 732889"/>
                  <a:gd name="csX0" fmla="*/ 0 w 10418702"/>
                  <a:gd name="csY0" fmla="*/ 723900 h 733077"/>
                  <a:gd name="csX1" fmla="*/ 716280 w 10418702"/>
                  <a:gd name="csY1" fmla="*/ 0 h 733077"/>
                  <a:gd name="csX2" fmla="*/ 1440180 w 10418702"/>
                  <a:gd name="csY2" fmla="*/ 723900 h 733077"/>
                  <a:gd name="csX3" fmla="*/ 2156460 w 10418702"/>
                  <a:gd name="csY3" fmla="*/ 7620 h 733077"/>
                  <a:gd name="csX4" fmla="*/ 2880360 w 10418702"/>
                  <a:gd name="csY4" fmla="*/ 723900 h 733077"/>
                  <a:gd name="csX5" fmla="*/ 3604260 w 10418702"/>
                  <a:gd name="csY5" fmla="*/ 0 h 733077"/>
                  <a:gd name="csX6" fmla="*/ 4328160 w 10418702"/>
                  <a:gd name="csY6" fmla="*/ 723900 h 733077"/>
                  <a:gd name="csX7" fmla="*/ 5036820 w 10418702"/>
                  <a:gd name="csY7" fmla="*/ 0 h 733077"/>
                  <a:gd name="csX8" fmla="*/ 5753100 w 10418702"/>
                  <a:gd name="csY8" fmla="*/ 723900 h 733077"/>
                  <a:gd name="csX9" fmla="*/ 6477000 w 10418702"/>
                  <a:gd name="csY9" fmla="*/ 0 h 733077"/>
                  <a:gd name="csX10" fmla="*/ 7193280 w 10418702"/>
                  <a:gd name="csY10" fmla="*/ 723900 h 733077"/>
                  <a:gd name="csX11" fmla="*/ 7917180 w 10418702"/>
                  <a:gd name="csY11" fmla="*/ 7620 h 733077"/>
                  <a:gd name="csX12" fmla="*/ 8633460 w 10418702"/>
                  <a:gd name="csY12" fmla="*/ 723900 h 733077"/>
                  <a:gd name="csX13" fmla="*/ 9357360 w 10418702"/>
                  <a:gd name="csY13" fmla="*/ 7620 h 733077"/>
                  <a:gd name="csX14" fmla="*/ 10081260 w 10418702"/>
                  <a:gd name="csY14" fmla="*/ 731520 h 733077"/>
                  <a:gd name="csX15" fmla="*/ 10418445 w 10418702"/>
                  <a:gd name="csY15" fmla="*/ 9525 h 733077"/>
                  <a:gd name="csX0" fmla="*/ 0 w 10180719"/>
                  <a:gd name="csY0" fmla="*/ 723900 h 1052272"/>
                  <a:gd name="csX1" fmla="*/ 716280 w 10180719"/>
                  <a:gd name="csY1" fmla="*/ 0 h 1052272"/>
                  <a:gd name="csX2" fmla="*/ 1440180 w 10180719"/>
                  <a:gd name="csY2" fmla="*/ 723900 h 1052272"/>
                  <a:gd name="csX3" fmla="*/ 2156460 w 10180719"/>
                  <a:gd name="csY3" fmla="*/ 7620 h 1052272"/>
                  <a:gd name="csX4" fmla="*/ 2880360 w 10180719"/>
                  <a:gd name="csY4" fmla="*/ 723900 h 1052272"/>
                  <a:gd name="csX5" fmla="*/ 3604260 w 10180719"/>
                  <a:gd name="csY5" fmla="*/ 0 h 1052272"/>
                  <a:gd name="csX6" fmla="*/ 4328160 w 10180719"/>
                  <a:gd name="csY6" fmla="*/ 723900 h 1052272"/>
                  <a:gd name="csX7" fmla="*/ 5036820 w 10180719"/>
                  <a:gd name="csY7" fmla="*/ 0 h 1052272"/>
                  <a:gd name="csX8" fmla="*/ 5753100 w 10180719"/>
                  <a:gd name="csY8" fmla="*/ 723900 h 1052272"/>
                  <a:gd name="csX9" fmla="*/ 6477000 w 10180719"/>
                  <a:gd name="csY9" fmla="*/ 0 h 1052272"/>
                  <a:gd name="csX10" fmla="*/ 7193280 w 10180719"/>
                  <a:gd name="csY10" fmla="*/ 723900 h 1052272"/>
                  <a:gd name="csX11" fmla="*/ 7917180 w 10180719"/>
                  <a:gd name="csY11" fmla="*/ 7620 h 1052272"/>
                  <a:gd name="csX12" fmla="*/ 8633460 w 10180719"/>
                  <a:gd name="csY12" fmla="*/ 723900 h 1052272"/>
                  <a:gd name="csX13" fmla="*/ 9357360 w 10180719"/>
                  <a:gd name="csY13" fmla="*/ 7620 h 1052272"/>
                  <a:gd name="csX14" fmla="*/ 10081260 w 10180719"/>
                  <a:gd name="csY14" fmla="*/ 731520 h 1052272"/>
                  <a:gd name="csX15" fmla="*/ 10080307 w 10180719"/>
                  <a:gd name="csY15" fmla="*/ 733425 h 1052272"/>
                  <a:gd name="csX0" fmla="*/ 0 w 10359304"/>
                  <a:gd name="csY0" fmla="*/ 723900 h 733525"/>
                  <a:gd name="csX1" fmla="*/ 716280 w 10359304"/>
                  <a:gd name="csY1" fmla="*/ 0 h 733525"/>
                  <a:gd name="csX2" fmla="*/ 1440180 w 10359304"/>
                  <a:gd name="csY2" fmla="*/ 723900 h 733525"/>
                  <a:gd name="csX3" fmla="*/ 2156460 w 10359304"/>
                  <a:gd name="csY3" fmla="*/ 7620 h 733525"/>
                  <a:gd name="csX4" fmla="*/ 2880360 w 10359304"/>
                  <a:gd name="csY4" fmla="*/ 723900 h 733525"/>
                  <a:gd name="csX5" fmla="*/ 3604260 w 10359304"/>
                  <a:gd name="csY5" fmla="*/ 0 h 733525"/>
                  <a:gd name="csX6" fmla="*/ 4328160 w 10359304"/>
                  <a:gd name="csY6" fmla="*/ 723900 h 733525"/>
                  <a:gd name="csX7" fmla="*/ 5036820 w 10359304"/>
                  <a:gd name="csY7" fmla="*/ 0 h 733525"/>
                  <a:gd name="csX8" fmla="*/ 5753100 w 10359304"/>
                  <a:gd name="csY8" fmla="*/ 723900 h 733525"/>
                  <a:gd name="csX9" fmla="*/ 6477000 w 10359304"/>
                  <a:gd name="csY9" fmla="*/ 0 h 733525"/>
                  <a:gd name="csX10" fmla="*/ 7193280 w 10359304"/>
                  <a:gd name="csY10" fmla="*/ 723900 h 733525"/>
                  <a:gd name="csX11" fmla="*/ 7917180 w 10359304"/>
                  <a:gd name="csY11" fmla="*/ 7620 h 733525"/>
                  <a:gd name="csX12" fmla="*/ 8633460 w 10359304"/>
                  <a:gd name="csY12" fmla="*/ 723900 h 733525"/>
                  <a:gd name="csX13" fmla="*/ 9357360 w 10359304"/>
                  <a:gd name="csY13" fmla="*/ 7620 h 733525"/>
                  <a:gd name="csX14" fmla="*/ 10081260 w 10359304"/>
                  <a:gd name="csY14" fmla="*/ 731520 h 733525"/>
                  <a:gd name="csX15" fmla="*/ 10080307 w 10359304"/>
                  <a:gd name="csY15" fmla="*/ 733425 h 733525"/>
                  <a:gd name="csX0" fmla="*/ 0 w 10368372"/>
                  <a:gd name="csY0" fmla="*/ 723900 h 731913"/>
                  <a:gd name="csX1" fmla="*/ 716280 w 10368372"/>
                  <a:gd name="csY1" fmla="*/ 0 h 731913"/>
                  <a:gd name="csX2" fmla="*/ 1440180 w 10368372"/>
                  <a:gd name="csY2" fmla="*/ 723900 h 731913"/>
                  <a:gd name="csX3" fmla="*/ 2156460 w 10368372"/>
                  <a:gd name="csY3" fmla="*/ 7620 h 731913"/>
                  <a:gd name="csX4" fmla="*/ 2880360 w 10368372"/>
                  <a:gd name="csY4" fmla="*/ 723900 h 731913"/>
                  <a:gd name="csX5" fmla="*/ 3604260 w 10368372"/>
                  <a:gd name="csY5" fmla="*/ 0 h 731913"/>
                  <a:gd name="csX6" fmla="*/ 4328160 w 10368372"/>
                  <a:gd name="csY6" fmla="*/ 723900 h 731913"/>
                  <a:gd name="csX7" fmla="*/ 5036820 w 10368372"/>
                  <a:gd name="csY7" fmla="*/ 0 h 731913"/>
                  <a:gd name="csX8" fmla="*/ 5753100 w 10368372"/>
                  <a:gd name="csY8" fmla="*/ 723900 h 731913"/>
                  <a:gd name="csX9" fmla="*/ 6477000 w 10368372"/>
                  <a:gd name="csY9" fmla="*/ 0 h 731913"/>
                  <a:gd name="csX10" fmla="*/ 7193280 w 10368372"/>
                  <a:gd name="csY10" fmla="*/ 723900 h 731913"/>
                  <a:gd name="csX11" fmla="*/ 7917180 w 10368372"/>
                  <a:gd name="csY11" fmla="*/ 7620 h 731913"/>
                  <a:gd name="csX12" fmla="*/ 8633460 w 10368372"/>
                  <a:gd name="csY12" fmla="*/ 723900 h 731913"/>
                  <a:gd name="csX13" fmla="*/ 9357360 w 10368372"/>
                  <a:gd name="csY13" fmla="*/ 7620 h 731913"/>
                  <a:gd name="csX14" fmla="*/ 10081260 w 10368372"/>
                  <a:gd name="csY14" fmla="*/ 731520 h 731913"/>
                  <a:gd name="csX15" fmla="*/ 10094595 w 10368372"/>
                  <a:gd name="csY15" fmla="*/ 576262 h 731913"/>
                  <a:gd name="csX0" fmla="*/ 0 w 10183505"/>
                  <a:gd name="csY0" fmla="*/ 723900 h 731967"/>
                  <a:gd name="csX1" fmla="*/ 716280 w 10183505"/>
                  <a:gd name="csY1" fmla="*/ 0 h 731967"/>
                  <a:gd name="csX2" fmla="*/ 1440180 w 10183505"/>
                  <a:gd name="csY2" fmla="*/ 723900 h 731967"/>
                  <a:gd name="csX3" fmla="*/ 2156460 w 10183505"/>
                  <a:gd name="csY3" fmla="*/ 7620 h 731967"/>
                  <a:gd name="csX4" fmla="*/ 2880360 w 10183505"/>
                  <a:gd name="csY4" fmla="*/ 723900 h 731967"/>
                  <a:gd name="csX5" fmla="*/ 3604260 w 10183505"/>
                  <a:gd name="csY5" fmla="*/ 0 h 731967"/>
                  <a:gd name="csX6" fmla="*/ 4328160 w 10183505"/>
                  <a:gd name="csY6" fmla="*/ 723900 h 731967"/>
                  <a:gd name="csX7" fmla="*/ 5036820 w 10183505"/>
                  <a:gd name="csY7" fmla="*/ 0 h 731967"/>
                  <a:gd name="csX8" fmla="*/ 5753100 w 10183505"/>
                  <a:gd name="csY8" fmla="*/ 723900 h 731967"/>
                  <a:gd name="csX9" fmla="*/ 6477000 w 10183505"/>
                  <a:gd name="csY9" fmla="*/ 0 h 731967"/>
                  <a:gd name="csX10" fmla="*/ 7193280 w 10183505"/>
                  <a:gd name="csY10" fmla="*/ 723900 h 731967"/>
                  <a:gd name="csX11" fmla="*/ 7917180 w 10183505"/>
                  <a:gd name="csY11" fmla="*/ 7620 h 731967"/>
                  <a:gd name="csX12" fmla="*/ 8633460 w 10183505"/>
                  <a:gd name="csY12" fmla="*/ 723900 h 731967"/>
                  <a:gd name="csX13" fmla="*/ 9357360 w 10183505"/>
                  <a:gd name="csY13" fmla="*/ 7620 h 731967"/>
                  <a:gd name="csX14" fmla="*/ 10081260 w 10183505"/>
                  <a:gd name="csY14" fmla="*/ 731520 h 731967"/>
                  <a:gd name="csX15" fmla="*/ 10094595 w 10183505"/>
                  <a:gd name="csY15" fmla="*/ 576262 h 731967"/>
                  <a:gd name="csX0" fmla="*/ 0 w 10176069"/>
                  <a:gd name="csY0" fmla="*/ 723900 h 731979"/>
                  <a:gd name="csX1" fmla="*/ 716280 w 10176069"/>
                  <a:gd name="csY1" fmla="*/ 0 h 731979"/>
                  <a:gd name="csX2" fmla="*/ 1440180 w 10176069"/>
                  <a:gd name="csY2" fmla="*/ 723900 h 731979"/>
                  <a:gd name="csX3" fmla="*/ 2156460 w 10176069"/>
                  <a:gd name="csY3" fmla="*/ 7620 h 731979"/>
                  <a:gd name="csX4" fmla="*/ 2880360 w 10176069"/>
                  <a:gd name="csY4" fmla="*/ 723900 h 731979"/>
                  <a:gd name="csX5" fmla="*/ 3604260 w 10176069"/>
                  <a:gd name="csY5" fmla="*/ 0 h 731979"/>
                  <a:gd name="csX6" fmla="*/ 4328160 w 10176069"/>
                  <a:gd name="csY6" fmla="*/ 723900 h 731979"/>
                  <a:gd name="csX7" fmla="*/ 5036820 w 10176069"/>
                  <a:gd name="csY7" fmla="*/ 0 h 731979"/>
                  <a:gd name="csX8" fmla="*/ 5753100 w 10176069"/>
                  <a:gd name="csY8" fmla="*/ 723900 h 731979"/>
                  <a:gd name="csX9" fmla="*/ 6477000 w 10176069"/>
                  <a:gd name="csY9" fmla="*/ 0 h 731979"/>
                  <a:gd name="csX10" fmla="*/ 7193280 w 10176069"/>
                  <a:gd name="csY10" fmla="*/ 723900 h 731979"/>
                  <a:gd name="csX11" fmla="*/ 7917180 w 10176069"/>
                  <a:gd name="csY11" fmla="*/ 7620 h 731979"/>
                  <a:gd name="csX12" fmla="*/ 8633460 w 10176069"/>
                  <a:gd name="csY12" fmla="*/ 723900 h 731979"/>
                  <a:gd name="csX13" fmla="*/ 9357360 w 10176069"/>
                  <a:gd name="csY13" fmla="*/ 7620 h 731979"/>
                  <a:gd name="csX14" fmla="*/ 10081260 w 10176069"/>
                  <a:gd name="csY14" fmla="*/ 731520 h 731979"/>
                  <a:gd name="csX15" fmla="*/ 10066020 w 10176069"/>
                  <a:gd name="csY15" fmla="*/ 581024 h 731979"/>
                  <a:gd name="csX0" fmla="*/ 0 w 10081260"/>
                  <a:gd name="csY0" fmla="*/ 723900 h 731520"/>
                  <a:gd name="csX1" fmla="*/ 716280 w 10081260"/>
                  <a:gd name="csY1" fmla="*/ 0 h 731520"/>
                  <a:gd name="csX2" fmla="*/ 1440180 w 10081260"/>
                  <a:gd name="csY2" fmla="*/ 723900 h 731520"/>
                  <a:gd name="csX3" fmla="*/ 2156460 w 10081260"/>
                  <a:gd name="csY3" fmla="*/ 7620 h 731520"/>
                  <a:gd name="csX4" fmla="*/ 2880360 w 10081260"/>
                  <a:gd name="csY4" fmla="*/ 723900 h 731520"/>
                  <a:gd name="csX5" fmla="*/ 3604260 w 10081260"/>
                  <a:gd name="csY5" fmla="*/ 0 h 731520"/>
                  <a:gd name="csX6" fmla="*/ 4328160 w 10081260"/>
                  <a:gd name="csY6" fmla="*/ 723900 h 731520"/>
                  <a:gd name="csX7" fmla="*/ 5036820 w 10081260"/>
                  <a:gd name="csY7" fmla="*/ 0 h 731520"/>
                  <a:gd name="csX8" fmla="*/ 5753100 w 10081260"/>
                  <a:gd name="csY8" fmla="*/ 723900 h 731520"/>
                  <a:gd name="csX9" fmla="*/ 6477000 w 10081260"/>
                  <a:gd name="csY9" fmla="*/ 0 h 731520"/>
                  <a:gd name="csX10" fmla="*/ 7193280 w 10081260"/>
                  <a:gd name="csY10" fmla="*/ 723900 h 731520"/>
                  <a:gd name="csX11" fmla="*/ 7917180 w 10081260"/>
                  <a:gd name="csY11" fmla="*/ 7620 h 731520"/>
                  <a:gd name="csX12" fmla="*/ 8633460 w 10081260"/>
                  <a:gd name="csY12" fmla="*/ 723900 h 731520"/>
                  <a:gd name="csX13" fmla="*/ 9357360 w 10081260"/>
                  <a:gd name="csY13" fmla="*/ 7620 h 731520"/>
                  <a:gd name="csX14" fmla="*/ 10081260 w 10081260"/>
                  <a:gd name="csY14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9364980" h="731520">
                    <a:moveTo>
                      <a:pt x="0" y="0"/>
                    </a:moveTo>
                    <a:cubicBezTo>
                      <a:pt x="240030" y="0"/>
                      <a:pt x="483870" y="722630"/>
                      <a:pt x="723900" y="723900"/>
                    </a:cubicBezTo>
                    <a:cubicBezTo>
                      <a:pt x="963930" y="725170"/>
                      <a:pt x="1200150" y="7620"/>
                      <a:pt x="1440180" y="7620"/>
                    </a:cubicBezTo>
                    <a:cubicBezTo>
                      <a:pt x="1680210" y="7620"/>
                      <a:pt x="1922780" y="725170"/>
                      <a:pt x="2164080" y="723900"/>
                    </a:cubicBezTo>
                    <a:cubicBezTo>
                      <a:pt x="2405380" y="722630"/>
                      <a:pt x="2646680" y="0"/>
                      <a:pt x="2887980" y="0"/>
                    </a:cubicBezTo>
                    <a:cubicBezTo>
                      <a:pt x="3129280" y="0"/>
                      <a:pt x="3373120" y="723900"/>
                      <a:pt x="3611880" y="723900"/>
                    </a:cubicBezTo>
                    <a:cubicBezTo>
                      <a:pt x="3850640" y="723900"/>
                      <a:pt x="4083050" y="0"/>
                      <a:pt x="4320540" y="0"/>
                    </a:cubicBezTo>
                    <a:cubicBezTo>
                      <a:pt x="4558030" y="0"/>
                      <a:pt x="4796790" y="723900"/>
                      <a:pt x="5036820" y="723900"/>
                    </a:cubicBezTo>
                    <a:cubicBezTo>
                      <a:pt x="5276850" y="723900"/>
                      <a:pt x="5520690" y="0"/>
                      <a:pt x="5760720" y="0"/>
                    </a:cubicBezTo>
                    <a:cubicBezTo>
                      <a:pt x="6000750" y="0"/>
                      <a:pt x="6236970" y="722630"/>
                      <a:pt x="6477000" y="723900"/>
                    </a:cubicBezTo>
                    <a:cubicBezTo>
                      <a:pt x="6717030" y="725170"/>
                      <a:pt x="6960870" y="7620"/>
                      <a:pt x="7200900" y="7620"/>
                    </a:cubicBezTo>
                    <a:cubicBezTo>
                      <a:pt x="7440930" y="7620"/>
                      <a:pt x="7677150" y="723900"/>
                      <a:pt x="7917180" y="723900"/>
                    </a:cubicBezTo>
                    <a:cubicBezTo>
                      <a:pt x="8157210" y="723900"/>
                      <a:pt x="8399780" y="6350"/>
                      <a:pt x="8641080" y="7620"/>
                    </a:cubicBezTo>
                    <a:cubicBezTo>
                      <a:pt x="8882380" y="8890"/>
                      <a:pt x="9144000" y="721360"/>
                      <a:pt x="9364980" y="731520"/>
                    </a:cubicBezTo>
                  </a:path>
                </a:pathLst>
              </a:custGeom>
              <a:noFill/>
              <a:ln w="57150">
                <a:solidFill>
                  <a:schemeClr val="accent1">
                    <a:shade val="15000"/>
                  </a:schemeClr>
                </a:solidFill>
              </a:ln>
              <a:effectLst>
                <a:outerShdw dist="165100" dir="5400000" algn="t" rotWithShape="0">
                  <a:schemeClr val="tx2"/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610A502D-AC79-633A-55B5-6E3244F00B67}"/>
                </a:ext>
              </a:extLst>
            </p:cNvPr>
            <p:cNvSpPr/>
            <p:nvPr/>
          </p:nvSpPr>
          <p:spPr>
            <a:xfrm>
              <a:off x="1230805" y="1272092"/>
              <a:ext cx="2430266" cy="4906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21" name="直線矢印コネクタ 20">
              <a:extLst>
                <a:ext uri="{FF2B5EF4-FFF2-40B4-BE49-F238E27FC236}">
                  <a16:creationId xmlns:a16="http://schemas.microsoft.com/office/drawing/2014/main" id="{6A5980CD-5F52-0E08-7E44-BCA67EA7097E}"/>
                </a:ext>
              </a:extLst>
            </p:cNvPr>
            <p:cNvCxnSpPr>
              <a:stCxn id="22" idx="1"/>
              <a:endCxn id="20" idx="3"/>
            </p:cNvCxnSpPr>
            <p:nvPr/>
          </p:nvCxnSpPr>
          <p:spPr>
            <a:xfrm flipH="1">
              <a:off x="3661071" y="1514278"/>
              <a:ext cx="588858" cy="314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770809E8-4657-14A3-1982-B8C3F9B7F4F2}"/>
                </a:ext>
              </a:extLst>
            </p:cNvPr>
            <p:cNvSpPr/>
            <p:nvPr/>
          </p:nvSpPr>
          <p:spPr>
            <a:xfrm>
              <a:off x="4249929" y="1220292"/>
              <a:ext cx="1421920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 dirty="0">
                  <a:solidFill>
                    <a:srgbClr val="FF0000"/>
                  </a:solidFill>
                </a:rPr>
                <a:t>①タブの切り替え</a:t>
              </a:r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6EEBAE4E-AE95-D98E-94A0-17D2A598AD1A}"/>
                </a:ext>
              </a:extLst>
            </p:cNvPr>
            <p:cNvSpPr/>
            <p:nvPr/>
          </p:nvSpPr>
          <p:spPr>
            <a:xfrm>
              <a:off x="1456397" y="7445117"/>
              <a:ext cx="7934346" cy="20907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1494FE8A-82E4-785F-62B9-69B7F50EBED9}"/>
                </a:ext>
              </a:extLst>
            </p:cNvPr>
            <p:cNvSpPr/>
            <p:nvPr/>
          </p:nvSpPr>
          <p:spPr>
            <a:xfrm>
              <a:off x="7022005" y="9719405"/>
              <a:ext cx="2354224" cy="455109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37BEDA1C-8FA3-24EB-8CEC-B4095372F9A0}"/>
                </a:ext>
              </a:extLst>
            </p:cNvPr>
            <p:cNvCxnSpPr>
              <a:cxnSpLocks/>
            </p:cNvCxnSpPr>
            <p:nvPr/>
          </p:nvCxnSpPr>
          <p:spPr>
            <a:xfrm>
              <a:off x="6647543" y="9950225"/>
              <a:ext cx="377371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9DD442DF-8B4A-8F81-F54B-C3E6F7B6079B}"/>
                </a:ext>
              </a:extLst>
            </p:cNvPr>
            <p:cNvSpPr/>
            <p:nvPr/>
          </p:nvSpPr>
          <p:spPr>
            <a:xfrm>
              <a:off x="4934857" y="9653092"/>
              <a:ext cx="1709449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 dirty="0">
                  <a:solidFill>
                    <a:srgbClr val="FF0000"/>
                  </a:solidFill>
                </a:rPr>
                <a:t>④</a:t>
              </a:r>
              <a:r>
                <a:rPr lang="ja-JP" altLang="en-US" sz="1200" b="1" dirty="0">
                  <a:solidFill>
                    <a:srgbClr val="FF0000"/>
                  </a:solidFill>
                </a:rPr>
                <a:t>データファイル出力</a:t>
              </a:r>
              <a:endParaRPr kumimoji="1" lang="ja-JP" altLang="en-US" sz="12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CC2F1245-81AC-1F8C-87A3-53D6B2B905CB}"/>
                </a:ext>
              </a:extLst>
            </p:cNvPr>
            <p:cNvCxnSpPr/>
            <p:nvPr/>
          </p:nvCxnSpPr>
          <p:spPr>
            <a:xfrm>
              <a:off x="7852228" y="7053942"/>
              <a:ext cx="0" cy="39188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ADBB93EF-B0AF-CD72-BA95-21FE12CD3C6D}"/>
                </a:ext>
              </a:extLst>
            </p:cNvPr>
            <p:cNvSpPr/>
            <p:nvPr/>
          </p:nvSpPr>
          <p:spPr>
            <a:xfrm>
              <a:off x="1456397" y="2205459"/>
              <a:ext cx="7934346" cy="487751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23BBA5F6-74BB-708F-E231-F64EB82C02B3}"/>
                </a:ext>
              </a:extLst>
            </p:cNvPr>
            <p:cNvSpPr/>
            <p:nvPr/>
          </p:nvSpPr>
          <p:spPr>
            <a:xfrm>
              <a:off x="6296440" y="1365433"/>
              <a:ext cx="1715446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ja-JP" altLang="en-US" sz="1200" b="1" dirty="0">
                  <a:solidFill>
                    <a:srgbClr val="FF0000"/>
                  </a:solidFill>
                </a:rPr>
                <a:t>②</a:t>
              </a:r>
              <a:r>
                <a:rPr kumimoji="1" lang="ja-JP" altLang="en-US" sz="1200" b="1" dirty="0">
                  <a:solidFill>
                    <a:srgbClr val="FF0000"/>
                  </a:solidFill>
                </a:rPr>
                <a:t>エネミーデータ確認</a:t>
              </a:r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774674FF-C8B1-47B6-DD2E-BA11F583BE01}"/>
                </a:ext>
              </a:extLst>
            </p:cNvPr>
            <p:cNvCxnSpPr>
              <a:cxnSpLocks/>
            </p:cNvCxnSpPr>
            <p:nvPr/>
          </p:nvCxnSpPr>
          <p:spPr>
            <a:xfrm>
              <a:off x="7141029" y="1959427"/>
              <a:ext cx="0" cy="27577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244BF4C7-A25A-5F65-8C1C-B782C474FB9E}"/>
                </a:ext>
              </a:extLst>
            </p:cNvPr>
            <p:cNvSpPr/>
            <p:nvPr/>
          </p:nvSpPr>
          <p:spPr>
            <a:xfrm>
              <a:off x="7138270" y="6648633"/>
              <a:ext cx="1541271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ja-JP" altLang="en-US" sz="1200" b="1" dirty="0">
                  <a:solidFill>
                    <a:srgbClr val="FF0000"/>
                  </a:solidFill>
                </a:rPr>
                <a:t>③</a:t>
              </a:r>
              <a:r>
                <a:rPr kumimoji="1" lang="en-US" altLang="ja-JP" sz="1200" b="1" dirty="0">
                  <a:solidFill>
                    <a:srgbClr val="FF0000"/>
                  </a:solidFill>
                </a:rPr>
                <a:t>CCFOLIA</a:t>
              </a:r>
              <a:r>
                <a:rPr kumimoji="1" lang="ja-JP" altLang="en-US" sz="1200" b="1" dirty="0">
                  <a:solidFill>
                    <a:srgbClr val="FF0000"/>
                  </a:solidFill>
                </a:rPr>
                <a:t>用出力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286532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1CBE652-523C-DA0F-06BB-B347DFA1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0856F552-CD69-828F-E68F-5A1E953894B3}"/>
              </a:ext>
            </a:extLst>
          </p:cNvPr>
          <p:cNvGrpSpPr/>
          <p:nvPr/>
        </p:nvGrpSpPr>
        <p:grpSpPr>
          <a:xfrm>
            <a:off x="277586" y="1847850"/>
            <a:ext cx="11210374" cy="3333750"/>
            <a:chOff x="-227804" y="6449786"/>
            <a:chExt cx="11210374" cy="3333750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E9EB724B-031D-B712-5443-53C35EEB9EF3}"/>
                </a:ext>
              </a:extLst>
            </p:cNvPr>
            <p:cNvSpPr/>
            <p:nvPr/>
          </p:nvSpPr>
          <p:spPr>
            <a:xfrm>
              <a:off x="-227804" y="6449786"/>
              <a:ext cx="11210374" cy="3333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 dirty="0"/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B01CD7E-3329-EE3B-0468-C779BBB2C65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/>
            </a:blip>
            <a:srcRect l="2925" t="45831" r="4032" b="14877"/>
            <a:stretch>
              <a:fillRect/>
            </a:stretch>
          </p:blipFill>
          <p:spPr>
            <a:xfrm>
              <a:off x="1227037" y="6868887"/>
              <a:ext cx="8373716" cy="2800350"/>
            </a:xfrm>
            <a:prstGeom prst="rect">
              <a:avLst/>
            </a:prstGeom>
          </p:spPr>
        </p:pic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DAFCA02D-B0E4-1D28-C8E6-C8E7EE1AE578}"/>
                </a:ext>
              </a:extLst>
            </p:cNvPr>
            <p:cNvSpPr/>
            <p:nvPr/>
          </p:nvSpPr>
          <p:spPr>
            <a:xfrm>
              <a:off x="1456397" y="7445117"/>
              <a:ext cx="7934346" cy="20907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F6EDFA3D-4E3A-5D96-AD3A-B699A076FD0D}"/>
                </a:ext>
              </a:extLst>
            </p:cNvPr>
            <p:cNvCxnSpPr/>
            <p:nvPr/>
          </p:nvCxnSpPr>
          <p:spPr>
            <a:xfrm>
              <a:off x="7852228" y="7053942"/>
              <a:ext cx="0" cy="39188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38D6F110-073A-084B-5BE8-ABFA4AECB223}"/>
                </a:ext>
              </a:extLst>
            </p:cNvPr>
            <p:cNvSpPr/>
            <p:nvPr/>
          </p:nvSpPr>
          <p:spPr>
            <a:xfrm>
              <a:off x="7138270" y="6648633"/>
              <a:ext cx="1541271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ja-JP" altLang="en-US" sz="1200" b="1" dirty="0">
                  <a:solidFill>
                    <a:srgbClr val="FF0000"/>
                  </a:solidFill>
                </a:rPr>
                <a:t>③</a:t>
              </a:r>
              <a:r>
                <a:rPr kumimoji="1" lang="en-US" altLang="ja-JP" sz="1200" b="1" dirty="0">
                  <a:solidFill>
                    <a:srgbClr val="FF0000"/>
                  </a:solidFill>
                </a:rPr>
                <a:t>CCFOLIA</a:t>
              </a:r>
              <a:r>
                <a:rPr kumimoji="1" lang="ja-JP" altLang="en-US" sz="1200" b="1" dirty="0">
                  <a:solidFill>
                    <a:srgbClr val="FF0000"/>
                  </a:solidFill>
                </a:rPr>
                <a:t>用出力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6332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E96E224-374D-D273-7C76-88F2DCDF6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1878DC1D-B1FC-963E-E9F1-93DD191EE4D9}"/>
              </a:ext>
            </a:extLst>
          </p:cNvPr>
          <p:cNvGrpSpPr/>
          <p:nvPr/>
        </p:nvGrpSpPr>
        <p:grpSpPr>
          <a:xfrm>
            <a:off x="525236" y="2057400"/>
            <a:ext cx="11210374" cy="3505200"/>
            <a:chOff x="-227804" y="7173686"/>
            <a:chExt cx="11210374" cy="3505200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223A71E6-9F50-010D-B348-DE9C7672B45C}"/>
                </a:ext>
              </a:extLst>
            </p:cNvPr>
            <p:cNvSpPr/>
            <p:nvPr/>
          </p:nvSpPr>
          <p:spPr>
            <a:xfrm>
              <a:off x="-227804" y="7173686"/>
              <a:ext cx="11210374" cy="3505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 dirty="0"/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582EC4D0-A002-1384-D3E1-EC0E92FC860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/>
            </a:blip>
            <a:srcRect l="2925" t="51978" r="4032" b="2288"/>
            <a:stretch>
              <a:fillRect/>
            </a:stretch>
          </p:blipFill>
          <p:spPr>
            <a:xfrm>
              <a:off x="1227037" y="7307036"/>
              <a:ext cx="8373715" cy="3259364"/>
            </a:xfrm>
            <a:prstGeom prst="rect">
              <a:avLst/>
            </a:prstGeom>
          </p:spPr>
        </p:pic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A514DD1C-654E-89ED-B07E-182D9BEDB235}"/>
                </a:ext>
              </a:extLst>
            </p:cNvPr>
            <p:cNvSpPr/>
            <p:nvPr/>
          </p:nvSpPr>
          <p:spPr>
            <a:xfrm>
              <a:off x="7022005" y="9719405"/>
              <a:ext cx="2354224" cy="455109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89CCC90B-BD0B-2DD2-F642-71B44EA99F24}"/>
                </a:ext>
              </a:extLst>
            </p:cNvPr>
            <p:cNvCxnSpPr>
              <a:cxnSpLocks/>
            </p:cNvCxnSpPr>
            <p:nvPr/>
          </p:nvCxnSpPr>
          <p:spPr>
            <a:xfrm>
              <a:off x="6647543" y="9950225"/>
              <a:ext cx="377371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6A1FD2BA-47C2-6E57-858B-A3889027BFDE}"/>
                </a:ext>
              </a:extLst>
            </p:cNvPr>
            <p:cNvSpPr/>
            <p:nvPr/>
          </p:nvSpPr>
          <p:spPr>
            <a:xfrm>
              <a:off x="4934857" y="9653092"/>
              <a:ext cx="1709449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 dirty="0">
                  <a:solidFill>
                    <a:srgbClr val="FF0000"/>
                  </a:solidFill>
                </a:rPr>
                <a:t>④</a:t>
              </a:r>
              <a:r>
                <a:rPr lang="ja-JP" altLang="en-US" sz="1200" b="1" dirty="0">
                  <a:solidFill>
                    <a:srgbClr val="FF0000"/>
                  </a:solidFill>
                </a:rPr>
                <a:t>データファイル出力</a:t>
              </a:r>
              <a:endParaRPr kumimoji="1" lang="ja-JP" altLang="en-US" sz="1200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46786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FAD160C9-9824-AD0E-44D5-A3E1CD37F8C7}"/>
              </a:ext>
            </a:extLst>
          </p:cNvPr>
          <p:cNvGrpSpPr/>
          <p:nvPr/>
        </p:nvGrpSpPr>
        <p:grpSpPr>
          <a:xfrm>
            <a:off x="2478020" y="-2814699"/>
            <a:ext cx="7235960" cy="14843139"/>
            <a:chOff x="0" y="1"/>
            <a:chExt cx="7235960" cy="14843139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5BDEB930-E198-11B1-9E26-54DB96182DB9}"/>
                </a:ext>
              </a:extLst>
            </p:cNvPr>
            <p:cNvSpPr/>
            <p:nvPr/>
          </p:nvSpPr>
          <p:spPr>
            <a:xfrm>
              <a:off x="0" y="1"/>
              <a:ext cx="7235960" cy="14843139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D9BD2DDE-D380-086C-06B9-97120589433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6080" y="46384"/>
              <a:ext cx="7123799" cy="14738484"/>
              <a:chOff x="56080" y="46384"/>
              <a:chExt cx="7013517" cy="15555882"/>
            </a:xfrm>
          </p:grpSpPr>
          <p:pic>
            <p:nvPicPr>
              <p:cNvPr id="57" name="図 56">
                <a:extLst>
                  <a:ext uri="{FF2B5EF4-FFF2-40B4-BE49-F238E27FC236}">
                    <a16:creationId xmlns:a16="http://schemas.microsoft.com/office/drawing/2014/main" id="{2A3C3AB3-454B-934F-A125-56AD37D3BA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878" t="12904" r="21613"/>
              <a:stretch>
                <a:fillRect/>
              </a:stretch>
            </p:blipFill>
            <p:spPr>
              <a:xfrm>
                <a:off x="56080" y="46384"/>
                <a:ext cx="7011386" cy="5707604"/>
              </a:xfrm>
              <a:prstGeom prst="rect">
                <a:avLst/>
              </a:prstGeom>
            </p:spPr>
          </p:pic>
          <p:pic>
            <p:nvPicPr>
              <p:cNvPr id="58" name="図 57">
                <a:extLst>
                  <a:ext uri="{FF2B5EF4-FFF2-40B4-BE49-F238E27FC236}">
                    <a16:creationId xmlns:a16="http://schemas.microsoft.com/office/drawing/2014/main" id="{DCD2B91D-A529-2F05-8253-C6505020D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0878" t="18033" r="21613"/>
              <a:stretch>
                <a:fillRect/>
              </a:stretch>
            </p:blipFill>
            <p:spPr>
              <a:xfrm>
                <a:off x="57647" y="4825364"/>
                <a:ext cx="7011407" cy="5371613"/>
              </a:xfrm>
              <a:prstGeom prst="rect">
                <a:avLst/>
              </a:prstGeom>
            </p:spPr>
          </p:pic>
          <p:pic>
            <p:nvPicPr>
              <p:cNvPr id="59" name="図 58">
                <a:extLst>
                  <a:ext uri="{FF2B5EF4-FFF2-40B4-BE49-F238E27FC236}">
                    <a16:creationId xmlns:a16="http://schemas.microsoft.com/office/drawing/2014/main" id="{6D0EB867-6FF5-8789-5823-B03AD1D7D2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20878" t="11685" r="21613" b="1"/>
              <a:stretch>
                <a:fillRect/>
              </a:stretch>
            </p:blipFill>
            <p:spPr>
              <a:xfrm>
                <a:off x="57657" y="8222613"/>
                <a:ext cx="7011402" cy="5787479"/>
              </a:xfrm>
              <a:prstGeom prst="rect">
                <a:avLst/>
              </a:prstGeom>
            </p:spPr>
          </p:pic>
          <p:pic>
            <p:nvPicPr>
              <p:cNvPr id="60" name="図 59">
                <a:extLst>
                  <a:ext uri="{FF2B5EF4-FFF2-40B4-BE49-F238E27FC236}">
                    <a16:creationId xmlns:a16="http://schemas.microsoft.com/office/drawing/2014/main" id="{56E27F2A-3857-262B-1963-0E0E3AF0FFD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0880" t="18532" r="21612" b="4803"/>
              <a:stretch>
                <a:fillRect/>
              </a:stretch>
            </p:blipFill>
            <p:spPr>
              <a:xfrm>
                <a:off x="56081" y="10576852"/>
                <a:ext cx="7013516" cy="5025414"/>
              </a:xfrm>
              <a:prstGeom prst="rect">
                <a:avLst/>
              </a:prstGeom>
            </p:spPr>
          </p:pic>
        </p:grp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59E3523C-C975-3D3E-85D9-B25DFF572188}"/>
                </a:ext>
              </a:extLst>
            </p:cNvPr>
            <p:cNvSpPr/>
            <p:nvPr/>
          </p:nvSpPr>
          <p:spPr>
            <a:xfrm>
              <a:off x="89287" y="350162"/>
              <a:ext cx="1922619" cy="30328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3F356751-6A2A-0088-865A-4C0B2770F0FE}"/>
                </a:ext>
              </a:extLst>
            </p:cNvPr>
            <p:cNvCxnSpPr/>
            <p:nvPr/>
          </p:nvCxnSpPr>
          <p:spPr>
            <a:xfrm flipH="1">
              <a:off x="2025460" y="504289"/>
              <a:ext cx="29651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BD6A8DA8-5538-0254-B624-82C975705896}"/>
                </a:ext>
              </a:extLst>
            </p:cNvPr>
            <p:cNvSpPr/>
            <p:nvPr/>
          </p:nvSpPr>
          <p:spPr>
            <a:xfrm>
              <a:off x="2327249" y="350162"/>
              <a:ext cx="1185769" cy="303281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ja-JP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タブの切り替え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F9D24FA2-623B-AF72-AA80-D5E185CF79CA}"/>
                </a:ext>
              </a:extLst>
            </p:cNvPr>
            <p:cNvSpPr/>
            <p:nvPr/>
          </p:nvSpPr>
          <p:spPr>
            <a:xfrm>
              <a:off x="6148543" y="317032"/>
              <a:ext cx="1010176" cy="30328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423788DB-EAD7-2967-1936-5CBA49202BC5}"/>
                </a:ext>
              </a:extLst>
            </p:cNvPr>
            <p:cNvCxnSpPr/>
            <p:nvPr/>
          </p:nvCxnSpPr>
          <p:spPr>
            <a:xfrm>
              <a:off x="5537287" y="471159"/>
              <a:ext cx="61125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正方形/長方形 45">
              <a:extLst>
                <a:ext uri="{FF2B5EF4-FFF2-40B4-BE49-F238E27FC236}">
                  <a16:creationId xmlns:a16="http://schemas.microsoft.com/office/drawing/2014/main" id="{101B2967-7B3A-8BBF-09CF-4B7D17E5B60C}"/>
                </a:ext>
              </a:extLst>
            </p:cNvPr>
            <p:cNvSpPr/>
            <p:nvPr/>
          </p:nvSpPr>
          <p:spPr>
            <a:xfrm>
              <a:off x="4561595" y="317032"/>
              <a:ext cx="1305341" cy="303281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入力内容をクリア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6D5CFD43-9A65-4631-A723-1573A87B92EB}"/>
                </a:ext>
              </a:extLst>
            </p:cNvPr>
            <p:cNvSpPr/>
            <p:nvPr/>
          </p:nvSpPr>
          <p:spPr>
            <a:xfrm>
              <a:off x="239729" y="1162727"/>
              <a:ext cx="992258" cy="33138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48" name="直線矢印コネクタ 47">
              <a:extLst>
                <a:ext uri="{FF2B5EF4-FFF2-40B4-BE49-F238E27FC236}">
                  <a16:creationId xmlns:a16="http://schemas.microsoft.com/office/drawing/2014/main" id="{518CDA05-E80C-FED7-2280-453228BFE525}"/>
                </a:ext>
              </a:extLst>
            </p:cNvPr>
            <p:cNvCxnSpPr/>
            <p:nvPr/>
          </p:nvCxnSpPr>
          <p:spPr>
            <a:xfrm flipH="1">
              <a:off x="1259848" y="1334218"/>
              <a:ext cx="296517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4D48CB0A-9B1C-497A-BA1D-25F933A7C3FF}"/>
                </a:ext>
              </a:extLst>
            </p:cNvPr>
            <p:cNvSpPr/>
            <p:nvPr/>
          </p:nvSpPr>
          <p:spPr>
            <a:xfrm>
              <a:off x="1561635" y="1176780"/>
              <a:ext cx="1446142" cy="303280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入力内容の読み込み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5F227F5C-615C-E984-CAEF-3631D912A0F4}"/>
                </a:ext>
              </a:extLst>
            </p:cNvPr>
            <p:cNvSpPr/>
            <p:nvPr/>
          </p:nvSpPr>
          <p:spPr>
            <a:xfrm>
              <a:off x="173468" y="1614956"/>
              <a:ext cx="6859658" cy="2924618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61AD6498-2A57-1D00-550B-10A294E0EC51}"/>
                </a:ext>
              </a:extLst>
            </p:cNvPr>
            <p:cNvSpPr/>
            <p:nvPr/>
          </p:nvSpPr>
          <p:spPr>
            <a:xfrm>
              <a:off x="173468" y="4834406"/>
              <a:ext cx="6859658" cy="4867719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52" name="正方形/長方形 51">
              <a:extLst>
                <a:ext uri="{FF2B5EF4-FFF2-40B4-BE49-F238E27FC236}">
                  <a16:creationId xmlns:a16="http://schemas.microsoft.com/office/drawing/2014/main" id="{90B131B5-F8F2-1424-7CA4-9A62F441314D}"/>
                </a:ext>
              </a:extLst>
            </p:cNvPr>
            <p:cNvSpPr/>
            <p:nvPr/>
          </p:nvSpPr>
          <p:spPr>
            <a:xfrm>
              <a:off x="173468" y="9968824"/>
              <a:ext cx="6859658" cy="4676775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EAD2B3D0-6E0B-3538-B431-2837A44D5583}"/>
                </a:ext>
              </a:extLst>
            </p:cNvPr>
            <p:cNvSpPr/>
            <p:nvPr/>
          </p:nvSpPr>
          <p:spPr>
            <a:xfrm>
              <a:off x="1075952" y="9241032"/>
              <a:ext cx="1021363" cy="541256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エネミー</a:t>
              </a:r>
              <a:endParaRPr kumimoji="1" lang="en-US" altLang="ja-JP" sz="1100" b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endParaRPr>
            </a:p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能力値欄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cxnSp>
          <p:nvCxnSpPr>
            <p:cNvPr id="54" name="直線矢印コネクタ 53">
              <a:extLst>
                <a:ext uri="{FF2B5EF4-FFF2-40B4-BE49-F238E27FC236}">
                  <a16:creationId xmlns:a16="http://schemas.microsoft.com/office/drawing/2014/main" id="{5554E339-3A32-CAA2-7A3C-2F11CB5A64C2}"/>
                </a:ext>
              </a:extLst>
            </p:cNvPr>
            <p:cNvCxnSpPr>
              <a:stCxn id="53" idx="2"/>
            </p:cNvCxnSpPr>
            <p:nvPr/>
          </p:nvCxnSpPr>
          <p:spPr>
            <a:xfrm>
              <a:off x="1586634" y="9782288"/>
              <a:ext cx="0" cy="19606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E9F554B5-3694-DF5C-8868-459D843B5AF9}"/>
                </a:ext>
              </a:extLst>
            </p:cNvPr>
            <p:cNvSpPr/>
            <p:nvPr/>
          </p:nvSpPr>
          <p:spPr>
            <a:xfrm>
              <a:off x="470401" y="4310975"/>
              <a:ext cx="1108516" cy="342970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ドロップ品欄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6BE7C69D-E55C-6AD4-8145-997811C56634}"/>
                </a:ext>
              </a:extLst>
            </p:cNvPr>
            <p:cNvCxnSpPr>
              <a:stCxn id="55" idx="2"/>
            </p:cNvCxnSpPr>
            <p:nvPr/>
          </p:nvCxnSpPr>
          <p:spPr>
            <a:xfrm>
              <a:off x="1024659" y="4653945"/>
              <a:ext cx="0" cy="18090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A60A22E2-BD2E-396A-BFB3-B753F2ADA340}"/>
                </a:ext>
              </a:extLst>
            </p:cNvPr>
            <p:cNvSpPr/>
            <p:nvPr/>
          </p:nvSpPr>
          <p:spPr>
            <a:xfrm>
              <a:off x="3517590" y="956483"/>
              <a:ext cx="1421190" cy="406542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エネミー情報欄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62" name="直線矢印コネクタ 61">
              <a:extLst>
                <a:ext uri="{FF2B5EF4-FFF2-40B4-BE49-F238E27FC236}">
                  <a16:creationId xmlns:a16="http://schemas.microsoft.com/office/drawing/2014/main" id="{085DBE40-E917-1D10-8ACE-85C1394A87CB}"/>
                </a:ext>
              </a:extLst>
            </p:cNvPr>
            <p:cNvCxnSpPr>
              <a:cxnSpLocks/>
              <a:stCxn id="61" idx="2"/>
            </p:cNvCxnSpPr>
            <p:nvPr/>
          </p:nvCxnSpPr>
          <p:spPr>
            <a:xfrm>
              <a:off x="4228185" y="1363025"/>
              <a:ext cx="0" cy="23521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62500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E6A6-FA25-40E4-CE99-ED44C66D1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C2D82B08-9157-955E-3566-9A5AB65D96D3}"/>
              </a:ext>
            </a:extLst>
          </p:cNvPr>
          <p:cNvGrpSpPr/>
          <p:nvPr/>
        </p:nvGrpSpPr>
        <p:grpSpPr>
          <a:xfrm>
            <a:off x="1641111" y="1256917"/>
            <a:ext cx="7235960" cy="1894406"/>
            <a:chOff x="0" y="3"/>
            <a:chExt cx="7235960" cy="1894406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A446BB2A-9A0C-AD7F-9698-5EDE0EBF6D47}"/>
                </a:ext>
              </a:extLst>
            </p:cNvPr>
            <p:cNvSpPr/>
            <p:nvPr/>
          </p:nvSpPr>
          <p:spPr>
            <a:xfrm>
              <a:off x="0" y="3"/>
              <a:ext cx="7235960" cy="1894406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pic>
          <p:nvPicPr>
            <p:cNvPr id="57" name="図 56">
              <a:extLst>
                <a:ext uri="{FF2B5EF4-FFF2-40B4-BE49-F238E27FC236}">
                  <a16:creationId xmlns:a16="http://schemas.microsoft.com/office/drawing/2014/main" id="{C76E63D1-4B1B-D390-E1B9-A14B70A26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78" t="12904" r="21613" b="58763"/>
            <a:stretch>
              <a:fillRect/>
            </a:stretch>
          </p:blipFill>
          <p:spPr>
            <a:xfrm>
              <a:off x="56080" y="46385"/>
              <a:ext cx="7121634" cy="1759124"/>
            </a:xfrm>
            <a:prstGeom prst="rect">
              <a:avLst/>
            </a:prstGeom>
          </p:spPr>
        </p:pic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EB0FD3E5-C8B9-E656-DB0B-B21252D7C054}"/>
                </a:ext>
              </a:extLst>
            </p:cNvPr>
            <p:cNvSpPr/>
            <p:nvPr/>
          </p:nvSpPr>
          <p:spPr>
            <a:xfrm>
              <a:off x="89287" y="350162"/>
              <a:ext cx="1922619" cy="30328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FCCA7A44-4A1B-BB4B-BBAA-14BE55281688}"/>
                </a:ext>
              </a:extLst>
            </p:cNvPr>
            <p:cNvCxnSpPr/>
            <p:nvPr/>
          </p:nvCxnSpPr>
          <p:spPr>
            <a:xfrm flipH="1">
              <a:off x="2025460" y="504289"/>
              <a:ext cx="29651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37BBBCBE-1A3D-6FCE-0D1C-D0FEE6568F0A}"/>
                </a:ext>
              </a:extLst>
            </p:cNvPr>
            <p:cNvSpPr/>
            <p:nvPr/>
          </p:nvSpPr>
          <p:spPr>
            <a:xfrm>
              <a:off x="2327249" y="350162"/>
              <a:ext cx="1185769" cy="303281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ja-JP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タブの切り替え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796B3122-FAA9-9B2D-C435-740EBB6FF528}"/>
                </a:ext>
              </a:extLst>
            </p:cNvPr>
            <p:cNvSpPr/>
            <p:nvPr/>
          </p:nvSpPr>
          <p:spPr>
            <a:xfrm>
              <a:off x="6148543" y="317032"/>
              <a:ext cx="1010176" cy="30328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00F005D5-FC50-B1C5-BE14-26612224A851}"/>
                </a:ext>
              </a:extLst>
            </p:cNvPr>
            <p:cNvCxnSpPr/>
            <p:nvPr/>
          </p:nvCxnSpPr>
          <p:spPr>
            <a:xfrm>
              <a:off x="5537287" y="471159"/>
              <a:ext cx="61125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正方形/長方形 45">
              <a:extLst>
                <a:ext uri="{FF2B5EF4-FFF2-40B4-BE49-F238E27FC236}">
                  <a16:creationId xmlns:a16="http://schemas.microsoft.com/office/drawing/2014/main" id="{450F4AFF-8ED5-AE7D-205A-DD442F52FD1D}"/>
                </a:ext>
              </a:extLst>
            </p:cNvPr>
            <p:cNvSpPr/>
            <p:nvPr/>
          </p:nvSpPr>
          <p:spPr>
            <a:xfrm>
              <a:off x="4561595" y="317032"/>
              <a:ext cx="1305341" cy="303281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入力内容をクリア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4AC98BCD-6682-CAE4-FC87-F121A7C6486A}"/>
                </a:ext>
              </a:extLst>
            </p:cNvPr>
            <p:cNvSpPr/>
            <p:nvPr/>
          </p:nvSpPr>
          <p:spPr>
            <a:xfrm>
              <a:off x="239729" y="1162727"/>
              <a:ext cx="992258" cy="33138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48" name="直線矢印コネクタ 47">
              <a:extLst>
                <a:ext uri="{FF2B5EF4-FFF2-40B4-BE49-F238E27FC236}">
                  <a16:creationId xmlns:a16="http://schemas.microsoft.com/office/drawing/2014/main" id="{B989710F-3C88-C645-82AC-80B6A9B34695}"/>
                </a:ext>
              </a:extLst>
            </p:cNvPr>
            <p:cNvCxnSpPr/>
            <p:nvPr/>
          </p:nvCxnSpPr>
          <p:spPr>
            <a:xfrm flipH="1">
              <a:off x="1259848" y="1334218"/>
              <a:ext cx="296517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CC90AE46-DB33-76E5-02CC-0674F9A514D4}"/>
                </a:ext>
              </a:extLst>
            </p:cNvPr>
            <p:cNvSpPr/>
            <p:nvPr/>
          </p:nvSpPr>
          <p:spPr>
            <a:xfrm>
              <a:off x="1561635" y="1176780"/>
              <a:ext cx="1446142" cy="303280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入力内容の読み込み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578537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BF96E-7552-FC70-1A54-63D0CFBB1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37278648-8EE5-33F9-06DF-533702F93321}"/>
              </a:ext>
            </a:extLst>
          </p:cNvPr>
          <p:cNvGrpSpPr/>
          <p:nvPr/>
        </p:nvGrpSpPr>
        <p:grpSpPr>
          <a:xfrm>
            <a:off x="1795849" y="1016000"/>
            <a:ext cx="7235960" cy="4020457"/>
            <a:chOff x="2478020" y="1117600"/>
            <a:chExt cx="7235960" cy="4020457"/>
          </a:xfrm>
        </p:grpSpPr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1F3CC6AE-1A7B-C323-C957-C3B0EC1C2C05}"/>
                </a:ext>
              </a:extLst>
            </p:cNvPr>
            <p:cNvGrpSpPr/>
            <p:nvPr/>
          </p:nvGrpSpPr>
          <p:grpSpPr>
            <a:xfrm>
              <a:off x="2478020" y="1117600"/>
              <a:ext cx="7235960" cy="4020457"/>
              <a:chOff x="0" y="656158"/>
              <a:chExt cx="7235960" cy="4020457"/>
            </a:xfrm>
          </p:grpSpPr>
          <p:sp>
            <p:nvSpPr>
              <p:cNvPr id="39" name="正方形/長方形 38">
                <a:extLst>
                  <a:ext uri="{FF2B5EF4-FFF2-40B4-BE49-F238E27FC236}">
                    <a16:creationId xmlns:a16="http://schemas.microsoft.com/office/drawing/2014/main" id="{DF37BE55-9ED3-4753-0F53-67346845592A}"/>
                  </a:ext>
                </a:extLst>
              </p:cNvPr>
              <p:cNvSpPr/>
              <p:nvPr/>
            </p:nvSpPr>
            <p:spPr>
              <a:xfrm>
                <a:off x="0" y="656158"/>
                <a:ext cx="7235960" cy="4020457"/>
              </a:xfrm>
              <a:prstGeom prst="rect">
                <a:avLst/>
              </a:prstGeom>
              <a:solidFill>
                <a:sysClr val="window" lastClr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pic>
            <p:nvPicPr>
              <p:cNvPr id="57" name="図 56">
                <a:extLst>
                  <a:ext uri="{FF2B5EF4-FFF2-40B4-BE49-F238E27FC236}">
                    <a16:creationId xmlns:a16="http://schemas.microsoft.com/office/drawing/2014/main" id="{6E3EDB17-E493-A63B-0EC1-64525278E3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878" t="24362" r="21613" b="12523"/>
              <a:stretch>
                <a:fillRect/>
              </a:stretch>
            </p:blipFill>
            <p:spPr>
              <a:xfrm>
                <a:off x="56080" y="757758"/>
                <a:ext cx="7121634" cy="3918857"/>
              </a:xfrm>
              <a:prstGeom prst="rect">
                <a:avLst/>
              </a:prstGeom>
            </p:spPr>
          </p:pic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EFA3C78E-D666-A4CB-22B7-1A9F498FDEDB}"/>
                  </a:ext>
                </a:extLst>
              </p:cNvPr>
              <p:cNvSpPr/>
              <p:nvPr/>
            </p:nvSpPr>
            <p:spPr>
              <a:xfrm>
                <a:off x="173468" y="1614956"/>
                <a:ext cx="6859658" cy="292461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</p:grpSp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7EB6CB21-D3CF-99D3-A168-14343B7D25FC}"/>
                </a:ext>
              </a:extLst>
            </p:cNvPr>
            <p:cNvSpPr/>
            <p:nvPr/>
          </p:nvSpPr>
          <p:spPr>
            <a:xfrm>
              <a:off x="5815445" y="1406164"/>
              <a:ext cx="1421190" cy="406542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エネミー情報欄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2EFCEC65-7A7F-1E78-1035-65AECE1D2A62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526040" y="1812706"/>
              <a:ext cx="0" cy="23521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992668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B885B-59C3-AFD4-9F1C-A82565A39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57C5BA6F-1E4A-63E8-E13E-ACF24FCF776E}"/>
              </a:ext>
            </a:extLst>
          </p:cNvPr>
          <p:cNvGrpSpPr/>
          <p:nvPr/>
        </p:nvGrpSpPr>
        <p:grpSpPr>
          <a:xfrm>
            <a:off x="2478020" y="643472"/>
            <a:ext cx="7235960" cy="5897622"/>
            <a:chOff x="0" y="4039143"/>
            <a:chExt cx="7235960" cy="5897622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2FF889D0-A0C2-A636-C1F0-65F38385CEB3}"/>
                </a:ext>
              </a:extLst>
            </p:cNvPr>
            <p:cNvSpPr/>
            <p:nvPr/>
          </p:nvSpPr>
          <p:spPr>
            <a:xfrm>
              <a:off x="0" y="4039143"/>
              <a:ext cx="7235960" cy="5897622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 dirty="0"/>
            </a:p>
          </p:txBody>
        </p: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8FD7FE47-CA57-90E3-4496-B7A3A405ACC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7672" y="4180236"/>
              <a:ext cx="7121661" cy="5702352"/>
              <a:chOff x="57647" y="4409500"/>
              <a:chExt cx="7011412" cy="6018605"/>
            </a:xfrm>
          </p:grpSpPr>
          <p:pic>
            <p:nvPicPr>
              <p:cNvPr id="58" name="図 57">
                <a:extLst>
                  <a:ext uri="{FF2B5EF4-FFF2-40B4-BE49-F238E27FC236}">
                    <a16:creationId xmlns:a16="http://schemas.microsoft.com/office/drawing/2014/main" id="{73680F2A-2425-2722-4E84-71A7F34B38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878" t="11687" r="21613"/>
              <a:stretch>
                <a:fillRect/>
              </a:stretch>
            </p:blipFill>
            <p:spPr>
              <a:xfrm>
                <a:off x="57647" y="4409500"/>
                <a:ext cx="7011407" cy="5787478"/>
              </a:xfrm>
              <a:prstGeom prst="rect">
                <a:avLst/>
              </a:prstGeom>
            </p:spPr>
          </p:pic>
          <p:pic>
            <p:nvPicPr>
              <p:cNvPr id="59" name="図 58">
                <a:extLst>
                  <a:ext uri="{FF2B5EF4-FFF2-40B4-BE49-F238E27FC236}">
                    <a16:creationId xmlns:a16="http://schemas.microsoft.com/office/drawing/2014/main" id="{86CB041F-538C-1C74-0EFF-D52124EE90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0878" t="11685" r="21613" b="54660"/>
              <a:stretch>
                <a:fillRect/>
              </a:stretch>
            </p:blipFill>
            <p:spPr>
              <a:xfrm>
                <a:off x="57657" y="8222613"/>
                <a:ext cx="7011402" cy="2205492"/>
              </a:xfrm>
              <a:prstGeom prst="rect">
                <a:avLst/>
              </a:prstGeom>
            </p:spPr>
          </p:pic>
        </p:grpSp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7DA08F72-ADFB-8C7F-D48E-6F70108A5DB0}"/>
                </a:ext>
              </a:extLst>
            </p:cNvPr>
            <p:cNvSpPr/>
            <p:nvPr/>
          </p:nvSpPr>
          <p:spPr>
            <a:xfrm>
              <a:off x="173468" y="4834406"/>
              <a:ext cx="6859658" cy="4867719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D3553F88-2AF8-1A60-9790-DD06B42D13BF}"/>
                </a:ext>
              </a:extLst>
            </p:cNvPr>
            <p:cNvSpPr/>
            <p:nvPr/>
          </p:nvSpPr>
          <p:spPr>
            <a:xfrm>
              <a:off x="470401" y="4310975"/>
              <a:ext cx="1108516" cy="342970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ドロップ品欄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05121172-0408-35C6-5195-409A5A60AF12}"/>
                </a:ext>
              </a:extLst>
            </p:cNvPr>
            <p:cNvCxnSpPr>
              <a:stCxn id="55" idx="2"/>
            </p:cNvCxnSpPr>
            <p:nvPr/>
          </p:nvCxnSpPr>
          <p:spPr>
            <a:xfrm>
              <a:off x="1024659" y="4653945"/>
              <a:ext cx="0" cy="18090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20268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8802B-1B43-0043-0999-DFC6F5AC0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023D63E6-F9CD-8291-84A7-94F73F12EBB9}"/>
              </a:ext>
            </a:extLst>
          </p:cNvPr>
          <p:cNvGrpSpPr/>
          <p:nvPr/>
        </p:nvGrpSpPr>
        <p:grpSpPr>
          <a:xfrm>
            <a:off x="2478020" y="-736600"/>
            <a:ext cx="7235960" cy="5948369"/>
            <a:chOff x="0" y="8907471"/>
            <a:chExt cx="7235960" cy="5935669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9B4B9CA8-8094-4CF8-4F5E-CEA34DB8BC07}"/>
                </a:ext>
              </a:extLst>
            </p:cNvPr>
            <p:cNvSpPr/>
            <p:nvPr/>
          </p:nvSpPr>
          <p:spPr>
            <a:xfrm>
              <a:off x="0" y="8907471"/>
              <a:ext cx="7235960" cy="5935669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 dirty="0"/>
            </a:p>
          </p:txBody>
        </p: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3857686E-C4DE-A405-75FA-AA82740B788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6081" y="9072571"/>
              <a:ext cx="7123798" cy="5712298"/>
              <a:chOff x="56081" y="9573164"/>
              <a:chExt cx="7013516" cy="6029102"/>
            </a:xfrm>
          </p:grpSpPr>
          <p:pic>
            <p:nvPicPr>
              <p:cNvPr id="59" name="図 58">
                <a:extLst>
                  <a:ext uri="{FF2B5EF4-FFF2-40B4-BE49-F238E27FC236}">
                    <a16:creationId xmlns:a16="http://schemas.microsoft.com/office/drawing/2014/main" id="{4FDAC5E2-482F-63B6-3047-F536247F25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878" t="32294" r="21613" b="1"/>
              <a:stretch>
                <a:fillRect/>
              </a:stretch>
            </p:blipFill>
            <p:spPr>
              <a:xfrm>
                <a:off x="57657" y="9573164"/>
                <a:ext cx="7011402" cy="4436928"/>
              </a:xfrm>
              <a:prstGeom prst="rect">
                <a:avLst/>
              </a:prstGeom>
            </p:spPr>
          </p:pic>
          <p:pic>
            <p:nvPicPr>
              <p:cNvPr id="60" name="図 59">
                <a:extLst>
                  <a:ext uri="{FF2B5EF4-FFF2-40B4-BE49-F238E27FC236}">
                    <a16:creationId xmlns:a16="http://schemas.microsoft.com/office/drawing/2014/main" id="{D7C52BB7-FEAD-FDE3-A2A7-110B7B4025A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20880" t="18532" r="21612" b="4803"/>
              <a:stretch>
                <a:fillRect/>
              </a:stretch>
            </p:blipFill>
            <p:spPr>
              <a:xfrm>
                <a:off x="56081" y="10576852"/>
                <a:ext cx="7013516" cy="5025414"/>
              </a:xfrm>
              <a:prstGeom prst="rect">
                <a:avLst/>
              </a:prstGeom>
            </p:spPr>
          </p:pic>
        </p:grpSp>
        <p:sp>
          <p:nvSpPr>
            <p:cNvPr id="52" name="正方形/長方形 51">
              <a:extLst>
                <a:ext uri="{FF2B5EF4-FFF2-40B4-BE49-F238E27FC236}">
                  <a16:creationId xmlns:a16="http://schemas.microsoft.com/office/drawing/2014/main" id="{6DAE1535-A5C8-7591-23E2-DFD5619DA00E}"/>
                </a:ext>
              </a:extLst>
            </p:cNvPr>
            <p:cNvSpPr/>
            <p:nvPr/>
          </p:nvSpPr>
          <p:spPr>
            <a:xfrm>
              <a:off x="173468" y="9968824"/>
              <a:ext cx="6859658" cy="4676775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694BC319-9D3C-9E0D-8E3F-0F871C2CE285}"/>
                </a:ext>
              </a:extLst>
            </p:cNvPr>
            <p:cNvSpPr/>
            <p:nvPr/>
          </p:nvSpPr>
          <p:spPr>
            <a:xfrm>
              <a:off x="1075952" y="9241032"/>
              <a:ext cx="1021363" cy="541256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エネミー</a:t>
              </a:r>
              <a:endParaRPr kumimoji="1" lang="en-US" altLang="ja-JP" sz="1100" b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endParaRPr>
            </a:p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能力値欄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cxnSp>
          <p:nvCxnSpPr>
            <p:cNvPr id="54" name="直線矢印コネクタ 53">
              <a:extLst>
                <a:ext uri="{FF2B5EF4-FFF2-40B4-BE49-F238E27FC236}">
                  <a16:creationId xmlns:a16="http://schemas.microsoft.com/office/drawing/2014/main" id="{B95BF958-B119-5139-3FA5-8E452D7B583D}"/>
                </a:ext>
              </a:extLst>
            </p:cNvPr>
            <p:cNvCxnSpPr>
              <a:stCxn id="53" idx="2"/>
            </p:cNvCxnSpPr>
            <p:nvPr/>
          </p:nvCxnSpPr>
          <p:spPr>
            <a:xfrm>
              <a:off x="1586634" y="9782288"/>
              <a:ext cx="0" cy="19606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50339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9BF0A-1D13-39B9-EE14-44AEF9237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E3552745-4B2A-DC7D-C175-6E439777AD5D}"/>
              </a:ext>
            </a:extLst>
          </p:cNvPr>
          <p:cNvGrpSpPr/>
          <p:nvPr/>
        </p:nvGrpSpPr>
        <p:grpSpPr>
          <a:xfrm>
            <a:off x="2480823" y="-1632827"/>
            <a:ext cx="7234016" cy="9681418"/>
            <a:chOff x="7584641" y="1"/>
            <a:chExt cx="7310216" cy="10277163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119DAF37-1804-C4A5-0AD3-639CDB1B52B9}"/>
                </a:ext>
              </a:extLst>
            </p:cNvPr>
            <p:cNvSpPr/>
            <p:nvPr/>
          </p:nvSpPr>
          <p:spPr>
            <a:xfrm>
              <a:off x="7584641" y="1"/>
              <a:ext cx="7310216" cy="10277163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grpSp>
          <p:nvGrpSpPr>
            <p:cNvPr id="24" name="グループ化 23">
              <a:extLst>
                <a:ext uri="{FF2B5EF4-FFF2-40B4-BE49-F238E27FC236}">
                  <a16:creationId xmlns:a16="http://schemas.microsoft.com/office/drawing/2014/main" id="{8F434461-895E-E6B4-83D5-2F36AB28A90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39749" y="60238"/>
              <a:ext cx="7200000" cy="10159310"/>
              <a:chOff x="7639749" y="60238"/>
              <a:chExt cx="7011395" cy="10194941"/>
            </a:xfrm>
          </p:grpSpPr>
          <p:pic>
            <p:nvPicPr>
              <p:cNvPr id="37" name="図 36">
                <a:extLst>
                  <a:ext uri="{FF2B5EF4-FFF2-40B4-BE49-F238E27FC236}">
                    <a16:creationId xmlns:a16="http://schemas.microsoft.com/office/drawing/2014/main" id="{50C22886-4481-E82D-1E8E-2A1FE3CD2D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879" t="12904" r="21614"/>
              <a:stretch>
                <a:fillRect/>
              </a:stretch>
            </p:blipFill>
            <p:spPr>
              <a:xfrm>
                <a:off x="7639750" y="60238"/>
                <a:ext cx="7011393" cy="5707605"/>
              </a:xfrm>
              <a:prstGeom prst="rect">
                <a:avLst/>
              </a:prstGeom>
            </p:spPr>
          </p:pic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D5C8BFB8-A467-8AD5-BA84-FB329D84E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0878" t="20627" r="21613" b="4695"/>
              <a:stretch>
                <a:fillRect/>
              </a:stretch>
            </p:blipFill>
            <p:spPr>
              <a:xfrm>
                <a:off x="7639749" y="5361445"/>
                <a:ext cx="7011395" cy="4893734"/>
              </a:xfrm>
              <a:prstGeom prst="rect">
                <a:avLst/>
              </a:prstGeom>
            </p:spPr>
          </p:pic>
        </p:grp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C74E3663-99AE-F72F-F7C4-5DA9EE8BAE29}"/>
                </a:ext>
              </a:extLst>
            </p:cNvPr>
            <p:cNvSpPr/>
            <p:nvPr/>
          </p:nvSpPr>
          <p:spPr>
            <a:xfrm>
              <a:off x="7727099" y="377871"/>
              <a:ext cx="1931031" cy="317135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3D7E11A4-F004-B94A-3F93-63ECD5AC86C7}"/>
                </a:ext>
              </a:extLst>
            </p:cNvPr>
            <p:cNvCxnSpPr/>
            <p:nvPr/>
          </p:nvCxnSpPr>
          <p:spPr>
            <a:xfrm flipH="1">
              <a:off x="9671684" y="545852"/>
              <a:ext cx="303446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8F624E55-290C-093F-E668-26AA80F08A25}"/>
                </a:ext>
              </a:extLst>
            </p:cNvPr>
            <p:cNvSpPr/>
            <p:nvPr/>
          </p:nvSpPr>
          <p:spPr>
            <a:xfrm>
              <a:off x="9980401" y="377871"/>
              <a:ext cx="1205067" cy="317135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ja-JP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タブの切り替え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82B0523F-F54A-1796-6B41-8AAAF4AFDC63}"/>
                </a:ext>
              </a:extLst>
            </p:cNvPr>
            <p:cNvSpPr/>
            <p:nvPr/>
          </p:nvSpPr>
          <p:spPr>
            <a:xfrm>
              <a:off x="7751409" y="1172601"/>
              <a:ext cx="6928932" cy="171803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3B0EF1AD-BAC9-011A-4E41-27B57E257944}"/>
                </a:ext>
              </a:extLst>
            </p:cNvPr>
            <p:cNvSpPr/>
            <p:nvPr/>
          </p:nvSpPr>
          <p:spPr>
            <a:xfrm>
              <a:off x="7751409" y="3577179"/>
              <a:ext cx="6928932" cy="650421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7D3E0ED0-D1B6-4313-CE5E-8244416E7D7A}"/>
                </a:ext>
              </a:extLst>
            </p:cNvPr>
            <p:cNvSpPr/>
            <p:nvPr/>
          </p:nvSpPr>
          <p:spPr>
            <a:xfrm>
              <a:off x="12114432" y="458349"/>
              <a:ext cx="784363" cy="435149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特技の例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05C52208-9200-F4E0-32B6-07EA7E6065AA}"/>
                </a:ext>
              </a:extLst>
            </p:cNvPr>
            <p:cNvCxnSpPr>
              <a:stCxn id="30" idx="2"/>
            </p:cNvCxnSpPr>
            <p:nvPr/>
          </p:nvCxnSpPr>
          <p:spPr>
            <a:xfrm>
              <a:off x="12510077" y="893498"/>
              <a:ext cx="0" cy="2482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BA58261A-BDDD-5534-213E-B495C95F7B82}"/>
                </a:ext>
              </a:extLst>
            </p:cNvPr>
            <p:cNvCxnSpPr/>
            <p:nvPr/>
          </p:nvCxnSpPr>
          <p:spPr>
            <a:xfrm flipH="1">
              <a:off x="8655577" y="3230434"/>
              <a:ext cx="2910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37A093B1-7EFC-854E-E184-9E95A4EF44F5}"/>
                </a:ext>
              </a:extLst>
            </p:cNvPr>
            <p:cNvSpPr/>
            <p:nvPr/>
          </p:nvSpPr>
          <p:spPr>
            <a:xfrm>
              <a:off x="8951921" y="3075471"/>
              <a:ext cx="1472367" cy="310331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入力内容の読み込み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CD4458CB-5D61-8EC1-B1B7-320765F38F2B}"/>
                </a:ext>
              </a:extLst>
            </p:cNvPr>
            <p:cNvSpPr/>
            <p:nvPr/>
          </p:nvSpPr>
          <p:spPr>
            <a:xfrm>
              <a:off x="7818183" y="2946849"/>
              <a:ext cx="796538" cy="541709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F6B9D57E-5EDE-813F-C629-A4DC445832EE}"/>
                </a:ext>
              </a:extLst>
            </p:cNvPr>
            <p:cNvSpPr/>
            <p:nvPr/>
          </p:nvSpPr>
          <p:spPr>
            <a:xfrm>
              <a:off x="12200158" y="2843674"/>
              <a:ext cx="612911" cy="435149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特技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cxnSp>
          <p:nvCxnSpPr>
            <p:cNvPr id="36" name="直線矢印コネクタ 35">
              <a:extLst>
                <a:ext uri="{FF2B5EF4-FFF2-40B4-BE49-F238E27FC236}">
                  <a16:creationId xmlns:a16="http://schemas.microsoft.com/office/drawing/2014/main" id="{704EEB4E-2D9C-F135-B252-87C17876F049}"/>
                </a:ext>
              </a:extLst>
            </p:cNvPr>
            <p:cNvCxnSpPr>
              <a:stCxn id="35" idx="2"/>
            </p:cNvCxnSpPr>
            <p:nvPr/>
          </p:nvCxnSpPr>
          <p:spPr>
            <a:xfrm flipH="1">
              <a:off x="12510077" y="3278823"/>
              <a:ext cx="1121" cy="235923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38050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32A21-B240-B05F-2895-31BE4E327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5E418DC0-CB86-63AF-41EB-7DC6EFA85FB2}"/>
              </a:ext>
            </a:extLst>
          </p:cNvPr>
          <p:cNvGrpSpPr/>
          <p:nvPr/>
        </p:nvGrpSpPr>
        <p:grpSpPr>
          <a:xfrm>
            <a:off x="2478992" y="1513973"/>
            <a:ext cx="7234016" cy="3017127"/>
            <a:chOff x="7584641" y="1"/>
            <a:chExt cx="7310216" cy="3202786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0E456273-4599-D047-BC79-05B04F358F6B}"/>
                </a:ext>
              </a:extLst>
            </p:cNvPr>
            <p:cNvSpPr/>
            <p:nvPr/>
          </p:nvSpPr>
          <p:spPr>
            <a:xfrm>
              <a:off x="7584641" y="1"/>
              <a:ext cx="7310216" cy="3202786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pic>
          <p:nvPicPr>
            <p:cNvPr id="37" name="図 36">
              <a:extLst>
                <a:ext uri="{FF2B5EF4-FFF2-40B4-BE49-F238E27FC236}">
                  <a16:creationId xmlns:a16="http://schemas.microsoft.com/office/drawing/2014/main" id="{A697899E-01D7-1D95-464C-ABC765F285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79" t="12904" r="21614" b="41836"/>
            <a:stretch>
              <a:fillRect/>
            </a:stretch>
          </p:blipFill>
          <p:spPr>
            <a:xfrm>
              <a:off x="7639750" y="60238"/>
              <a:ext cx="7199998" cy="2955637"/>
            </a:xfrm>
            <a:prstGeom prst="rect">
              <a:avLst/>
            </a:prstGeom>
          </p:spPr>
        </p:pic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506E0228-2A0B-602D-6B68-7D0EC8FC6590}"/>
                </a:ext>
              </a:extLst>
            </p:cNvPr>
            <p:cNvSpPr/>
            <p:nvPr/>
          </p:nvSpPr>
          <p:spPr>
            <a:xfrm>
              <a:off x="7727099" y="377871"/>
              <a:ext cx="1931031" cy="317135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D2F50FF3-9EE1-1C41-E31C-BB4F516BD25C}"/>
                </a:ext>
              </a:extLst>
            </p:cNvPr>
            <p:cNvCxnSpPr/>
            <p:nvPr/>
          </p:nvCxnSpPr>
          <p:spPr>
            <a:xfrm flipH="1">
              <a:off x="9671684" y="545852"/>
              <a:ext cx="303446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F7221CFA-65DF-8CA7-0C48-E0CE4F272B6B}"/>
                </a:ext>
              </a:extLst>
            </p:cNvPr>
            <p:cNvSpPr/>
            <p:nvPr/>
          </p:nvSpPr>
          <p:spPr>
            <a:xfrm>
              <a:off x="9980401" y="377871"/>
              <a:ext cx="1205067" cy="317135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ja-JP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タブの切り替え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E3261AA2-9EB0-E01D-2A4E-ED01FF14510B}"/>
                </a:ext>
              </a:extLst>
            </p:cNvPr>
            <p:cNvSpPr/>
            <p:nvPr/>
          </p:nvSpPr>
          <p:spPr>
            <a:xfrm>
              <a:off x="7751409" y="1172601"/>
              <a:ext cx="6928932" cy="171803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177565E8-4565-16CC-97D9-BE424CD0C7D6}"/>
                </a:ext>
              </a:extLst>
            </p:cNvPr>
            <p:cNvSpPr/>
            <p:nvPr/>
          </p:nvSpPr>
          <p:spPr>
            <a:xfrm>
              <a:off x="12114432" y="458349"/>
              <a:ext cx="784363" cy="435149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特技の例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13C1C106-F4BD-74B6-E680-10323E60DCC6}"/>
                </a:ext>
              </a:extLst>
            </p:cNvPr>
            <p:cNvCxnSpPr>
              <a:stCxn id="30" idx="2"/>
            </p:cNvCxnSpPr>
            <p:nvPr/>
          </p:nvCxnSpPr>
          <p:spPr>
            <a:xfrm>
              <a:off x="12510077" y="893498"/>
              <a:ext cx="0" cy="2482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787163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72A31-0EC3-9D40-2B0F-C226CFBDA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535A9D26-7105-0562-FEA9-DBE610984589}"/>
              </a:ext>
            </a:extLst>
          </p:cNvPr>
          <p:cNvGrpSpPr/>
          <p:nvPr/>
        </p:nvGrpSpPr>
        <p:grpSpPr>
          <a:xfrm>
            <a:off x="2480823" y="-588936"/>
            <a:ext cx="7234016" cy="7196184"/>
            <a:chOff x="7584641" y="2638163"/>
            <a:chExt cx="7310216" cy="7639001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6FE475EB-F7E6-1044-6C94-DDD781149D80}"/>
                </a:ext>
              </a:extLst>
            </p:cNvPr>
            <p:cNvSpPr/>
            <p:nvPr/>
          </p:nvSpPr>
          <p:spPr>
            <a:xfrm>
              <a:off x="7584641" y="2638163"/>
              <a:ext cx="7310216" cy="7639001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grpSp>
          <p:nvGrpSpPr>
            <p:cNvPr id="24" name="グループ化 23">
              <a:extLst>
                <a:ext uri="{FF2B5EF4-FFF2-40B4-BE49-F238E27FC236}">
                  <a16:creationId xmlns:a16="http://schemas.microsoft.com/office/drawing/2014/main" id="{D0508125-6CCA-FAC1-70C6-0F997DB4D44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39749" y="2889232"/>
              <a:ext cx="7200000" cy="7330316"/>
              <a:chOff x="7639749" y="2899154"/>
              <a:chExt cx="7011395" cy="7356025"/>
            </a:xfrm>
          </p:grpSpPr>
          <p:pic>
            <p:nvPicPr>
              <p:cNvPr id="37" name="図 36">
                <a:extLst>
                  <a:ext uri="{FF2B5EF4-FFF2-40B4-BE49-F238E27FC236}">
                    <a16:creationId xmlns:a16="http://schemas.microsoft.com/office/drawing/2014/main" id="{64CB2D62-2E8A-B9F5-E613-6A34F2264B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879" t="56224" r="21614" b="1"/>
              <a:stretch>
                <a:fillRect/>
              </a:stretch>
            </p:blipFill>
            <p:spPr>
              <a:xfrm>
                <a:off x="7639750" y="2899154"/>
                <a:ext cx="7011393" cy="2868685"/>
              </a:xfrm>
              <a:prstGeom prst="rect">
                <a:avLst/>
              </a:prstGeom>
            </p:spPr>
          </p:pic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3716674D-A7BB-A592-AC5E-3A80EE3BA4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0878" t="20627" r="21613" b="4695"/>
              <a:stretch>
                <a:fillRect/>
              </a:stretch>
            </p:blipFill>
            <p:spPr>
              <a:xfrm>
                <a:off x="7639749" y="5361445"/>
                <a:ext cx="7011395" cy="4893734"/>
              </a:xfrm>
              <a:prstGeom prst="rect">
                <a:avLst/>
              </a:prstGeom>
            </p:spPr>
          </p:pic>
        </p:grp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DCF8A6F9-5934-7B1C-E76E-4A7DB52DC2BD}"/>
                </a:ext>
              </a:extLst>
            </p:cNvPr>
            <p:cNvSpPr/>
            <p:nvPr/>
          </p:nvSpPr>
          <p:spPr>
            <a:xfrm>
              <a:off x="7751409" y="3577179"/>
              <a:ext cx="6928932" cy="650421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7658F73A-8A73-F53C-4DA7-C00508B08353}"/>
                </a:ext>
              </a:extLst>
            </p:cNvPr>
            <p:cNvCxnSpPr/>
            <p:nvPr/>
          </p:nvCxnSpPr>
          <p:spPr>
            <a:xfrm flipH="1">
              <a:off x="8655577" y="3230434"/>
              <a:ext cx="2910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87707DE7-18E8-AF4D-C886-219743593918}"/>
                </a:ext>
              </a:extLst>
            </p:cNvPr>
            <p:cNvSpPr/>
            <p:nvPr/>
          </p:nvSpPr>
          <p:spPr>
            <a:xfrm>
              <a:off x="8951921" y="3075471"/>
              <a:ext cx="1472367" cy="310331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入力内容の読み込み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2BF2421C-2B0E-2EAC-EFCB-49720DAF5448}"/>
                </a:ext>
              </a:extLst>
            </p:cNvPr>
            <p:cNvSpPr/>
            <p:nvPr/>
          </p:nvSpPr>
          <p:spPr>
            <a:xfrm>
              <a:off x="7818183" y="2946849"/>
              <a:ext cx="796538" cy="541709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2DF198E7-F9B3-AAE6-389E-07AD98FC6928}"/>
                </a:ext>
              </a:extLst>
            </p:cNvPr>
            <p:cNvSpPr/>
            <p:nvPr/>
          </p:nvSpPr>
          <p:spPr>
            <a:xfrm>
              <a:off x="12200158" y="2843674"/>
              <a:ext cx="612911" cy="435149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特技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cxnSp>
          <p:nvCxnSpPr>
            <p:cNvPr id="36" name="直線矢印コネクタ 35">
              <a:extLst>
                <a:ext uri="{FF2B5EF4-FFF2-40B4-BE49-F238E27FC236}">
                  <a16:creationId xmlns:a16="http://schemas.microsoft.com/office/drawing/2014/main" id="{60058939-6F9E-66FC-B697-73ACB3A2C1E7}"/>
                </a:ext>
              </a:extLst>
            </p:cNvPr>
            <p:cNvCxnSpPr>
              <a:stCxn id="35" idx="2"/>
            </p:cNvCxnSpPr>
            <p:nvPr/>
          </p:nvCxnSpPr>
          <p:spPr>
            <a:xfrm flipH="1">
              <a:off x="12510077" y="3278823"/>
              <a:ext cx="1121" cy="235923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78322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A07E6-AF50-5047-D398-F024E2EBE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97034FBB-E131-203F-59ED-35EBB81D58EB}"/>
              </a:ext>
            </a:extLst>
          </p:cNvPr>
          <p:cNvGrpSpPr/>
          <p:nvPr/>
        </p:nvGrpSpPr>
        <p:grpSpPr>
          <a:xfrm>
            <a:off x="1900027" y="-474408"/>
            <a:ext cx="7223341" cy="7984482"/>
            <a:chOff x="1900027" y="-474408"/>
            <a:chExt cx="7223341" cy="7984482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81E3FBDB-EC6D-C8C4-5298-AB5E179F0323}"/>
                </a:ext>
              </a:extLst>
            </p:cNvPr>
            <p:cNvSpPr/>
            <p:nvPr/>
          </p:nvSpPr>
          <p:spPr>
            <a:xfrm>
              <a:off x="1900027" y="-474408"/>
              <a:ext cx="7223341" cy="7984482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F83B939B-7CE2-B19B-3910-3752D711F1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81" t="53004" r="21613" b="4876"/>
            <a:stretch>
              <a:fillRect/>
            </a:stretch>
          </p:blipFill>
          <p:spPr>
            <a:xfrm>
              <a:off x="1949277" y="4830527"/>
              <a:ext cx="7124839" cy="2597366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81ED593C-CFA6-123D-7AB1-AFBF60B5F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879" t="13670" r="21614" b="3231"/>
            <a:stretch>
              <a:fillRect/>
            </a:stretch>
          </p:blipFill>
          <p:spPr>
            <a:xfrm>
              <a:off x="1949279" y="-384205"/>
              <a:ext cx="7124837" cy="5124529"/>
            </a:xfrm>
            <a:prstGeom prst="rect">
              <a:avLst/>
            </a:prstGeom>
          </p:spPr>
        </p:pic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EC6B6A6F-89B7-2858-C0BC-27C884C75E1B}"/>
                </a:ext>
              </a:extLst>
            </p:cNvPr>
            <p:cNvSpPr/>
            <p:nvPr/>
          </p:nvSpPr>
          <p:spPr>
            <a:xfrm>
              <a:off x="1993643" y="-84794"/>
              <a:ext cx="1910872" cy="29894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399A6E91-24F5-4256-FD90-6891E92A2BE4}"/>
                </a:ext>
              </a:extLst>
            </p:cNvPr>
            <p:cNvCxnSpPr/>
            <p:nvPr/>
          </p:nvCxnSpPr>
          <p:spPr>
            <a:xfrm flipH="1">
              <a:off x="3917928" y="73550"/>
              <a:ext cx="30027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996B6816-76A6-610F-ADBB-27132812F75E}"/>
                </a:ext>
              </a:extLst>
            </p:cNvPr>
            <p:cNvSpPr/>
            <p:nvPr/>
          </p:nvSpPr>
          <p:spPr>
            <a:xfrm>
              <a:off x="4223422" y="-84794"/>
              <a:ext cx="1192487" cy="298941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ja-JP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タブの切り替え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62" name="フリーフォーム: 図形 61">
              <a:extLst>
                <a:ext uri="{FF2B5EF4-FFF2-40B4-BE49-F238E27FC236}">
                  <a16:creationId xmlns:a16="http://schemas.microsoft.com/office/drawing/2014/main" id="{46A5EB4F-14FB-9659-4CBD-BDBF36771E82}"/>
                </a:ext>
              </a:extLst>
            </p:cNvPr>
            <p:cNvSpPr/>
            <p:nvPr/>
          </p:nvSpPr>
          <p:spPr>
            <a:xfrm>
              <a:off x="2047127" y="4459792"/>
              <a:ext cx="7010465" cy="313960"/>
            </a:xfrm>
            <a:custGeom>
              <a:avLst/>
              <a:gdLst>
                <a:gd name="csX0" fmla="*/ 0 w 10703002"/>
                <a:gd name="csY0" fmla="*/ 723900 h 731634"/>
                <a:gd name="csX1" fmla="*/ 716280 w 10703002"/>
                <a:gd name="csY1" fmla="*/ 0 h 731634"/>
                <a:gd name="csX2" fmla="*/ 1440180 w 10703002"/>
                <a:gd name="csY2" fmla="*/ 723900 h 731634"/>
                <a:gd name="csX3" fmla="*/ 2156460 w 10703002"/>
                <a:gd name="csY3" fmla="*/ 7620 h 731634"/>
                <a:gd name="csX4" fmla="*/ 2880360 w 10703002"/>
                <a:gd name="csY4" fmla="*/ 723900 h 731634"/>
                <a:gd name="csX5" fmla="*/ 3604260 w 10703002"/>
                <a:gd name="csY5" fmla="*/ 0 h 731634"/>
                <a:gd name="csX6" fmla="*/ 4328160 w 10703002"/>
                <a:gd name="csY6" fmla="*/ 723900 h 731634"/>
                <a:gd name="csX7" fmla="*/ 5036820 w 10703002"/>
                <a:gd name="csY7" fmla="*/ 0 h 731634"/>
                <a:gd name="csX8" fmla="*/ 5753100 w 10703002"/>
                <a:gd name="csY8" fmla="*/ 723900 h 731634"/>
                <a:gd name="csX9" fmla="*/ 6477000 w 10703002"/>
                <a:gd name="csY9" fmla="*/ 0 h 731634"/>
                <a:gd name="csX10" fmla="*/ 7193280 w 10703002"/>
                <a:gd name="csY10" fmla="*/ 723900 h 731634"/>
                <a:gd name="csX11" fmla="*/ 7917180 w 10703002"/>
                <a:gd name="csY11" fmla="*/ 7620 h 731634"/>
                <a:gd name="csX12" fmla="*/ 8633460 w 10703002"/>
                <a:gd name="csY12" fmla="*/ 723900 h 731634"/>
                <a:gd name="csX13" fmla="*/ 9357360 w 10703002"/>
                <a:gd name="csY13" fmla="*/ 7620 h 731634"/>
                <a:gd name="csX14" fmla="*/ 10081260 w 10703002"/>
                <a:gd name="csY14" fmla="*/ 731520 h 731634"/>
                <a:gd name="csX15" fmla="*/ 10683240 w 10703002"/>
                <a:gd name="csY15" fmla="*/ 68580 h 731634"/>
                <a:gd name="csX0" fmla="*/ 0 w 10806734"/>
                <a:gd name="csY0" fmla="*/ 723900 h 731623"/>
                <a:gd name="csX1" fmla="*/ 716280 w 10806734"/>
                <a:gd name="csY1" fmla="*/ 0 h 731623"/>
                <a:gd name="csX2" fmla="*/ 1440180 w 10806734"/>
                <a:gd name="csY2" fmla="*/ 723900 h 731623"/>
                <a:gd name="csX3" fmla="*/ 2156460 w 10806734"/>
                <a:gd name="csY3" fmla="*/ 7620 h 731623"/>
                <a:gd name="csX4" fmla="*/ 2880360 w 10806734"/>
                <a:gd name="csY4" fmla="*/ 723900 h 731623"/>
                <a:gd name="csX5" fmla="*/ 3604260 w 10806734"/>
                <a:gd name="csY5" fmla="*/ 0 h 731623"/>
                <a:gd name="csX6" fmla="*/ 4328160 w 10806734"/>
                <a:gd name="csY6" fmla="*/ 723900 h 731623"/>
                <a:gd name="csX7" fmla="*/ 5036820 w 10806734"/>
                <a:gd name="csY7" fmla="*/ 0 h 731623"/>
                <a:gd name="csX8" fmla="*/ 5753100 w 10806734"/>
                <a:gd name="csY8" fmla="*/ 723900 h 731623"/>
                <a:gd name="csX9" fmla="*/ 6477000 w 10806734"/>
                <a:gd name="csY9" fmla="*/ 0 h 731623"/>
                <a:gd name="csX10" fmla="*/ 7193280 w 10806734"/>
                <a:gd name="csY10" fmla="*/ 723900 h 731623"/>
                <a:gd name="csX11" fmla="*/ 7917180 w 10806734"/>
                <a:gd name="csY11" fmla="*/ 7620 h 731623"/>
                <a:gd name="csX12" fmla="*/ 8633460 w 10806734"/>
                <a:gd name="csY12" fmla="*/ 723900 h 731623"/>
                <a:gd name="csX13" fmla="*/ 9357360 w 10806734"/>
                <a:gd name="csY13" fmla="*/ 7620 h 731623"/>
                <a:gd name="csX14" fmla="*/ 10081260 w 10806734"/>
                <a:gd name="csY14" fmla="*/ 731520 h 731623"/>
                <a:gd name="csX15" fmla="*/ 10789920 w 10806734"/>
                <a:gd name="csY15" fmla="*/ 0 h 731623"/>
                <a:gd name="csX0" fmla="*/ 0 w 10789986"/>
                <a:gd name="csY0" fmla="*/ 723900 h 732889"/>
                <a:gd name="csX1" fmla="*/ 716280 w 10789986"/>
                <a:gd name="csY1" fmla="*/ 0 h 732889"/>
                <a:gd name="csX2" fmla="*/ 1440180 w 10789986"/>
                <a:gd name="csY2" fmla="*/ 723900 h 732889"/>
                <a:gd name="csX3" fmla="*/ 2156460 w 10789986"/>
                <a:gd name="csY3" fmla="*/ 7620 h 732889"/>
                <a:gd name="csX4" fmla="*/ 2880360 w 10789986"/>
                <a:gd name="csY4" fmla="*/ 723900 h 732889"/>
                <a:gd name="csX5" fmla="*/ 3604260 w 10789986"/>
                <a:gd name="csY5" fmla="*/ 0 h 732889"/>
                <a:gd name="csX6" fmla="*/ 4328160 w 10789986"/>
                <a:gd name="csY6" fmla="*/ 723900 h 732889"/>
                <a:gd name="csX7" fmla="*/ 5036820 w 10789986"/>
                <a:gd name="csY7" fmla="*/ 0 h 732889"/>
                <a:gd name="csX8" fmla="*/ 5753100 w 10789986"/>
                <a:gd name="csY8" fmla="*/ 723900 h 732889"/>
                <a:gd name="csX9" fmla="*/ 6477000 w 10789986"/>
                <a:gd name="csY9" fmla="*/ 0 h 732889"/>
                <a:gd name="csX10" fmla="*/ 7193280 w 10789986"/>
                <a:gd name="csY10" fmla="*/ 723900 h 732889"/>
                <a:gd name="csX11" fmla="*/ 7917180 w 10789986"/>
                <a:gd name="csY11" fmla="*/ 7620 h 732889"/>
                <a:gd name="csX12" fmla="*/ 8633460 w 10789986"/>
                <a:gd name="csY12" fmla="*/ 723900 h 732889"/>
                <a:gd name="csX13" fmla="*/ 9357360 w 10789986"/>
                <a:gd name="csY13" fmla="*/ 7620 h 732889"/>
                <a:gd name="csX14" fmla="*/ 10081260 w 10789986"/>
                <a:gd name="csY14" fmla="*/ 731520 h 732889"/>
                <a:gd name="csX15" fmla="*/ 10789920 w 10789986"/>
                <a:gd name="csY15" fmla="*/ 0 h 732889"/>
                <a:gd name="csX0" fmla="*/ 0 w 10418702"/>
                <a:gd name="csY0" fmla="*/ 723900 h 733077"/>
                <a:gd name="csX1" fmla="*/ 716280 w 10418702"/>
                <a:gd name="csY1" fmla="*/ 0 h 733077"/>
                <a:gd name="csX2" fmla="*/ 1440180 w 10418702"/>
                <a:gd name="csY2" fmla="*/ 723900 h 733077"/>
                <a:gd name="csX3" fmla="*/ 2156460 w 10418702"/>
                <a:gd name="csY3" fmla="*/ 7620 h 733077"/>
                <a:gd name="csX4" fmla="*/ 2880360 w 10418702"/>
                <a:gd name="csY4" fmla="*/ 723900 h 733077"/>
                <a:gd name="csX5" fmla="*/ 3604260 w 10418702"/>
                <a:gd name="csY5" fmla="*/ 0 h 733077"/>
                <a:gd name="csX6" fmla="*/ 4328160 w 10418702"/>
                <a:gd name="csY6" fmla="*/ 723900 h 733077"/>
                <a:gd name="csX7" fmla="*/ 5036820 w 10418702"/>
                <a:gd name="csY7" fmla="*/ 0 h 733077"/>
                <a:gd name="csX8" fmla="*/ 5753100 w 10418702"/>
                <a:gd name="csY8" fmla="*/ 723900 h 733077"/>
                <a:gd name="csX9" fmla="*/ 6477000 w 10418702"/>
                <a:gd name="csY9" fmla="*/ 0 h 733077"/>
                <a:gd name="csX10" fmla="*/ 7193280 w 10418702"/>
                <a:gd name="csY10" fmla="*/ 723900 h 733077"/>
                <a:gd name="csX11" fmla="*/ 7917180 w 10418702"/>
                <a:gd name="csY11" fmla="*/ 7620 h 733077"/>
                <a:gd name="csX12" fmla="*/ 8633460 w 10418702"/>
                <a:gd name="csY12" fmla="*/ 723900 h 733077"/>
                <a:gd name="csX13" fmla="*/ 9357360 w 10418702"/>
                <a:gd name="csY13" fmla="*/ 7620 h 733077"/>
                <a:gd name="csX14" fmla="*/ 10081260 w 10418702"/>
                <a:gd name="csY14" fmla="*/ 731520 h 733077"/>
                <a:gd name="csX15" fmla="*/ 10418445 w 10418702"/>
                <a:gd name="csY15" fmla="*/ 9525 h 733077"/>
                <a:gd name="csX0" fmla="*/ 0 w 10180719"/>
                <a:gd name="csY0" fmla="*/ 723900 h 1052272"/>
                <a:gd name="csX1" fmla="*/ 716280 w 10180719"/>
                <a:gd name="csY1" fmla="*/ 0 h 1052272"/>
                <a:gd name="csX2" fmla="*/ 1440180 w 10180719"/>
                <a:gd name="csY2" fmla="*/ 723900 h 1052272"/>
                <a:gd name="csX3" fmla="*/ 2156460 w 10180719"/>
                <a:gd name="csY3" fmla="*/ 7620 h 1052272"/>
                <a:gd name="csX4" fmla="*/ 2880360 w 10180719"/>
                <a:gd name="csY4" fmla="*/ 723900 h 1052272"/>
                <a:gd name="csX5" fmla="*/ 3604260 w 10180719"/>
                <a:gd name="csY5" fmla="*/ 0 h 1052272"/>
                <a:gd name="csX6" fmla="*/ 4328160 w 10180719"/>
                <a:gd name="csY6" fmla="*/ 723900 h 1052272"/>
                <a:gd name="csX7" fmla="*/ 5036820 w 10180719"/>
                <a:gd name="csY7" fmla="*/ 0 h 1052272"/>
                <a:gd name="csX8" fmla="*/ 5753100 w 10180719"/>
                <a:gd name="csY8" fmla="*/ 723900 h 1052272"/>
                <a:gd name="csX9" fmla="*/ 6477000 w 10180719"/>
                <a:gd name="csY9" fmla="*/ 0 h 1052272"/>
                <a:gd name="csX10" fmla="*/ 7193280 w 10180719"/>
                <a:gd name="csY10" fmla="*/ 723900 h 1052272"/>
                <a:gd name="csX11" fmla="*/ 7917180 w 10180719"/>
                <a:gd name="csY11" fmla="*/ 7620 h 1052272"/>
                <a:gd name="csX12" fmla="*/ 8633460 w 10180719"/>
                <a:gd name="csY12" fmla="*/ 723900 h 1052272"/>
                <a:gd name="csX13" fmla="*/ 9357360 w 10180719"/>
                <a:gd name="csY13" fmla="*/ 7620 h 1052272"/>
                <a:gd name="csX14" fmla="*/ 10081260 w 10180719"/>
                <a:gd name="csY14" fmla="*/ 731520 h 1052272"/>
                <a:gd name="csX15" fmla="*/ 10080307 w 10180719"/>
                <a:gd name="csY15" fmla="*/ 733425 h 1052272"/>
                <a:gd name="csX0" fmla="*/ 0 w 10359304"/>
                <a:gd name="csY0" fmla="*/ 723900 h 733525"/>
                <a:gd name="csX1" fmla="*/ 716280 w 10359304"/>
                <a:gd name="csY1" fmla="*/ 0 h 733525"/>
                <a:gd name="csX2" fmla="*/ 1440180 w 10359304"/>
                <a:gd name="csY2" fmla="*/ 723900 h 733525"/>
                <a:gd name="csX3" fmla="*/ 2156460 w 10359304"/>
                <a:gd name="csY3" fmla="*/ 7620 h 733525"/>
                <a:gd name="csX4" fmla="*/ 2880360 w 10359304"/>
                <a:gd name="csY4" fmla="*/ 723900 h 733525"/>
                <a:gd name="csX5" fmla="*/ 3604260 w 10359304"/>
                <a:gd name="csY5" fmla="*/ 0 h 733525"/>
                <a:gd name="csX6" fmla="*/ 4328160 w 10359304"/>
                <a:gd name="csY6" fmla="*/ 723900 h 733525"/>
                <a:gd name="csX7" fmla="*/ 5036820 w 10359304"/>
                <a:gd name="csY7" fmla="*/ 0 h 733525"/>
                <a:gd name="csX8" fmla="*/ 5753100 w 10359304"/>
                <a:gd name="csY8" fmla="*/ 723900 h 733525"/>
                <a:gd name="csX9" fmla="*/ 6477000 w 10359304"/>
                <a:gd name="csY9" fmla="*/ 0 h 733525"/>
                <a:gd name="csX10" fmla="*/ 7193280 w 10359304"/>
                <a:gd name="csY10" fmla="*/ 723900 h 733525"/>
                <a:gd name="csX11" fmla="*/ 7917180 w 10359304"/>
                <a:gd name="csY11" fmla="*/ 7620 h 733525"/>
                <a:gd name="csX12" fmla="*/ 8633460 w 10359304"/>
                <a:gd name="csY12" fmla="*/ 723900 h 733525"/>
                <a:gd name="csX13" fmla="*/ 9357360 w 10359304"/>
                <a:gd name="csY13" fmla="*/ 7620 h 733525"/>
                <a:gd name="csX14" fmla="*/ 10081260 w 10359304"/>
                <a:gd name="csY14" fmla="*/ 731520 h 733525"/>
                <a:gd name="csX15" fmla="*/ 10080307 w 10359304"/>
                <a:gd name="csY15" fmla="*/ 733425 h 733525"/>
                <a:gd name="csX0" fmla="*/ 0 w 10368372"/>
                <a:gd name="csY0" fmla="*/ 723900 h 731913"/>
                <a:gd name="csX1" fmla="*/ 716280 w 10368372"/>
                <a:gd name="csY1" fmla="*/ 0 h 731913"/>
                <a:gd name="csX2" fmla="*/ 1440180 w 10368372"/>
                <a:gd name="csY2" fmla="*/ 723900 h 731913"/>
                <a:gd name="csX3" fmla="*/ 2156460 w 10368372"/>
                <a:gd name="csY3" fmla="*/ 7620 h 731913"/>
                <a:gd name="csX4" fmla="*/ 2880360 w 10368372"/>
                <a:gd name="csY4" fmla="*/ 723900 h 731913"/>
                <a:gd name="csX5" fmla="*/ 3604260 w 10368372"/>
                <a:gd name="csY5" fmla="*/ 0 h 731913"/>
                <a:gd name="csX6" fmla="*/ 4328160 w 10368372"/>
                <a:gd name="csY6" fmla="*/ 723900 h 731913"/>
                <a:gd name="csX7" fmla="*/ 5036820 w 10368372"/>
                <a:gd name="csY7" fmla="*/ 0 h 731913"/>
                <a:gd name="csX8" fmla="*/ 5753100 w 10368372"/>
                <a:gd name="csY8" fmla="*/ 723900 h 731913"/>
                <a:gd name="csX9" fmla="*/ 6477000 w 10368372"/>
                <a:gd name="csY9" fmla="*/ 0 h 731913"/>
                <a:gd name="csX10" fmla="*/ 7193280 w 10368372"/>
                <a:gd name="csY10" fmla="*/ 723900 h 731913"/>
                <a:gd name="csX11" fmla="*/ 7917180 w 10368372"/>
                <a:gd name="csY11" fmla="*/ 7620 h 731913"/>
                <a:gd name="csX12" fmla="*/ 8633460 w 10368372"/>
                <a:gd name="csY12" fmla="*/ 723900 h 731913"/>
                <a:gd name="csX13" fmla="*/ 9357360 w 10368372"/>
                <a:gd name="csY13" fmla="*/ 7620 h 731913"/>
                <a:gd name="csX14" fmla="*/ 10081260 w 10368372"/>
                <a:gd name="csY14" fmla="*/ 731520 h 731913"/>
                <a:gd name="csX15" fmla="*/ 10094595 w 10368372"/>
                <a:gd name="csY15" fmla="*/ 576262 h 731913"/>
                <a:gd name="csX0" fmla="*/ 0 w 10183505"/>
                <a:gd name="csY0" fmla="*/ 723900 h 731967"/>
                <a:gd name="csX1" fmla="*/ 716280 w 10183505"/>
                <a:gd name="csY1" fmla="*/ 0 h 731967"/>
                <a:gd name="csX2" fmla="*/ 1440180 w 10183505"/>
                <a:gd name="csY2" fmla="*/ 723900 h 731967"/>
                <a:gd name="csX3" fmla="*/ 2156460 w 10183505"/>
                <a:gd name="csY3" fmla="*/ 7620 h 731967"/>
                <a:gd name="csX4" fmla="*/ 2880360 w 10183505"/>
                <a:gd name="csY4" fmla="*/ 723900 h 731967"/>
                <a:gd name="csX5" fmla="*/ 3604260 w 10183505"/>
                <a:gd name="csY5" fmla="*/ 0 h 731967"/>
                <a:gd name="csX6" fmla="*/ 4328160 w 10183505"/>
                <a:gd name="csY6" fmla="*/ 723900 h 731967"/>
                <a:gd name="csX7" fmla="*/ 5036820 w 10183505"/>
                <a:gd name="csY7" fmla="*/ 0 h 731967"/>
                <a:gd name="csX8" fmla="*/ 5753100 w 10183505"/>
                <a:gd name="csY8" fmla="*/ 723900 h 731967"/>
                <a:gd name="csX9" fmla="*/ 6477000 w 10183505"/>
                <a:gd name="csY9" fmla="*/ 0 h 731967"/>
                <a:gd name="csX10" fmla="*/ 7193280 w 10183505"/>
                <a:gd name="csY10" fmla="*/ 723900 h 731967"/>
                <a:gd name="csX11" fmla="*/ 7917180 w 10183505"/>
                <a:gd name="csY11" fmla="*/ 7620 h 731967"/>
                <a:gd name="csX12" fmla="*/ 8633460 w 10183505"/>
                <a:gd name="csY12" fmla="*/ 723900 h 731967"/>
                <a:gd name="csX13" fmla="*/ 9357360 w 10183505"/>
                <a:gd name="csY13" fmla="*/ 7620 h 731967"/>
                <a:gd name="csX14" fmla="*/ 10081260 w 10183505"/>
                <a:gd name="csY14" fmla="*/ 731520 h 731967"/>
                <a:gd name="csX15" fmla="*/ 10094595 w 10183505"/>
                <a:gd name="csY15" fmla="*/ 576262 h 731967"/>
                <a:gd name="csX0" fmla="*/ 0 w 10176069"/>
                <a:gd name="csY0" fmla="*/ 723900 h 731979"/>
                <a:gd name="csX1" fmla="*/ 716280 w 10176069"/>
                <a:gd name="csY1" fmla="*/ 0 h 731979"/>
                <a:gd name="csX2" fmla="*/ 1440180 w 10176069"/>
                <a:gd name="csY2" fmla="*/ 723900 h 731979"/>
                <a:gd name="csX3" fmla="*/ 2156460 w 10176069"/>
                <a:gd name="csY3" fmla="*/ 7620 h 731979"/>
                <a:gd name="csX4" fmla="*/ 2880360 w 10176069"/>
                <a:gd name="csY4" fmla="*/ 723900 h 731979"/>
                <a:gd name="csX5" fmla="*/ 3604260 w 10176069"/>
                <a:gd name="csY5" fmla="*/ 0 h 731979"/>
                <a:gd name="csX6" fmla="*/ 4328160 w 10176069"/>
                <a:gd name="csY6" fmla="*/ 723900 h 731979"/>
                <a:gd name="csX7" fmla="*/ 5036820 w 10176069"/>
                <a:gd name="csY7" fmla="*/ 0 h 731979"/>
                <a:gd name="csX8" fmla="*/ 5753100 w 10176069"/>
                <a:gd name="csY8" fmla="*/ 723900 h 731979"/>
                <a:gd name="csX9" fmla="*/ 6477000 w 10176069"/>
                <a:gd name="csY9" fmla="*/ 0 h 731979"/>
                <a:gd name="csX10" fmla="*/ 7193280 w 10176069"/>
                <a:gd name="csY10" fmla="*/ 723900 h 731979"/>
                <a:gd name="csX11" fmla="*/ 7917180 w 10176069"/>
                <a:gd name="csY11" fmla="*/ 7620 h 731979"/>
                <a:gd name="csX12" fmla="*/ 8633460 w 10176069"/>
                <a:gd name="csY12" fmla="*/ 723900 h 731979"/>
                <a:gd name="csX13" fmla="*/ 9357360 w 10176069"/>
                <a:gd name="csY13" fmla="*/ 7620 h 731979"/>
                <a:gd name="csX14" fmla="*/ 10081260 w 10176069"/>
                <a:gd name="csY14" fmla="*/ 731520 h 731979"/>
                <a:gd name="csX15" fmla="*/ 10066020 w 10176069"/>
                <a:gd name="csY15" fmla="*/ 581024 h 731979"/>
                <a:gd name="csX0" fmla="*/ 0 w 10081260"/>
                <a:gd name="csY0" fmla="*/ 723900 h 731520"/>
                <a:gd name="csX1" fmla="*/ 716280 w 10081260"/>
                <a:gd name="csY1" fmla="*/ 0 h 731520"/>
                <a:gd name="csX2" fmla="*/ 1440180 w 10081260"/>
                <a:gd name="csY2" fmla="*/ 723900 h 731520"/>
                <a:gd name="csX3" fmla="*/ 2156460 w 10081260"/>
                <a:gd name="csY3" fmla="*/ 7620 h 731520"/>
                <a:gd name="csX4" fmla="*/ 2880360 w 10081260"/>
                <a:gd name="csY4" fmla="*/ 723900 h 731520"/>
                <a:gd name="csX5" fmla="*/ 3604260 w 10081260"/>
                <a:gd name="csY5" fmla="*/ 0 h 731520"/>
                <a:gd name="csX6" fmla="*/ 4328160 w 10081260"/>
                <a:gd name="csY6" fmla="*/ 723900 h 731520"/>
                <a:gd name="csX7" fmla="*/ 5036820 w 10081260"/>
                <a:gd name="csY7" fmla="*/ 0 h 731520"/>
                <a:gd name="csX8" fmla="*/ 5753100 w 10081260"/>
                <a:gd name="csY8" fmla="*/ 723900 h 731520"/>
                <a:gd name="csX9" fmla="*/ 6477000 w 10081260"/>
                <a:gd name="csY9" fmla="*/ 0 h 731520"/>
                <a:gd name="csX10" fmla="*/ 7193280 w 10081260"/>
                <a:gd name="csY10" fmla="*/ 723900 h 731520"/>
                <a:gd name="csX11" fmla="*/ 7917180 w 10081260"/>
                <a:gd name="csY11" fmla="*/ 7620 h 731520"/>
                <a:gd name="csX12" fmla="*/ 8633460 w 10081260"/>
                <a:gd name="csY12" fmla="*/ 723900 h 731520"/>
                <a:gd name="csX13" fmla="*/ 9357360 w 10081260"/>
                <a:gd name="csY13" fmla="*/ 7620 h 731520"/>
                <a:gd name="csX14" fmla="*/ 10081260 w 10081260"/>
                <a:gd name="csY14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64980" h="731520">
                  <a:moveTo>
                    <a:pt x="0" y="0"/>
                  </a:moveTo>
                  <a:cubicBezTo>
                    <a:pt x="240030" y="0"/>
                    <a:pt x="483870" y="722630"/>
                    <a:pt x="723900" y="723900"/>
                  </a:cubicBezTo>
                  <a:cubicBezTo>
                    <a:pt x="963930" y="725170"/>
                    <a:pt x="1200150" y="7620"/>
                    <a:pt x="1440180" y="7620"/>
                  </a:cubicBezTo>
                  <a:cubicBezTo>
                    <a:pt x="1680210" y="7620"/>
                    <a:pt x="1922780" y="725170"/>
                    <a:pt x="2164080" y="723900"/>
                  </a:cubicBezTo>
                  <a:cubicBezTo>
                    <a:pt x="2405380" y="722630"/>
                    <a:pt x="2646680" y="0"/>
                    <a:pt x="2887980" y="0"/>
                  </a:cubicBezTo>
                  <a:cubicBezTo>
                    <a:pt x="3129280" y="0"/>
                    <a:pt x="3373120" y="723900"/>
                    <a:pt x="3611880" y="723900"/>
                  </a:cubicBezTo>
                  <a:cubicBezTo>
                    <a:pt x="3850640" y="723900"/>
                    <a:pt x="4083050" y="0"/>
                    <a:pt x="4320540" y="0"/>
                  </a:cubicBezTo>
                  <a:cubicBezTo>
                    <a:pt x="4558030" y="0"/>
                    <a:pt x="4796790" y="723900"/>
                    <a:pt x="5036820" y="723900"/>
                  </a:cubicBezTo>
                  <a:cubicBezTo>
                    <a:pt x="5276850" y="723900"/>
                    <a:pt x="5520690" y="0"/>
                    <a:pt x="5760720" y="0"/>
                  </a:cubicBezTo>
                  <a:cubicBezTo>
                    <a:pt x="6000750" y="0"/>
                    <a:pt x="6236970" y="722630"/>
                    <a:pt x="6477000" y="723900"/>
                  </a:cubicBezTo>
                  <a:cubicBezTo>
                    <a:pt x="6717030" y="725170"/>
                    <a:pt x="6960870" y="7620"/>
                    <a:pt x="7200900" y="7620"/>
                  </a:cubicBezTo>
                  <a:cubicBezTo>
                    <a:pt x="7440930" y="7620"/>
                    <a:pt x="7677150" y="723900"/>
                    <a:pt x="7917180" y="723900"/>
                  </a:cubicBezTo>
                  <a:cubicBezTo>
                    <a:pt x="8157210" y="723900"/>
                    <a:pt x="8399780" y="6350"/>
                    <a:pt x="8641080" y="7620"/>
                  </a:cubicBezTo>
                  <a:cubicBezTo>
                    <a:pt x="8882380" y="8890"/>
                    <a:pt x="9144000" y="721360"/>
                    <a:pt x="9364980" y="731520"/>
                  </a:cubicBezTo>
                </a:path>
              </a:pathLst>
            </a:custGeom>
            <a:noFill/>
            <a:ln w="57150">
              <a:solidFill>
                <a:schemeClr val="accent1">
                  <a:shade val="15000"/>
                </a:schemeClr>
              </a:solidFill>
            </a:ln>
            <a:effectLst>
              <a:outerShdw dist="165100" dir="5400000" algn="t" rotWithShape="0">
                <a:schemeClr val="tx2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B0728FD0-F9A2-C615-BC78-53E6E74C1830}"/>
                </a:ext>
              </a:extLst>
            </p:cNvPr>
            <p:cNvSpPr/>
            <p:nvPr/>
          </p:nvSpPr>
          <p:spPr>
            <a:xfrm>
              <a:off x="6196316" y="-3651"/>
              <a:ext cx="1550884" cy="410185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</a:rPr>
                <a:t>エネミーデータ確認</a:t>
              </a: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6A22A474-FEF6-5A9A-C681-9FD04FD62E0B}"/>
                </a:ext>
              </a:extLst>
            </p:cNvPr>
            <p:cNvCxnSpPr>
              <a:stCxn id="17" idx="2"/>
            </p:cNvCxnSpPr>
            <p:nvPr/>
          </p:nvCxnSpPr>
          <p:spPr>
            <a:xfrm flipH="1">
              <a:off x="6970648" y="406534"/>
              <a:ext cx="1109" cy="22238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AB42D721-9A0D-3A5E-0BF9-6988C5A00B80}"/>
                </a:ext>
              </a:extLst>
            </p:cNvPr>
            <p:cNvSpPr/>
            <p:nvPr/>
          </p:nvSpPr>
          <p:spPr>
            <a:xfrm>
              <a:off x="2071559" y="664344"/>
              <a:ext cx="6856600" cy="3881538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F3FA7953-3F5D-C708-D2E4-7F117B7CFD7E}"/>
                </a:ext>
              </a:extLst>
            </p:cNvPr>
            <p:cNvSpPr/>
            <p:nvPr/>
          </p:nvSpPr>
          <p:spPr>
            <a:xfrm>
              <a:off x="2071559" y="5094937"/>
              <a:ext cx="6856600" cy="163829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99C22D0D-0913-1141-2829-B500BC4A5F3D}"/>
                </a:ext>
              </a:extLst>
            </p:cNvPr>
            <p:cNvSpPr/>
            <p:nvPr/>
          </p:nvSpPr>
          <p:spPr>
            <a:xfrm>
              <a:off x="6866286" y="6843541"/>
              <a:ext cx="2028211" cy="35832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0616A217-9B1C-3EF0-8EB0-4DF5F55BFFA5}"/>
                </a:ext>
              </a:extLst>
            </p:cNvPr>
            <p:cNvCxnSpPr/>
            <p:nvPr/>
          </p:nvCxnSpPr>
          <p:spPr>
            <a:xfrm>
              <a:off x="6228618" y="7033417"/>
              <a:ext cx="61172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E0742568-52ED-4379-57E0-EFC4BC442A7C}"/>
                </a:ext>
              </a:extLst>
            </p:cNvPr>
            <p:cNvSpPr/>
            <p:nvPr/>
          </p:nvSpPr>
          <p:spPr>
            <a:xfrm>
              <a:off x="4963886" y="6825951"/>
              <a:ext cx="1601690" cy="410185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データファイル出力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E97D2A33-2DE1-FA87-5A7B-C325A7112717}"/>
                </a:ext>
              </a:extLst>
            </p:cNvPr>
            <p:cNvSpPr/>
            <p:nvPr/>
          </p:nvSpPr>
          <p:spPr>
            <a:xfrm>
              <a:off x="2387408" y="4459044"/>
              <a:ext cx="1386306" cy="410185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ja-JP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CCFOLIA</a:t>
              </a:r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出力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9BA2FC64-D57A-300A-2055-5AF913981A22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 flipH="1">
              <a:off x="3079452" y="4869229"/>
              <a:ext cx="1109" cy="22238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994474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9AF76-5847-2AB2-C9F4-E27C74032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CB893D8F-A4D9-B29B-4C3B-8B8F539C4A31}"/>
              </a:ext>
            </a:extLst>
          </p:cNvPr>
          <p:cNvGrpSpPr/>
          <p:nvPr/>
        </p:nvGrpSpPr>
        <p:grpSpPr>
          <a:xfrm>
            <a:off x="1063118" y="1748622"/>
            <a:ext cx="7223341" cy="3360755"/>
            <a:chOff x="1900027" y="4151432"/>
            <a:chExt cx="7223341" cy="3360755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594DA5AF-650D-BC84-F88A-86C148F19EF9}"/>
                </a:ext>
              </a:extLst>
            </p:cNvPr>
            <p:cNvSpPr/>
            <p:nvPr/>
          </p:nvSpPr>
          <p:spPr>
            <a:xfrm>
              <a:off x="1900027" y="4151432"/>
              <a:ext cx="7223341" cy="3360755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88691271-80CF-58CB-CB5F-494CBEC8D2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81" t="43031" r="21613" b="4876"/>
            <a:stretch>
              <a:fillRect/>
            </a:stretch>
          </p:blipFill>
          <p:spPr>
            <a:xfrm>
              <a:off x="1949277" y="4215539"/>
              <a:ext cx="7124839" cy="3212354"/>
            </a:xfrm>
            <a:prstGeom prst="rect">
              <a:avLst/>
            </a:prstGeom>
          </p:spPr>
        </p:pic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50EDCA90-88F8-84B7-223C-8B25476253D5}"/>
                </a:ext>
              </a:extLst>
            </p:cNvPr>
            <p:cNvSpPr/>
            <p:nvPr/>
          </p:nvSpPr>
          <p:spPr>
            <a:xfrm>
              <a:off x="2071559" y="5094937"/>
              <a:ext cx="6856600" cy="163829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335FEA3F-407D-8D4C-C650-F724D269001F}"/>
                </a:ext>
              </a:extLst>
            </p:cNvPr>
            <p:cNvSpPr/>
            <p:nvPr/>
          </p:nvSpPr>
          <p:spPr>
            <a:xfrm>
              <a:off x="6866286" y="6843541"/>
              <a:ext cx="2028211" cy="35832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911A2C2C-3AC1-B5A2-BB16-391FC885005D}"/>
                </a:ext>
              </a:extLst>
            </p:cNvPr>
            <p:cNvCxnSpPr/>
            <p:nvPr/>
          </p:nvCxnSpPr>
          <p:spPr>
            <a:xfrm>
              <a:off x="6228618" y="7033417"/>
              <a:ext cx="61172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B8BB001F-5403-EBEA-D4DA-A2584C9EC237}"/>
                </a:ext>
              </a:extLst>
            </p:cNvPr>
            <p:cNvSpPr/>
            <p:nvPr/>
          </p:nvSpPr>
          <p:spPr>
            <a:xfrm>
              <a:off x="4963886" y="6825951"/>
              <a:ext cx="1601690" cy="410185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データファイル出力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E475CA47-58AB-D3A7-1F0A-277B9804BE17}"/>
                </a:ext>
              </a:extLst>
            </p:cNvPr>
            <p:cNvSpPr/>
            <p:nvPr/>
          </p:nvSpPr>
          <p:spPr>
            <a:xfrm>
              <a:off x="2387408" y="4459044"/>
              <a:ext cx="1386306" cy="410185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ja-JP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CCFOLIA</a:t>
              </a:r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出力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C3E2369F-C669-8383-E407-AF853224E584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 flipH="1">
              <a:off x="3079452" y="4869229"/>
              <a:ext cx="1109" cy="22238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769034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F99BC-5D5B-61E2-0059-12FC814A1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75966339-1095-7EC8-F875-21615F5C3F7A}"/>
              </a:ext>
            </a:extLst>
          </p:cNvPr>
          <p:cNvGrpSpPr/>
          <p:nvPr/>
        </p:nvGrpSpPr>
        <p:grpSpPr>
          <a:xfrm>
            <a:off x="2008515" y="3292397"/>
            <a:ext cx="7223341" cy="1803794"/>
            <a:chOff x="1900027" y="5756628"/>
            <a:chExt cx="7223341" cy="1803794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3CA7EE3-D661-9B98-EDA1-DD8487B2D69C}"/>
                </a:ext>
              </a:extLst>
            </p:cNvPr>
            <p:cNvSpPr/>
            <p:nvPr/>
          </p:nvSpPr>
          <p:spPr>
            <a:xfrm>
              <a:off x="1900027" y="5756628"/>
              <a:ext cx="7223341" cy="1803794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1738B2E8-5C10-063C-8E2A-B42D76095B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81" t="70238" r="21613" b="4876"/>
            <a:stretch>
              <a:fillRect/>
            </a:stretch>
          </p:blipFill>
          <p:spPr>
            <a:xfrm>
              <a:off x="1949277" y="5893231"/>
              <a:ext cx="7124839" cy="1534662"/>
            </a:xfrm>
            <a:prstGeom prst="rect">
              <a:avLst/>
            </a:prstGeom>
          </p:spPr>
        </p:pic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8A74000-1B0F-2EB5-5A8C-78713FABC101}"/>
                </a:ext>
              </a:extLst>
            </p:cNvPr>
            <p:cNvSpPr/>
            <p:nvPr/>
          </p:nvSpPr>
          <p:spPr>
            <a:xfrm>
              <a:off x="6866286" y="6843541"/>
              <a:ext cx="2028211" cy="35832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251193F5-28B7-1217-E04A-5087410DD8D5}"/>
                </a:ext>
              </a:extLst>
            </p:cNvPr>
            <p:cNvCxnSpPr/>
            <p:nvPr/>
          </p:nvCxnSpPr>
          <p:spPr>
            <a:xfrm>
              <a:off x="6228618" y="7033417"/>
              <a:ext cx="61172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05FE3376-03FA-8721-5717-DF979BEE51A7}"/>
                </a:ext>
              </a:extLst>
            </p:cNvPr>
            <p:cNvSpPr/>
            <p:nvPr/>
          </p:nvSpPr>
          <p:spPr>
            <a:xfrm>
              <a:off x="4963886" y="6825951"/>
              <a:ext cx="1601690" cy="410185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データファイル出力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566152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872C2C5-250A-C120-82D3-BF91F13B47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r="47500" b="25531"/>
          <a:stretch>
            <a:fillRect/>
          </a:stretch>
        </p:blipFill>
        <p:spPr>
          <a:xfrm>
            <a:off x="174172" y="623464"/>
            <a:ext cx="6400799" cy="406174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40D457F4-59B6-647E-19D7-F67F20DD6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237" y="0"/>
            <a:ext cx="56775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768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8897</TotalTime>
  <Words>184</Words>
  <Application>Microsoft Office PowerPoint</Application>
  <PresentationFormat>ワイド画面</PresentationFormat>
  <Paragraphs>66</Paragraphs>
  <Slides>30</Slides>
  <Notes>0</Notes>
  <HiddenSlides>18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30</vt:i4>
      </vt:variant>
    </vt:vector>
  </HeadingPairs>
  <TitlesOfParts>
    <vt:vector size="3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克利 寳迫</dc:creator>
  <cp:lastModifiedBy>克利 寳迫</cp:lastModifiedBy>
  <cp:revision>9</cp:revision>
  <dcterms:created xsi:type="dcterms:W3CDTF">2026-04-25T16:47:26Z</dcterms:created>
  <dcterms:modified xsi:type="dcterms:W3CDTF">2026-05-22T19:02:05Z</dcterms:modified>
</cp:coreProperties>
</file>