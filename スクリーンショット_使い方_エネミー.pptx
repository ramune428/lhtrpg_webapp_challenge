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75" autoAdjust="0"/>
    <p:restoredTop sz="94660"/>
  </p:normalViewPr>
  <p:slideViewPr>
    <p:cSldViewPr snapToGrid="0">
      <p:cViewPr varScale="1">
        <p:scale>
          <a:sx n="48" d="100"/>
          <a:sy n="48" d="100"/>
        </p:scale>
        <p:origin x="4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B7A9C8-CD40-02F2-4AFF-3A4EA0A12B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A6F261D-1DEC-43FD-7EB1-7852B09BB8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4A11490-EDAF-D489-4703-10862AB29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B793624-4AA6-E906-AD7B-464EE1600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20FC20-D43E-B46B-9902-8AA72B61E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87946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711DA8-8C03-66E1-C8FE-AECB7D6A5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DB1C660-831C-B515-1FC7-06F2C1CD2E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111A5B-BF75-D665-A326-32B4DAFE6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632B30-40B3-C401-E487-A44FE6163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4DF3A3-0766-A249-A4F8-BD5FC6A29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8761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C15ABF-6C98-5CCB-B67A-9E17493B6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879ED16-E695-B65E-AC81-959E322640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744A8BD-E994-20CA-F278-658B1AF888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87F3E3-8C16-4428-CBFC-963DADCB7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E9703C-B779-59D7-89A1-DE580E7F7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3212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8559BE-7B68-DB8D-1E0D-5DC010836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935AAB-28D5-B128-4E07-32AAAE627B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D276FC9-A475-6B4D-450E-D63F7919FE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BD294D5-C664-FE30-1C18-DED173BC9B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E9173CF-E195-D564-94AF-E72D2EF94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D20C1AC-558D-E039-E608-10220E4FE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9935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597370-4AF0-8B4A-2ECE-ACDF8640A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EC474D0-5C55-3738-2326-C02D6A593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34921E1-D1C9-F809-52E5-B5C2852EC9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CE4E936-47D6-B13A-A6A1-F3D87EDF14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05CBC00-A892-0C87-F3EA-7EA1802AB1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1456954-95C7-CF4C-249F-1D6895821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5745ACE-A110-8CF7-987E-2F46BDAAF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34DA3AB-8ABA-84A6-20C3-FFB7B25F2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9939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CC4D89-42FC-285D-7279-48320E639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EE68BF2-C450-D8D2-CD4A-0CB75165D5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9DE8A4A-839F-F966-46F7-FA2D21DFE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64701C0-94B1-3A7C-FBAC-63CC777EB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45506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DA886E7-FB69-1FE6-82B0-6A68AC913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0F4AF76-EB4F-7CEA-66A5-EA7B05DE3F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1B5FAF0-B7AD-0024-CF5B-A16E7C103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34538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3B8F38-4C4C-51E7-13B4-5EC0243AF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A765C0-5A1F-5BFE-D0F4-7757627D33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6616C6B-0F2F-0DA6-FE3B-4027630F58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4528518-BD3B-77FD-A17B-CDC37D61A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5947850-1023-71B2-9143-742A8C772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B850C81-2BF6-8552-B6C4-C45EF7849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7142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C10B33-3ACF-37B5-B698-EE95A759F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E933CA3-A199-0523-16B5-4CDA3031D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015C1D8-162F-D436-E28F-C39C04D97A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3AFA11B-E65F-2B23-C08D-F687F1850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F9899F3-DD10-1AF4-200C-BE7417E8A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85BC771-01CC-F28A-7573-FAF235F4D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9389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1BA42B-7E1C-346B-B68D-D6720E6B2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D001F52-37F8-30A8-9376-6E8B631951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F5C3D5B-E934-18B3-0E32-6E1F77D2F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96F7D4-27D0-68C8-9F18-4901F4308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0D67265-F337-264F-CBA9-ED7146B55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2249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BB7EE71-EE08-E0B1-6B79-103BE07C720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4548C2D-FC85-5311-06ED-832987AC7A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1F3E60-25D4-8488-FB22-1B67264AC7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57B6A-6E51-4212-A048-7E8AFB564F0B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E09A52-73A1-2E26-C985-1892978F9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7EE22C1-E7A5-7CA9-8EC1-3127987D1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1140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1EA3995-B799-AC79-D658-A237AB6CE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EF7C7BA-2422-2616-5576-EE328AFB6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F0D7821-0130-BF82-9F38-F14121A5AE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957B6A-6E51-4212-A048-7E8AFB564F0B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557232-4567-7888-7059-21CE6D8C5E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59DA19-5831-EC50-644F-7DC3EEFE71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9CBABE-EB21-42AF-AA0F-DAAF9CD105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57016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343883-3903-F4E8-A819-9BBE80D31E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7782F85-1F1C-CB65-B3C6-632EF0282A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7056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C3C68308-2AD8-3BBF-42D6-41AD34A52D8F}"/>
              </a:ext>
            </a:extLst>
          </p:cNvPr>
          <p:cNvGrpSpPr/>
          <p:nvPr/>
        </p:nvGrpSpPr>
        <p:grpSpPr>
          <a:xfrm>
            <a:off x="-855407" y="-7728154"/>
            <a:ext cx="13303046" cy="19762839"/>
            <a:chOff x="-855407" y="-7728154"/>
            <a:chExt cx="13303046" cy="19762839"/>
          </a:xfrm>
        </p:grpSpPr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9B08CDD2-A161-BA29-8D11-A8682EBA3F9E}"/>
                </a:ext>
              </a:extLst>
            </p:cNvPr>
            <p:cNvSpPr/>
            <p:nvPr/>
          </p:nvSpPr>
          <p:spPr>
            <a:xfrm>
              <a:off x="-855407" y="-7728154"/>
              <a:ext cx="13303046" cy="1976283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CED4BEDD-05BE-86A0-F22C-6B47A4043A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18340" y="4701892"/>
              <a:ext cx="9515475" cy="6715125"/>
            </a:xfrm>
            <a:prstGeom prst="rect">
              <a:avLst/>
            </a:prstGeom>
          </p:spPr>
        </p:pic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D4A899B7-10A4-39E7-8B3D-8F76F07CB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882"/>
            <a:stretch>
              <a:fillRect/>
            </a:stretch>
          </p:blipFill>
          <p:spPr>
            <a:xfrm>
              <a:off x="-515275" y="-1302363"/>
              <a:ext cx="12744000" cy="6651603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2D5681A0-E10C-0EB7-1434-ED2E732051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07198" y="-7149646"/>
              <a:ext cx="11300400" cy="79655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876516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図 18">
            <a:extLst>
              <a:ext uri="{FF2B5EF4-FFF2-40B4-BE49-F238E27FC236}">
                <a16:creationId xmlns:a16="http://schemas.microsoft.com/office/drawing/2014/main" id="{4F45D081-122C-A67B-F3CE-434CFE366D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054" t="3847" r="17591" b="3889"/>
          <a:stretch>
            <a:fillRect/>
          </a:stretch>
        </p:blipFill>
        <p:spPr>
          <a:xfrm>
            <a:off x="2705100" y="28491"/>
            <a:ext cx="5985510" cy="12743826"/>
          </a:xfrm>
          <a:prstGeom prst="rect">
            <a:avLst/>
          </a:prstGeom>
        </p:spPr>
      </p:pic>
      <p:sp>
        <p:nvSpPr>
          <p:cNvPr id="4" name="吹き出し: 2 つ折線 3">
            <a:extLst>
              <a:ext uri="{FF2B5EF4-FFF2-40B4-BE49-F238E27FC236}">
                <a16:creationId xmlns:a16="http://schemas.microsoft.com/office/drawing/2014/main" id="{636896BA-312D-F790-4A51-41E5753A8454}"/>
              </a:ext>
            </a:extLst>
          </p:cNvPr>
          <p:cNvSpPr/>
          <p:nvPr/>
        </p:nvSpPr>
        <p:spPr>
          <a:xfrm>
            <a:off x="5781676" y="1114426"/>
            <a:ext cx="376237" cy="138113"/>
          </a:xfrm>
          <a:prstGeom prst="borderCallout3">
            <a:avLst>
              <a:gd name="adj1" fmla="val 18750"/>
              <a:gd name="adj2" fmla="val -8333"/>
              <a:gd name="adj3" fmla="val 18750"/>
              <a:gd name="adj4" fmla="val -16667"/>
              <a:gd name="adj5" fmla="val 72415"/>
              <a:gd name="adj6" fmla="val -30591"/>
              <a:gd name="adj7" fmla="val 95722"/>
              <a:gd name="adj8" fmla="val -48839"/>
            </a:avLst>
          </a:prstGeom>
          <a:solidFill>
            <a:schemeClr val="bg1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吹き出し: 折線 4">
            <a:extLst>
              <a:ext uri="{FF2B5EF4-FFF2-40B4-BE49-F238E27FC236}">
                <a16:creationId xmlns:a16="http://schemas.microsoft.com/office/drawing/2014/main" id="{384F5B63-967C-501A-AF26-DBDC3F76F828}"/>
              </a:ext>
            </a:extLst>
          </p:cNvPr>
          <p:cNvSpPr/>
          <p:nvPr/>
        </p:nvSpPr>
        <p:spPr>
          <a:xfrm>
            <a:off x="5781675" y="966787"/>
            <a:ext cx="885825" cy="185738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6860"/>
              <a:gd name="adj6" fmla="val -4510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00237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8076</TotalTime>
  <Words>0</Words>
  <Application>Microsoft Office PowerPoint</Application>
  <PresentationFormat>ワイド画面</PresentationFormat>
  <Paragraphs>0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克利 寳迫</dc:creator>
  <cp:lastModifiedBy>克利 寳迫</cp:lastModifiedBy>
  <cp:revision>2</cp:revision>
  <dcterms:created xsi:type="dcterms:W3CDTF">2026-04-25T16:47:26Z</dcterms:created>
  <dcterms:modified xsi:type="dcterms:W3CDTF">2026-05-19T04:46:49Z</dcterms:modified>
</cp:coreProperties>
</file>