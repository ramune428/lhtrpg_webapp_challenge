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58" r:id="rId4"/>
    <p:sldId id="262" r:id="rId5"/>
    <p:sldId id="265" r:id="rId6"/>
    <p:sldId id="263" r:id="rId7"/>
    <p:sldId id="264" r:id="rId8"/>
    <p:sldId id="266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5" autoAdjust="0"/>
    <p:restoredTop sz="94660"/>
  </p:normalViewPr>
  <p:slideViewPr>
    <p:cSldViewPr snapToGrid="0">
      <p:cViewPr>
        <p:scale>
          <a:sx n="50" d="100"/>
          <a:sy n="50" d="100"/>
        </p:scale>
        <p:origin x="2628" y="12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B7A9C8-CD40-02F2-4AFF-3A4EA0A12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A6F261D-1DEC-43FD-7EB1-7852B09BB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A11490-EDAF-D489-4703-10862AB29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793624-4AA6-E906-AD7B-464EE160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20FC20-D43E-B46B-9902-8AA72B61E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8794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11DA8-8C03-66E1-C8FE-AECB7D6A5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DB1C660-831C-B515-1FC7-06F2C1CD2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111A5B-BF75-D665-A326-32B4DAFE6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632B30-40B3-C401-E487-A44FE6163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4DF3A3-0766-A249-A4F8-BD5FC6A29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761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C15ABF-6C98-5CCB-B67A-9E17493B6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879ED16-E695-B65E-AC81-959E32264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44A8BD-E994-20CA-F278-658B1AF88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87F3E3-8C16-4428-CBFC-963DADCB7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E9703C-B779-59D7-89A1-DE580E7F7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321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8559BE-7B68-DB8D-1E0D-5DC010836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935AAB-28D5-B128-4E07-32AAAE627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D276FC9-A475-6B4D-450E-D63F7919FE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BD294D5-C664-FE30-1C18-DED173BC9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9173CF-E195-D564-94AF-E72D2EF94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20C1AC-558D-E039-E608-10220E4FE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9935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597370-4AF0-8B4A-2ECE-ACDF8640A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C474D0-5C55-3738-2326-C02D6A593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34921E1-D1C9-F809-52E5-B5C2852EC9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CE4E936-47D6-B13A-A6A1-F3D87EDF14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05CBC00-A892-0C87-F3EA-7EA1802AB1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1456954-95C7-CF4C-249F-1D6895821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5745ACE-A110-8CF7-987E-2F46BDAA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34DA3AB-8ABA-84A6-20C3-FFB7B25F2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9939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CC4D89-42FC-285D-7279-48320E63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EE68BF2-C450-D8D2-CD4A-0CB75165D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DE8A4A-839F-F966-46F7-FA2D21DFE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64701C0-94B1-3A7C-FBAC-63CC777E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4550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DA886E7-FB69-1FE6-82B0-6A68AC913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0F4AF76-EB4F-7CEA-66A5-EA7B05DE3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B5FAF0-B7AD-0024-CF5B-A16E7C103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345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3B8F38-4C4C-51E7-13B4-5EC0243AF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765C0-5A1F-5BFE-D0F4-7757627D3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616C6B-0F2F-0DA6-FE3B-4027630F58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4528518-BD3B-77FD-A17B-CDC37D61A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947850-1023-71B2-9143-742A8C772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850C81-2BF6-8552-B6C4-C45EF784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7142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C10B33-3ACF-37B5-B698-EE95A759F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933CA3-A199-0523-16B5-4CDA3031D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15C1D8-162F-D436-E28F-C39C04D97A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3AFA11B-E65F-2B23-C08D-F687F1850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F9899F3-DD10-1AF4-200C-BE7417E8A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5BC771-01CC-F28A-7573-FAF235F4D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938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1BA42B-7E1C-346B-B68D-D6720E6B2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D001F52-37F8-30A8-9376-6E8B631951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5C3D5B-E934-18B3-0E32-6E1F77D2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96F7D4-27D0-68C8-9F18-4901F4308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D67265-F337-264F-CBA9-ED7146B55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2249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BB7EE71-EE08-E0B1-6B79-103BE07C72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548C2D-FC85-5311-06ED-832987AC7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1F3E60-25D4-8488-FB22-1B67264AC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E09A52-73A1-2E26-C985-1892978F9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EE22C1-E7A5-7CA9-8EC1-3127987D1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1140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1EA3995-B799-AC79-D658-A237AB6CE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F7C7BA-2422-2616-5576-EE328AFB6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0D7821-0130-BF82-9F38-F14121A5A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57B6A-6E51-4212-A048-7E8AFB564F0B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557232-4567-7888-7059-21CE6D8C5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59DA19-5831-EC50-644F-7DC3EEFE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5701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C3C68308-2AD8-3BBF-42D6-41AD34A52D8F}"/>
              </a:ext>
            </a:extLst>
          </p:cNvPr>
          <p:cNvGrpSpPr/>
          <p:nvPr/>
        </p:nvGrpSpPr>
        <p:grpSpPr>
          <a:xfrm>
            <a:off x="-855407" y="-7728154"/>
            <a:ext cx="13303046" cy="19762839"/>
            <a:chOff x="-855407" y="-7728154"/>
            <a:chExt cx="13303046" cy="19762839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9B08CDD2-A161-BA29-8D11-A8682EBA3F9E}"/>
                </a:ext>
              </a:extLst>
            </p:cNvPr>
            <p:cNvSpPr/>
            <p:nvPr/>
          </p:nvSpPr>
          <p:spPr>
            <a:xfrm>
              <a:off x="-855407" y="-7728154"/>
              <a:ext cx="13303046" cy="1976283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ED4BEDD-05BE-86A0-F22C-6B47A4043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8340" y="4701892"/>
              <a:ext cx="9515475" cy="67151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D4A899B7-10A4-39E7-8B3D-8F76F07CB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882"/>
            <a:stretch>
              <a:fillRect/>
            </a:stretch>
          </p:blipFill>
          <p:spPr>
            <a:xfrm>
              <a:off x="-515275" y="-1302363"/>
              <a:ext cx="12744000" cy="6651603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2D5681A0-E10C-0EB7-1434-ED2E73205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7198" y="-7149646"/>
              <a:ext cx="11300400" cy="79655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87651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4313106B-5620-4C72-B153-1A5F31039641}"/>
              </a:ext>
            </a:extLst>
          </p:cNvPr>
          <p:cNvGrpSpPr/>
          <p:nvPr/>
        </p:nvGrpSpPr>
        <p:grpSpPr>
          <a:xfrm>
            <a:off x="461899" y="-6355586"/>
            <a:ext cx="11268202" cy="19569173"/>
            <a:chOff x="0" y="0"/>
            <a:chExt cx="11475801" cy="19124022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7BAB3D4A-8172-A04B-F527-58319D4ABE0B}"/>
                </a:ext>
              </a:extLst>
            </p:cNvPr>
            <p:cNvGrpSpPr/>
            <p:nvPr/>
          </p:nvGrpSpPr>
          <p:grpSpPr>
            <a:xfrm>
              <a:off x="0" y="0"/>
              <a:ext cx="11475801" cy="19124022"/>
              <a:chOff x="0" y="0"/>
              <a:chExt cx="11236058" cy="18674011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0622D09D-C287-AC17-5FBF-C440DD5BF06B}"/>
                  </a:ext>
                </a:extLst>
              </p:cNvPr>
              <p:cNvSpPr/>
              <p:nvPr/>
            </p:nvSpPr>
            <p:spPr>
              <a:xfrm>
                <a:off x="0" y="0"/>
                <a:ext cx="11236058" cy="18674011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19" name="図 18">
                <a:extLst>
                  <a:ext uri="{FF2B5EF4-FFF2-40B4-BE49-F238E27FC236}">
                    <a16:creationId xmlns:a16="http://schemas.microsoft.com/office/drawing/2014/main" id="{473DDA88-E27C-4A57-F196-D5472179BFA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3511" r="6080"/>
              <a:stretch>
                <a:fillRect/>
              </a:stretch>
            </p:blipFill>
            <p:spPr>
              <a:xfrm>
                <a:off x="1360933" y="11894317"/>
                <a:ext cx="8602795" cy="6715125"/>
              </a:xfrm>
              <a:prstGeom prst="rect">
                <a:avLst/>
              </a:prstGeom>
            </p:spPr>
          </p:pic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45AF5E9B-03D6-4AB1-1676-F897EC1E4B6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15627" r="14777" b="5882"/>
              <a:stretch>
                <a:fillRect/>
              </a:stretch>
            </p:blipFill>
            <p:spPr>
              <a:xfrm>
                <a:off x="1284801" y="5890062"/>
                <a:ext cx="8869255" cy="6651603"/>
              </a:xfrm>
              <a:prstGeom prst="rect">
                <a:avLst/>
              </a:prstGeom>
            </p:spPr>
          </p:pic>
          <p:pic>
            <p:nvPicPr>
              <p:cNvPr id="21" name="図 20">
                <a:extLst>
                  <a:ext uri="{FF2B5EF4-FFF2-40B4-BE49-F238E27FC236}">
                    <a16:creationId xmlns:a16="http://schemas.microsoft.com/office/drawing/2014/main" id="{724E5798-6B4D-8335-294F-FFE337B9910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9123" r="14411"/>
              <a:stretch>
                <a:fillRect/>
              </a:stretch>
            </p:blipFill>
            <p:spPr>
              <a:xfrm>
                <a:off x="1246735" y="42779"/>
                <a:ext cx="8640862" cy="7965543"/>
              </a:xfrm>
              <a:prstGeom prst="rect">
                <a:avLst/>
              </a:prstGeom>
            </p:spPr>
          </p:pic>
        </p:grp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FF1069A-A88D-ECCA-B2D3-D5E5EA42DE82}"/>
                </a:ext>
              </a:extLst>
            </p:cNvPr>
            <p:cNvSpPr/>
            <p:nvPr/>
          </p:nvSpPr>
          <p:spPr>
            <a:xfrm>
              <a:off x="1639995" y="2407636"/>
              <a:ext cx="8272548" cy="38673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0E6D1CA-FE3F-BD19-107E-ECC42C57A33E}"/>
                </a:ext>
              </a:extLst>
            </p:cNvPr>
            <p:cNvSpPr/>
            <p:nvPr/>
          </p:nvSpPr>
          <p:spPr>
            <a:xfrm>
              <a:off x="1647615" y="6431862"/>
              <a:ext cx="8259213" cy="581804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5A06FF8C-BBF1-A37D-99A5-8EC634E1711A}"/>
                </a:ext>
              </a:extLst>
            </p:cNvPr>
            <p:cNvSpPr/>
            <p:nvPr/>
          </p:nvSpPr>
          <p:spPr>
            <a:xfrm>
              <a:off x="1651425" y="12552974"/>
              <a:ext cx="8253498" cy="61394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A8E0F279-70E5-379B-E1F0-D9F94828F9DC}"/>
                </a:ext>
              </a:extLst>
            </p:cNvPr>
            <p:cNvCxnSpPr>
              <a:cxnSpLocks/>
              <a:stCxn id="10" idx="2"/>
              <a:endCxn id="17" idx="3"/>
            </p:cNvCxnSpPr>
            <p:nvPr/>
          </p:nvCxnSpPr>
          <p:spPr>
            <a:xfrm flipH="1">
              <a:off x="10123534" y="1215948"/>
              <a:ext cx="587953" cy="283961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E104C9A3-86A7-D51B-40D9-020CDC9F4FBC}"/>
                </a:ext>
              </a:extLst>
            </p:cNvPr>
            <p:cNvSpPr/>
            <p:nvPr/>
          </p:nvSpPr>
          <p:spPr>
            <a:xfrm>
              <a:off x="10209576" y="787841"/>
              <a:ext cx="1003822" cy="428106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①基本操作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E68340B4-6D24-E1D2-B115-6F171BA29353}"/>
                </a:ext>
              </a:extLst>
            </p:cNvPr>
            <p:cNvSpPr/>
            <p:nvPr/>
          </p:nvSpPr>
          <p:spPr>
            <a:xfrm>
              <a:off x="10191493" y="3783566"/>
              <a:ext cx="1170410" cy="71454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②エネミー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情報入力欄</a:t>
              </a: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02CDDD4D-0B14-0752-6CA5-ED2B32D28DB7}"/>
                </a:ext>
              </a:extLst>
            </p:cNvPr>
            <p:cNvCxnSpPr>
              <a:stCxn id="11" idx="1"/>
              <a:endCxn id="6" idx="3"/>
            </p:cNvCxnSpPr>
            <p:nvPr/>
          </p:nvCxnSpPr>
          <p:spPr>
            <a:xfrm flipH="1">
              <a:off x="9910638" y="4146901"/>
              <a:ext cx="278950" cy="19820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A1F70571-B6B2-13D4-D227-24B29505C168}"/>
                </a:ext>
              </a:extLst>
            </p:cNvPr>
            <p:cNvSpPr/>
            <p:nvPr/>
          </p:nvSpPr>
          <p:spPr>
            <a:xfrm>
              <a:off x="10179543" y="8754923"/>
              <a:ext cx="1129367" cy="700000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③ドロップ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入力欄</a:t>
              </a: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50B8946C-E226-2A43-27FE-92A7329BAA3A}"/>
                </a:ext>
              </a:extLst>
            </p:cNvPr>
            <p:cNvCxnSpPr>
              <a:stCxn id="13" idx="1"/>
              <a:endCxn id="7" idx="3"/>
            </p:cNvCxnSpPr>
            <p:nvPr/>
          </p:nvCxnSpPr>
          <p:spPr>
            <a:xfrm flipH="1">
              <a:off x="9904923" y="9103625"/>
              <a:ext cx="274620" cy="23916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32848968-827C-725D-E743-131CBFBB5A52}"/>
                </a:ext>
              </a:extLst>
            </p:cNvPr>
            <p:cNvSpPr/>
            <p:nvPr/>
          </p:nvSpPr>
          <p:spPr>
            <a:xfrm>
              <a:off x="10179542" y="14961760"/>
              <a:ext cx="1135083" cy="83490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④エネミー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能力値欄</a:t>
              </a: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C83085F6-8CDA-B12B-DEC4-FF49022A0FDF}"/>
                </a:ext>
              </a:extLst>
            </p:cNvPr>
            <p:cNvCxnSpPr>
              <a:stCxn id="15" idx="1"/>
              <a:endCxn id="8" idx="3"/>
            </p:cNvCxnSpPr>
            <p:nvPr/>
          </p:nvCxnSpPr>
          <p:spPr>
            <a:xfrm flipH="1">
              <a:off x="9904923" y="15378262"/>
              <a:ext cx="274619" cy="24669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EC0E0312-1518-D906-CA50-661F906058F2}"/>
                </a:ext>
              </a:extLst>
            </p:cNvPr>
            <p:cNvSpPr/>
            <p:nvPr/>
          </p:nvSpPr>
          <p:spPr>
            <a:xfrm>
              <a:off x="1429003" y="681482"/>
              <a:ext cx="8694531" cy="163685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</p:grpSp>
    </p:spTree>
    <p:extLst>
      <p:ext uri="{BB962C8B-B14F-4D97-AF65-F5344CB8AC3E}">
        <p14:creationId xmlns:p14="http://schemas.microsoft.com/office/powerpoint/2010/main" val="3296933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4F45D081-122C-A67B-F3CE-434CFE366D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054" t="3847" r="17591" b="3889"/>
          <a:stretch>
            <a:fillRect/>
          </a:stretch>
        </p:blipFill>
        <p:spPr>
          <a:xfrm>
            <a:off x="2667000" y="486087"/>
            <a:ext cx="5985510" cy="12743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02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7F64B540-BE8C-0B3F-0C77-B712161BC309}"/>
              </a:ext>
            </a:extLst>
          </p:cNvPr>
          <p:cNvGrpSpPr/>
          <p:nvPr/>
        </p:nvGrpSpPr>
        <p:grpSpPr>
          <a:xfrm>
            <a:off x="456796" y="-6352185"/>
            <a:ext cx="11278408" cy="19562370"/>
            <a:chOff x="0" y="0"/>
            <a:chExt cx="11441694" cy="19024888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4313106B-5620-4C72-B153-1A5F31039641}"/>
                </a:ext>
              </a:extLst>
            </p:cNvPr>
            <p:cNvGrpSpPr/>
            <p:nvPr/>
          </p:nvGrpSpPr>
          <p:grpSpPr>
            <a:xfrm>
              <a:off x="0" y="0"/>
              <a:ext cx="11441694" cy="19024888"/>
              <a:chOff x="0" y="0"/>
              <a:chExt cx="11475801" cy="19124022"/>
            </a:xfrm>
          </p:grpSpPr>
          <p:grpSp>
            <p:nvGrpSpPr>
              <p:cNvPr id="16" name="グループ化 15">
                <a:extLst>
                  <a:ext uri="{FF2B5EF4-FFF2-40B4-BE49-F238E27FC236}">
                    <a16:creationId xmlns:a16="http://schemas.microsoft.com/office/drawing/2014/main" id="{7BAB3D4A-8172-A04B-F527-58319D4ABE0B}"/>
                  </a:ext>
                </a:extLst>
              </p:cNvPr>
              <p:cNvGrpSpPr/>
              <p:nvPr/>
            </p:nvGrpSpPr>
            <p:grpSpPr>
              <a:xfrm>
                <a:off x="0" y="0"/>
                <a:ext cx="11475801" cy="19124022"/>
                <a:chOff x="0" y="0"/>
                <a:chExt cx="11236058" cy="18674011"/>
              </a:xfrm>
            </p:grpSpPr>
            <p:sp>
              <p:nvSpPr>
                <p:cNvPr id="26" name="正方形/長方形 25">
                  <a:extLst>
                    <a:ext uri="{FF2B5EF4-FFF2-40B4-BE49-F238E27FC236}">
                      <a16:creationId xmlns:a16="http://schemas.microsoft.com/office/drawing/2014/main" id="{0622D09D-C287-AC17-5FBF-C440DD5BF06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1236058" cy="18674011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 rtlCol="0" anchor="ctr"/>
                <a:lstStyle>
                  <a:defPPr>
                    <a:defRPr lang="ja-JP"/>
                  </a:defPPr>
                  <a:lvl1pPr marL="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indent="0" algn="l" defTabSz="914400" rtl="0" eaLnBrk="1" latinLnBrk="0" hangingPunct="1">
                    <a:defRPr kumimoji="1" sz="1800" kern="1200">
                      <a:solidFill>
                        <a:schemeClr val="dk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kumimoji="1" lang="ja-JP" altLang="en-US"/>
                </a:p>
              </p:txBody>
            </p:sp>
            <p:pic>
              <p:nvPicPr>
                <p:cNvPr id="27" name="図 26">
                  <a:extLst>
                    <a:ext uri="{FF2B5EF4-FFF2-40B4-BE49-F238E27FC236}">
                      <a16:creationId xmlns:a16="http://schemas.microsoft.com/office/drawing/2014/main" id="{473DDA88-E27C-4A57-F196-D5472179B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3511" r="6080"/>
                <a:stretch>
                  <a:fillRect/>
                </a:stretch>
              </p:blipFill>
              <p:spPr>
                <a:xfrm>
                  <a:off x="1360933" y="11894317"/>
                  <a:ext cx="8602795" cy="6715125"/>
                </a:xfrm>
                <a:prstGeom prst="rect">
                  <a:avLst/>
                </a:prstGeom>
              </p:spPr>
            </p:pic>
            <p:pic>
              <p:nvPicPr>
                <p:cNvPr id="28" name="図 27">
                  <a:extLst>
                    <a:ext uri="{FF2B5EF4-FFF2-40B4-BE49-F238E27FC236}">
                      <a16:creationId xmlns:a16="http://schemas.microsoft.com/office/drawing/2014/main" id="{45AF5E9B-03D6-4AB1-1676-F897EC1E4B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5627" r="14777" b="5882"/>
                <a:stretch>
                  <a:fillRect/>
                </a:stretch>
              </p:blipFill>
              <p:spPr>
                <a:xfrm>
                  <a:off x="1284801" y="5890062"/>
                  <a:ext cx="8869255" cy="6651603"/>
                </a:xfrm>
                <a:prstGeom prst="rect">
                  <a:avLst/>
                </a:prstGeom>
              </p:spPr>
            </p:pic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724E5798-6B4D-8335-294F-FFE337B991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l="9123" r="14411"/>
                <a:stretch>
                  <a:fillRect/>
                </a:stretch>
              </p:blipFill>
              <p:spPr>
                <a:xfrm>
                  <a:off x="1246735" y="42779"/>
                  <a:ext cx="8640862" cy="7965543"/>
                </a:xfrm>
                <a:prstGeom prst="rect">
                  <a:avLst/>
                </a:prstGeom>
              </p:spPr>
            </p:pic>
          </p:grp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1FF1069A-A88D-ECCA-B2D3-D5E5EA42DE82}"/>
                  </a:ext>
                </a:extLst>
              </p:cNvPr>
              <p:cNvSpPr/>
              <p:nvPr/>
            </p:nvSpPr>
            <p:spPr>
              <a:xfrm>
                <a:off x="1639995" y="2407636"/>
                <a:ext cx="8272548" cy="386732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E0E6D1CA-FE3F-BD19-107E-ECC42C57A33E}"/>
                  </a:ext>
                </a:extLst>
              </p:cNvPr>
              <p:cNvSpPr/>
              <p:nvPr/>
            </p:nvSpPr>
            <p:spPr>
              <a:xfrm>
                <a:off x="1647615" y="6431862"/>
                <a:ext cx="8259213" cy="5818043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5A06FF8C-BBF1-A37D-99A5-8EC634E1711A}"/>
                  </a:ext>
                </a:extLst>
              </p:cNvPr>
              <p:cNvSpPr/>
              <p:nvPr/>
            </p:nvSpPr>
            <p:spPr>
              <a:xfrm>
                <a:off x="1651425" y="12552974"/>
                <a:ext cx="8253498" cy="61394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a16:creationId xmlns:a16="http://schemas.microsoft.com/office/drawing/2014/main" id="{E68340B4-6D24-E1D2-B115-6F171BA29353}"/>
                  </a:ext>
                </a:extLst>
              </p:cNvPr>
              <p:cNvSpPr/>
              <p:nvPr/>
            </p:nvSpPr>
            <p:spPr>
              <a:xfrm>
                <a:off x="10191493" y="3783566"/>
                <a:ext cx="1170410" cy="714548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④エネミー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情報入力欄</a:t>
                </a:r>
              </a:p>
            </p:txBody>
          </p:sp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id="{02CDDD4D-0B14-0752-6CA5-ED2B32D28DB7}"/>
                  </a:ext>
                </a:extLst>
              </p:cNvPr>
              <p:cNvCxnSpPr>
                <a:stCxn id="20" idx="1"/>
                <a:endCxn id="17" idx="3"/>
              </p:cNvCxnSpPr>
              <p:nvPr/>
            </p:nvCxnSpPr>
            <p:spPr>
              <a:xfrm flipH="1">
                <a:off x="9910638" y="4146901"/>
                <a:ext cx="278950" cy="198207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正方形/長方形 21">
                <a:extLst>
                  <a:ext uri="{FF2B5EF4-FFF2-40B4-BE49-F238E27FC236}">
                    <a16:creationId xmlns:a16="http://schemas.microsoft.com/office/drawing/2014/main" id="{A1F70571-B6B2-13D4-D227-24B29505C168}"/>
                  </a:ext>
                </a:extLst>
              </p:cNvPr>
              <p:cNvSpPr/>
              <p:nvPr/>
            </p:nvSpPr>
            <p:spPr>
              <a:xfrm>
                <a:off x="10179543" y="8754923"/>
                <a:ext cx="1129367" cy="700000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⑤ドロップ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入力欄</a:t>
                </a:r>
              </a:p>
            </p:txBody>
          </p:sp>
          <p:cxnSp>
            <p:nvCxnSpPr>
              <p:cNvPr id="23" name="直線矢印コネクタ 22">
                <a:extLst>
                  <a:ext uri="{FF2B5EF4-FFF2-40B4-BE49-F238E27FC236}">
                    <a16:creationId xmlns:a16="http://schemas.microsoft.com/office/drawing/2014/main" id="{50B8946C-E226-2A43-27FE-92A7329BAA3A}"/>
                  </a:ext>
                </a:extLst>
              </p:cNvPr>
              <p:cNvCxnSpPr>
                <a:stCxn id="22" idx="1"/>
                <a:endCxn id="18" idx="3"/>
              </p:cNvCxnSpPr>
              <p:nvPr/>
            </p:nvCxnSpPr>
            <p:spPr>
              <a:xfrm flipH="1">
                <a:off x="9904923" y="9103625"/>
                <a:ext cx="274620" cy="23916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32848968-827C-725D-E743-131CBFBB5A52}"/>
                  </a:ext>
                </a:extLst>
              </p:cNvPr>
              <p:cNvSpPr/>
              <p:nvPr/>
            </p:nvSpPr>
            <p:spPr>
              <a:xfrm>
                <a:off x="10179542" y="14961760"/>
                <a:ext cx="1135083" cy="834908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⑥エネミー</a:t>
                </a:r>
                <a:endParaRPr kumimoji="1" lang="en-US" altLang="ja-JP" sz="1200" b="1">
                  <a:solidFill>
                    <a:srgbClr val="FF0000"/>
                  </a:solidFill>
                </a:endParaRPr>
              </a:p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　能力値欄</a:t>
                </a:r>
              </a:p>
            </p:txBody>
          </p:sp>
          <p:cxnSp>
            <p:nvCxnSpPr>
              <p:cNvPr id="25" name="直線矢印コネクタ 24">
                <a:extLst>
                  <a:ext uri="{FF2B5EF4-FFF2-40B4-BE49-F238E27FC236}">
                    <a16:creationId xmlns:a16="http://schemas.microsoft.com/office/drawing/2014/main" id="{C83085F6-8CDA-B12B-DEC4-FF49022A0FDF}"/>
                  </a:ext>
                </a:extLst>
              </p:cNvPr>
              <p:cNvCxnSpPr>
                <a:stCxn id="24" idx="1"/>
                <a:endCxn id="19" idx="3"/>
              </p:cNvCxnSpPr>
              <p:nvPr/>
            </p:nvCxnSpPr>
            <p:spPr>
              <a:xfrm flipH="1">
                <a:off x="9904923" y="15378262"/>
                <a:ext cx="274619" cy="246697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B1F3D28A-2366-4058-B8C0-9AF10E9EAFFF}"/>
                </a:ext>
              </a:extLst>
            </p:cNvPr>
            <p:cNvGrpSpPr/>
            <p:nvPr/>
          </p:nvGrpSpPr>
          <p:grpSpPr>
            <a:xfrm>
              <a:off x="1467101" y="691343"/>
              <a:ext cx="8550990" cy="1602982"/>
              <a:chOff x="1467101" y="691344"/>
              <a:chExt cx="8885958" cy="1362085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A1854A21-90D8-7B80-E985-12453F5DE690}"/>
                  </a:ext>
                </a:extLst>
              </p:cNvPr>
              <p:cNvSpPr/>
              <p:nvPr/>
            </p:nvSpPr>
            <p:spPr>
              <a:xfrm>
                <a:off x="1467101" y="759258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ED802243-87DD-6226-8472-F7A2537619C7}"/>
                  </a:ext>
                </a:extLst>
              </p:cNvPr>
              <p:cNvSpPr/>
              <p:nvPr/>
            </p:nvSpPr>
            <p:spPr>
              <a:xfrm>
                <a:off x="1683233" y="1665848"/>
                <a:ext cx="1301288" cy="36452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2E8FFF4E-F31F-5793-E540-4AFFB749927D}"/>
                  </a:ext>
                </a:extLst>
              </p:cNvPr>
              <p:cNvSpPr/>
              <p:nvPr/>
            </p:nvSpPr>
            <p:spPr>
              <a:xfrm>
                <a:off x="9023354" y="720740"/>
                <a:ext cx="1329705" cy="3466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94E4CC36-680F-CB3C-2850-AFE93141BF78}"/>
                  </a:ext>
                </a:extLst>
              </p:cNvPr>
              <p:cNvCxnSpPr>
                <a:stCxn id="11" idx="1"/>
                <a:endCxn id="7" idx="3"/>
              </p:cNvCxnSpPr>
              <p:nvPr/>
            </p:nvCxnSpPr>
            <p:spPr>
              <a:xfrm flipH="1">
                <a:off x="4045787" y="935595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F3CF621C-5E25-3F99-A481-0B0B64736FB2}"/>
                  </a:ext>
                </a:extLst>
              </p:cNvPr>
              <p:cNvSpPr/>
              <p:nvPr/>
            </p:nvSpPr>
            <p:spPr>
              <a:xfrm>
                <a:off x="4670608" y="721542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AA0463E3-3F5C-394A-9326-56603CC5E8C2}"/>
                  </a:ext>
                </a:extLst>
              </p:cNvPr>
              <p:cNvSpPr/>
              <p:nvPr/>
            </p:nvSpPr>
            <p:spPr>
              <a:xfrm>
                <a:off x="3322224" y="1632944"/>
                <a:ext cx="215762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②入力ファイルの読み込み</a:t>
                </a:r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2472F7D2-2107-3228-25FE-1A2F85169989}"/>
                  </a:ext>
                </a:extLst>
              </p:cNvPr>
              <p:cNvCxnSpPr>
                <a:stCxn id="12" idx="1"/>
                <a:endCxn id="8" idx="3"/>
              </p:cNvCxnSpPr>
              <p:nvPr/>
            </p:nvCxnSpPr>
            <p:spPr>
              <a:xfrm flipH="1">
                <a:off x="2984521" y="1843187"/>
                <a:ext cx="337703" cy="492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26F9E13D-A368-6634-3CA4-62E95FC0D867}"/>
                  </a:ext>
                </a:extLst>
              </p:cNvPr>
              <p:cNvSpPr/>
              <p:nvPr/>
            </p:nvSpPr>
            <p:spPr>
              <a:xfrm>
                <a:off x="6941340" y="691344"/>
                <a:ext cx="1640080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③入力内容をクリア</a:t>
                </a:r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B7DA71E8-81AA-3491-4CD7-E16D27753BA2}"/>
                  </a:ext>
                </a:extLst>
              </p:cNvPr>
              <p:cNvCxnSpPr>
                <a:stCxn id="14" idx="3"/>
                <a:endCxn id="9" idx="1"/>
              </p:cNvCxnSpPr>
              <p:nvPr/>
            </p:nvCxnSpPr>
            <p:spPr>
              <a:xfrm>
                <a:off x="8581420" y="891716"/>
                <a:ext cx="441934" cy="235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49499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D166-DF8A-EAC8-4C75-A464748EB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64796E84-DD6A-24FE-6399-7D7B78DF7910}"/>
              </a:ext>
            </a:extLst>
          </p:cNvPr>
          <p:cNvGrpSpPr/>
          <p:nvPr/>
        </p:nvGrpSpPr>
        <p:grpSpPr>
          <a:xfrm>
            <a:off x="891885" y="1423278"/>
            <a:ext cx="11441695" cy="3502478"/>
            <a:chOff x="0" y="661308"/>
            <a:chExt cx="11322632" cy="3463257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E2B860D3-5596-4659-4CA7-BB4F4CC66BB5}"/>
                </a:ext>
              </a:extLst>
            </p:cNvPr>
            <p:cNvGrpSpPr/>
            <p:nvPr/>
          </p:nvGrpSpPr>
          <p:grpSpPr>
            <a:xfrm>
              <a:off x="0" y="661308"/>
              <a:ext cx="11322632" cy="3463257"/>
              <a:chOff x="0" y="661308"/>
              <a:chExt cx="11236058" cy="3428276"/>
            </a:xfrm>
          </p:grpSpPr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45F88021-E903-5F7D-1CDE-B5AD4A8A7900}"/>
                  </a:ext>
                </a:extLst>
              </p:cNvPr>
              <p:cNvSpPr/>
              <p:nvPr/>
            </p:nvSpPr>
            <p:spPr>
              <a:xfrm>
                <a:off x="0" y="661308"/>
                <a:ext cx="11236058" cy="3428276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E3E3388C-D99D-72D2-79CA-4B6F9F1449D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9123" r="14411" b="65718"/>
              <a:stretch>
                <a:fillRect/>
              </a:stretch>
            </p:blipFill>
            <p:spPr>
              <a:xfrm>
                <a:off x="1246735" y="704087"/>
                <a:ext cx="8640862" cy="2730754"/>
              </a:xfrm>
              <a:prstGeom prst="rect">
                <a:avLst/>
              </a:prstGeom>
            </p:spPr>
          </p:pic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39A35922-D925-E01D-2D97-2553CAD4C0BF}"/>
                </a:ext>
              </a:extLst>
            </p:cNvPr>
            <p:cNvGrpSpPr/>
            <p:nvPr/>
          </p:nvGrpSpPr>
          <p:grpSpPr>
            <a:xfrm>
              <a:off x="1451834" y="1344915"/>
              <a:ext cx="8462009" cy="1585033"/>
              <a:chOff x="1451834" y="1344915"/>
              <a:chExt cx="8885958" cy="1362085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403654BE-CC03-BA01-F7DE-212845F10F81}"/>
                  </a:ext>
                </a:extLst>
              </p:cNvPr>
              <p:cNvSpPr/>
              <p:nvPr/>
            </p:nvSpPr>
            <p:spPr>
              <a:xfrm>
                <a:off x="1451834" y="1412829"/>
                <a:ext cx="2578686" cy="35725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9DCAF8EA-B50A-FAED-87AE-31E6A054FB59}"/>
                  </a:ext>
                </a:extLst>
              </p:cNvPr>
              <p:cNvSpPr/>
              <p:nvPr/>
            </p:nvSpPr>
            <p:spPr>
              <a:xfrm>
                <a:off x="1667966" y="2319419"/>
                <a:ext cx="1301288" cy="364529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8667634C-E793-C5B6-1A29-CFB15874789A}"/>
                  </a:ext>
                </a:extLst>
              </p:cNvPr>
              <p:cNvSpPr/>
              <p:nvPr/>
            </p:nvSpPr>
            <p:spPr>
              <a:xfrm>
                <a:off x="9008087" y="1374311"/>
                <a:ext cx="1329705" cy="346668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t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endParaRPr kumimoji="1" lang="ja-JP" altLang="en-US" sz="1100"/>
              </a:p>
            </p:txBody>
          </p:sp>
          <p:cxnSp>
            <p:nvCxnSpPr>
              <p:cNvPr id="13" name="直線矢印コネクタ 12">
                <a:extLst>
                  <a:ext uri="{FF2B5EF4-FFF2-40B4-BE49-F238E27FC236}">
                    <a16:creationId xmlns:a16="http://schemas.microsoft.com/office/drawing/2014/main" id="{F8BF77E2-5D8B-B307-7534-3E1C0E265653}"/>
                  </a:ext>
                </a:extLst>
              </p:cNvPr>
              <p:cNvCxnSpPr>
                <a:stCxn id="14" idx="1"/>
                <a:endCxn id="10" idx="3"/>
              </p:cNvCxnSpPr>
              <p:nvPr/>
            </p:nvCxnSpPr>
            <p:spPr>
              <a:xfrm flipH="1">
                <a:off x="4030520" y="1589166"/>
                <a:ext cx="624821" cy="229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9E718FB3-B9ED-7C99-376F-6AD5B33ED941}"/>
                  </a:ext>
                </a:extLst>
              </p:cNvPr>
              <p:cNvSpPr/>
              <p:nvPr/>
            </p:nvSpPr>
            <p:spPr>
              <a:xfrm>
                <a:off x="4655341" y="1375113"/>
                <a:ext cx="1508759" cy="428106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①タブの切り替え</a:t>
                </a: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8CB59C3C-250B-F0F7-99E7-33F14F34D287}"/>
                  </a:ext>
                </a:extLst>
              </p:cNvPr>
              <p:cNvSpPr/>
              <p:nvPr/>
            </p:nvSpPr>
            <p:spPr>
              <a:xfrm>
                <a:off x="3306957" y="2286515"/>
                <a:ext cx="2157623" cy="420485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②入力ファイルの読み込み</a:t>
                </a:r>
              </a:p>
            </p:txBody>
          </p:sp>
          <p:cxnSp>
            <p:nvCxnSpPr>
              <p:cNvPr id="16" name="直線矢印コネクタ 15">
                <a:extLst>
                  <a:ext uri="{FF2B5EF4-FFF2-40B4-BE49-F238E27FC236}">
                    <a16:creationId xmlns:a16="http://schemas.microsoft.com/office/drawing/2014/main" id="{6B23FC7A-9023-256E-98E6-976A8F40800D}"/>
                  </a:ext>
                </a:extLst>
              </p:cNvPr>
              <p:cNvCxnSpPr>
                <a:stCxn id="15" idx="1"/>
                <a:endCxn id="11" idx="3"/>
              </p:cNvCxnSpPr>
              <p:nvPr/>
            </p:nvCxnSpPr>
            <p:spPr>
              <a:xfrm flipH="1">
                <a:off x="2969254" y="2496758"/>
                <a:ext cx="337703" cy="492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DA7B2137-9475-4AF0-80AE-507F40708728}"/>
                  </a:ext>
                </a:extLst>
              </p:cNvPr>
              <p:cNvSpPr/>
              <p:nvPr/>
            </p:nvSpPr>
            <p:spPr>
              <a:xfrm>
                <a:off x="6926073" y="1344915"/>
                <a:ext cx="1640080" cy="400743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lvl1pPr marL="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kumimoji="1" lang="ja-JP" altLang="en-US" sz="1200" b="1">
                    <a:solidFill>
                      <a:srgbClr val="FF0000"/>
                    </a:solidFill>
                  </a:rPr>
                  <a:t>③入力内容をクリア</a:t>
                </a:r>
              </a:p>
            </p:txBody>
          </p:sp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13C550A2-2E01-5905-F9C1-A4E5015DE494}"/>
                  </a:ext>
                </a:extLst>
              </p:cNvPr>
              <p:cNvCxnSpPr>
                <a:stCxn id="17" idx="3"/>
                <a:endCxn id="12" idx="1"/>
              </p:cNvCxnSpPr>
              <p:nvPr/>
            </p:nvCxnSpPr>
            <p:spPr>
              <a:xfrm>
                <a:off x="8566153" y="1545287"/>
                <a:ext cx="441934" cy="235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38528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E229200-2AD2-BD8E-1054-B47E1C8A1EE1}"/>
              </a:ext>
            </a:extLst>
          </p:cNvPr>
          <p:cNvGrpSpPr/>
          <p:nvPr/>
        </p:nvGrpSpPr>
        <p:grpSpPr>
          <a:xfrm>
            <a:off x="-141578" y="1371570"/>
            <a:ext cx="11436931" cy="4626427"/>
            <a:chOff x="12187237" y="0"/>
            <a:chExt cx="11475801" cy="4655945"/>
          </a:xfrm>
        </p:grpSpPr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9ECF3CB1-ED0C-B0ED-6A59-C4776D570463}"/>
                </a:ext>
              </a:extLst>
            </p:cNvPr>
            <p:cNvGrpSpPr/>
            <p:nvPr/>
          </p:nvGrpSpPr>
          <p:grpSpPr>
            <a:xfrm>
              <a:off x="12187237" y="0"/>
              <a:ext cx="11475801" cy="4655945"/>
              <a:chOff x="12187237" y="0"/>
              <a:chExt cx="11236058" cy="4546385"/>
            </a:xfrm>
          </p:grpSpPr>
          <p:sp>
            <p:nvSpPr>
              <p:cNvPr id="37" name="正方形/長方形 36">
                <a:extLst>
                  <a:ext uri="{FF2B5EF4-FFF2-40B4-BE49-F238E27FC236}">
                    <a16:creationId xmlns:a16="http://schemas.microsoft.com/office/drawing/2014/main" id="{5AE5EF6D-5F1D-D845-AB37-0967E92907A5}"/>
                  </a:ext>
                </a:extLst>
              </p:cNvPr>
              <p:cNvSpPr/>
              <p:nvPr/>
            </p:nvSpPr>
            <p:spPr>
              <a:xfrm>
                <a:off x="12187237" y="0"/>
                <a:ext cx="11236058" cy="4546385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3F9E84E0-0EF0-17FC-6FE4-B2FEC39576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9123" t="27121" r="14411" b="20370"/>
              <a:stretch>
                <a:fillRect/>
              </a:stretch>
            </p:blipFill>
            <p:spPr>
              <a:xfrm>
                <a:off x="13433972" y="233815"/>
                <a:ext cx="8640862" cy="4182676"/>
              </a:xfrm>
              <a:prstGeom prst="rect">
                <a:avLst/>
              </a:prstGeom>
            </p:spPr>
          </p:pic>
        </p:grp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68B1F501-50A0-F874-0098-AE3005047196}"/>
                </a:ext>
              </a:extLst>
            </p:cNvPr>
            <p:cNvSpPr/>
            <p:nvPr/>
          </p:nvSpPr>
          <p:spPr>
            <a:xfrm>
              <a:off x="13827232" y="390945"/>
              <a:ext cx="8272548" cy="38673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EB687877-C95E-F730-40C5-963B3E524E38}"/>
                </a:ext>
              </a:extLst>
            </p:cNvPr>
            <p:cNvSpPr/>
            <p:nvPr/>
          </p:nvSpPr>
          <p:spPr>
            <a:xfrm>
              <a:off x="22378730" y="1955069"/>
              <a:ext cx="1170410" cy="71454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④エネミー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情報入力欄</a:t>
              </a:r>
            </a:p>
          </p:txBody>
        </p: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A959EEC2-3229-4685-6297-95CB3BF1ED7C}"/>
                </a:ext>
              </a:extLst>
            </p:cNvPr>
            <p:cNvCxnSpPr>
              <a:stCxn id="35" idx="1"/>
              <a:endCxn id="34" idx="3"/>
            </p:cNvCxnSpPr>
            <p:nvPr/>
          </p:nvCxnSpPr>
          <p:spPr>
            <a:xfrm flipH="1">
              <a:off x="22099780" y="2312343"/>
              <a:ext cx="278950" cy="12264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3752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15857-827A-6229-6113-E552ADAC6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39F7668-3B6B-6140-6A0C-58595BED5135}"/>
              </a:ext>
            </a:extLst>
          </p:cNvPr>
          <p:cNvGrpSpPr/>
          <p:nvPr/>
        </p:nvGrpSpPr>
        <p:grpSpPr>
          <a:xfrm>
            <a:off x="520410" y="0"/>
            <a:ext cx="11436931" cy="6640884"/>
            <a:chOff x="333375" y="4887767"/>
            <a:chExt cx="11475801" cy="6683747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E0AA464E-254A-BCD5-7491-2B8D385FAC0C}"/>
                </a:ext>
              </a:extLst>
            </p:cNvPr>
            <p:cNvGrpSpPr/>
            <p:nvPr/>
          </p:nvGrpSpPr>
          <p:grpSpPr>
            <a:xfrm>
              <a:off x="333375" y="4887767"/>
              <a:ext cx="11475801" cy="6683747"/>
              <a:chOff x="333375" y="4887767"/>
              <a:chExt cx="11236058" cy="6526470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8DC25741-1012-004A-8360-88CD98DE3327}"/>
                  </a:ext>
                </a:extLst>
              </p:cNvPr>
              <p:cNvSpPr/>
              <p:nvPr/>
            </p:nvSpPr>
            <p:spPr>
              <a:xfrm>
                <a:off x="333375" y="4887767"/>
                <a:ext cx="11236058" cy="652647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pic>
            <p:nvPicPr>
              <p:cNvPr id="32" name="図 31">
                <a:extLst>
                  <a:ext uri="{FF2B5EF4-FFF2-40B4-BE49-F238E27FC236}">
                    <a16:creationId xmlns:a16="http://schemas.microsoft.com/office/drawing/2014/main" id="{AC970566-6562-751D-E782-572914D801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15627" t="4316" r="14777" b="8679"/>
              <a:stretch>
                <a:fillRect/>
              </a:stretch>
            </p:blipFill>
            <p:spPr>
              <a:xfrm>
                <a:off x="1618176" y="5122335"/>
                <a:ext cx="8869255" cy="6148906"/>
              </a:xfrm>
              <a:prstGeom prst="rect">
                <a:avLst/>
              </a:prstGeom>
            </p:spPr>
          </p:pic>
        </p:grp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6AF3D99A-EDAD-1798-29B2-69A887A60946}"/>
                </a:ext>
              </a:extLst>
            </p:cNvPr>
            <p:cNvSpPr/>
            <p:nvPr/>
          </p:nvSpPr>
          <p:spPr>
            <a:xfrm>
              <a:off x="1980990" y="5215465"/>
              <a:ext cx="8259213" cy="5818043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A11EA04-7160-76FC-A60E-63742E5407FB}"/>
                </a:ext>
              </a:extLst>
            </p:cNvPr>
            <p:cNvSpPr/>
            <p:nvPr/>
          </p:nvSpPr>
          <p:spPr>
            <a:xfrm>
              <a:off x="10512918" y="7766687"/>
              <a:ext cx="1129367" cy="700000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⑤ドロップ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入力欄</a:t>
              </a:r>
            </a:p>
          </p:txBody>
        </p: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4BF8C1D-901C-95E3-FAC1-AA061E830872}"/>
                </a:ext>
              </a:extLst>
            </p:cNvPr>
            <p:cNvCxnSpPr>
              <a:stCxn id="29" idx="1"/>
              <a:endCxn id="28" idx="3"/>
            </p:cNvCxnSpPr>
            <p:nvPr/>
          </p:nvCxnSpPr>
          <p:spPr>
            <a:xfrm flipH="1">
              <a:off x="10240203" y="8116686"/>
              <a:ext cx="272715" cy="78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1427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80BDA-4A4C-7E94-0A20-011122EAC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117035BB-941E-434B-1B7D-FC0E88A58996}"/>
              </a:ext>
            </a:extLst>
          </p:cNvPr>
          <p:cNvGrpSpPr/>
          <p:nvPr/>
        </p:nvGrpSpPr>
        <p:grpSpPr>
          <a:xfrm>
            <a:off x="375153" y="415637"/>
            <a:ext cx="11441694" cy="6918613"/>
            <a:chOff x="12301537" y="5082948"/>
            <a:chExt cx="11475801" cy="6955591"/>
          </a:xfrm>
        </p:grpSpPr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E3A9B2BE-7263-7BEF-CF8A-8FBC14530D4D}"/>
                </a:ext>
              </a:extLst>
            </p:cNvPr>
            <p:cNvGrpSpPr/>
            <p:nvPr/>
          </p:nvGrpSpPr>
          <p:grpSpPr>
            <a:xfrm>
              <a:off x="12301537" y="5082948"/>
              <a:ext cx="11475801" cy="6955591"/>
              <a:chOff x="12301537" y="5082948"/>
              <a:chExt cx="11236058" cy="6791917"/>
            </a:xfrm>
          </p:grpSpPr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BF470FBD-094D-577D-D12C-5F0DEA6E1F68}"/>
                  </a:ext>
                </a:extLst>
              </p:cNvPr>
              <p:cNvSpPr/>
              <p:nvPr/>
            </p:nvSpPr>
            <p:spPr>
              <a:xfrm>
                <a:off x="12301537" y="5082948"/>
                <a:ext cx="11236058" cy="679191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/>
              <a:lstStyle>
                <a:defPPr>
                  <a:defRPr lang="ja-JP"/>
                </a:defPPr>
                <a:lvl1pPr marL="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defRPr kumimoji="1"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dirty="0"/>
              </a:p>
            </p:txBody>
          </p:sp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80E4A9A0-2C8E-B345-1ECD-E0BDA39EC1A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3511" t="2932" r="6080"/>
              <a:stretch>
                <a:fillRect/>
              </a:stretch>
            </p:blipFill>
            <p:spPr>
              <a:xfrm>
                <a:off x="13662470" y="5292060"/>
                <a:ext cx="8602795" cy="6518237"/>
              </a:xfrm>
              <a:prstGeom prst="rect">
                <a:avLst/>
              </a:prstGeom>
            </p:spPr>
          </p:pic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6E5ACAE0-4FB1-E6CD-9B75-692B8604ABB3}"/>
                </a:ext>
              </a:extLst>
            </p:cNvPr>
            <p:cNvSpPr/>
            <p:nvPr/>
          </p:nvSpPr>
          <p:spPr>
            <a:xfrm>
              <a:off x="13952962" y="5467490"/>
              <a:ext cx="8253498" cy="6139468"/>
            </a:xfrm>
            <a:prstGeom prst="rect">
              <a:avLst/>
            </a:prstGeom>
            <a:noFill/>
            <a:ln w="28575">
              <a:solidFill>
                <a:srgbClr val="FF0000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endParaRPr kumimoji="1" lang="ja-JP" altLang="en-US" sz="11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B058BDEA-2998-C4C9-96E0-3BCDCA6BA825}"/>
                </a:ext>
              </a:extLst>
            </p:cNvPr>
            <p:cNvSpPr/>
            <p:nvPr/>
          </p:nvSpPr>
          <p:spPr>
            <a:xfrm>
              <a:off x="22481079" y="8115674"/>
              <a:ext cx="1135083" cy="83490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>
              <a:lvl1pPr marL="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⑥エネミー</a:t>
              </a:r>
              <a:endParaRPr kumimoji="1" lang="en-US" altLang="ja-JP" sz="1200" b="1">
                <a:solidFill>
                  <a:srgbClr val="FF0000"/>
                </a:solidFill>
              </a:endParaRPr>
            </a:p>
            <a:p>
              <a:pPr algn="l"/>
              <a:r>
                <a:rPr kumimoji="1" lang="ja-JP" altLang="en-US" sz="1200" b="1">
                  <a:solidFill>
                    <a:srgbClr val="FF0000"/>
                  </a:solidFill>
                </a:rPr>
                <a:t>　能力値欄</a:t>
              </a:r>
            </a:p>
          </p:txBody>
        </p: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278AFAF8-C95B-67C7-A036-591C56A19F4E}"/>
                </a:ext>
              </a:extLst>
            </p:cNvPr>
            <p:cNvCxnSpPr>
              <a:stCxn id="23" idx="1"/>
              <a:endCxn id="22" idx="3"/>
            </p:cNvCxnSpPr>
            <p:nvPr/>
          </p:nvCxnSpPr>
          <p:spPr>
            <a:xfrm flipH="1">
              <a:off x="22206460" y="8533128"/>
              <a:ext cx="274619" cy="409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06305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8125</TotalTime>
  <Words>70</Words>
  <Application>Microsoft Office PowerPoint</Application>
  <PresentationFormat>ワイド画面</PresentationFormat>
  <Paragraphs>25</Paragraphs>
  <Slides>8</Slides>
  <Notes>0</Notes>
  <HiddenSlides>3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克利 寳迫</dc:creator>
  <cp:lastModifiedBy>寳迫 克利</cp:lastModifiedBy>
  <cp:revision>5</cp:revision>
  <dcterms:created xsi:type="dcterms:W3CDTF">2026-04-25T16:47:26Z</dcterms:created>
  <dcterms:modified xsi:type="dcterms:W3CDTF">2026-05-20T05:35:35Z</dcterms:modified>
</cp:coreProperties>
</file>