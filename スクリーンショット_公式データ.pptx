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164C58-29FC-4C6C-9422-6F59045E7134}" v="6" dt="2026-05-21T02:18:44.5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910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克利 寳迫" userId="d1807dd80cee582b" providerId="LiveId" clId="{F79782EE-D85D-46E2-B3E9-FAE15D6BED98}"/>
    <pc:docChg chg="undo custSel modSld">
      <pc:chgData name="克利 寳迫" userId="d1807dd80cee582b" providerId="LiveId" clId="{F79782EE-D85D-46E2-B3E9-FAE15D6BED98}" dt="2026-05-21T02:18:44.591" v="60" actId="164"/>
      <pc:docMkLst>
        <pc:docMk/>
      </pc:docMkLst>
      <pc:sldChg chg="delSp modSp mod">
        <pc:chgData name="克利 寳迫" userId="d1807dd80cee582b" providerId="LiveId" clId="{F79782EE-D85D-46E2-B3E9-FAE15D6BED98}" dt="2026-05-21T02:08:02.070" v="7" actId="1076"/>
        <pc:sldMkLst>
          <pc:docMk/>
          <pc:sldMk cId="1197291766" sldId="256"/>
        </pc:sldMkLst>
        <pc:spChg chg="del mod topLvl">
          <ac:chgData name="克利 寳迫" userId="d1807dd80cee582b" providerId="LiveId" clId="{F79782EE-D85D-46E2-B3E9-FAE15D6BED98}" dt="2026-05-21T02:08:00.298" v="6" actId="478"/>
          <ac:spMkLst>
            <pc:docMk/>
            <pc:sldMk cId="1197291766" sldId="256"/>
            <ac:spMk id="8" creationId="{C0F93C8D-9FC4-E104-C0E9-F4CD2899E8A5}"/>
          </ac:spMkLst>
        </pc:spChg>
        <pc:spChg chg="del">
          <ac:chgData name="克利 寳迫" userId="d1807dd80cee582b" providerId="LiveId" clId="{F79782EE-D85D-46E2-B3E9-FAE15D6BED98}" dt="2026-05-21T02:07:01.835" v="0" actId="21"/>
          <ac:spMkLst>
            <pc:docMk/>
            <pc:sldMk cId="1197291766" sldId="256"/>
            <ac:spMk id="10" creationId="{3D7B9F6C-83A1-B841-8922-69BF3E8B89A0}"/>
          </ac:spMkLst>
        </pc:spChg>
        <pc:grpChg chg="del">
          <ac:chgData name="克利 寳迫" userId="d1807dd80cee582b" providerId="LiveId" clId="{F79782EE-D85D-46E2-B3E9-FAE15D6BED98}" dt="2026-05-21T02:07:56.230" v="4" actId="165"/>
          <ac:grpSpMkLst>
            <pc:docMk/>
            <pc:sldMk cId="1197291766" sldId="256"/>
            <ac:grpSpMk id="16" creationId="{E290036B-6547-B7DB-AB56-98794A6AAC77}"/>
          </ac:grpSpMkLst>
        </pc:grpChg>
        <pc:picChg chg="del mod topLvl">
          <ac:chgData name="克利 寳迫" userId="d1807dd80cee582b" providerId="LiveId" clId="{F79782EE-D85D-46E2-B3E9-FAE15D6BED98}" dt="2026-05-21T02:08:00.298" v="6" actId="478"/>
          <ac:picMkLst>
            <pc:docMk/>
            <pc:sldMk cId="1197291766" sldId="256"/>
            <ac:picMk id="7" creationId="{E3FF314C-979A-7BFB-7469-11D24B0B536C}"/>
          </ac:picMkLst>
        </pc:picChg>
        <pc:picChg chg="mod topLvl">
          <ac:chgData name="克利 寳迫" userId="d1807dd80cee582b" providerId="LiveId" clId="{F79782EE-D85D-46E2-B3E9-FAE15D6BED98}" dt="2026-05-21T02:08:02.070" v="7" actId="1076"/>
          <ac:picMkLst>
            <pc:docMk/>
            <pc:sldMk cId="1197291766" sldId="256"/>
            <ac:picMk id="9" creationId="{3B021CDB-256E-7739-76BB-53BFF7175E54}"/>
          </ac:picMkLst>
        </pc:picChg>
        <pc:cxnChg chg="del">
          <ac:chgData name="克利 寳迫" userId="d1807dd80cee582b" providerId="LiveId" clId="{F79782EE-D85D-46E2-B3E9-FAE15D6BED98}" dt="2026-05-21T02:07:01.835" v="0" actId="21"/>
          <ac:cxnSpMkLst>
            <pc:docMk/>
            <pc:sldMk cId="1197291766" sldId="256"/>
            <ac:cxnSpMk id="12" creationId="{EB7B7E26-999A-7C69-7F83-07109585D652}"/>
          </ac:cxnSpMkLst>
        </pc:cxnChg>
      </pc:sldChg>
      <pc:sldChg chg="addSp modSp mod">
        <pc:chgData name="克利 寳迫" userId="d1807dd80cee582b" providerId="LiveId" clId="{F79782EE-D85D-46E2-B3E9-FAE15D6BED98}" dt="2026-05-21T02:18:44.591" v="60" actId="164"/>
        <pc:sldMkLst>
          <pc:docMk/>
          <pc:sldMk cId="3023636845" sldId="257"/>
        </pc:sldMkLst>
        <pc:spChg chg="add mod">
          <ac:chgData name="克利 寳迫" userId="d1807dd80cee582b" providerId="LiveId" clId="{F79782EE-D85D-46E2-B3E9-FAE15D6BED98}" dt="2026-05-21T02:17:38.229" v="28" actId="164"/>
          <ac:spMkLst>
            <pc:docMk/>
            <pc:sldMk cId="3023636845" sldId="257"/>
            <ac:spMk id="5" creationId="{FA2E86F0-5E43-97F1-E7F1-6C049E8ADE83}"/>
          </ac:spMkLst>
        </pc:spChg>
        <pc:spChg chg="add mod ord">
          <ac:chgData name="克利 寳迫" userId="d1807dd80cee582b" providerId="LiveId" clId="{F79782EE-D85D-46E2-B3E9-FAE15D6BED98}" dt="2026-05-21T02:18:44.591" v="60" actId="164"/>
          <ac:spMkLst>
            <pc:docMk/>
            <pc:sldMk cId="3023636845" sldId="257"/>
            <ac:spMk id="7" creationId="{831F2692-AF1B-5652-7110-457E617AC989}"/>
          </ac:spMkLst>
        </pc:spChg>
        <pc:spChg chg="add mod">
          <ac:chgData name="克利 寳迫" userId="d1807dd80cee582b" providerId="LiveId" clId="{F79782EE-D85D-46E2-B3E9-FAE15D6BED98}" dt="2026-05-21T02:07:36.440" v="3" actId="164"/>
          <ac:spMkLst>
            <pc:docMk/>
            <pc:sldMk cId="3023636845" sldId="257"/>
            <ac:spMk id="10" creationId="{3D7B9F6C-83A1-B841-8922-69BF3E8B89A0}"/>
          </ac:spMkLst>
        </pc:spChg>
        <pc:grpChg chg="add mod">
          <ac:chgData name="克利 寳迫" userId="d1807dd80cee582b" providerId="LiveId" clId="{F79782EE-D85D-46E2-B3E9-FAE15D6BED98}" dt="2026-05-21T02:17:38.229" v="28" actId="164"/>
          <ac:grpSpMkLst>
            <pc:docMk/>
            <pc:sldMk cId="3023636845" sldId="257"/>
            <ac:grpSpMk id="2" creationId="{D02B1D02-8CCB-3C66-8EF6-1482E62287E1}"/>
          </ac:grpSpMkLst>
        </pc:grpChg>
        <pc:grpChg chg="add mod">
          <ac:chgData name="克利 寳迫" userId="d1807dd80cee582b" providerId="LiveId" clId="{F79782EE-D85D-46E2-B3E9-FAE15D6BED98}" dt="2026-05-21T02:18:44.591" v="60" actId="164"/>
          <ac:grpSpMkLst>
            <pc:docMk/>
            <pc:sldMk cId="3023636845" sldId="257"/>
            <ac:grpSpMk id="6" creationId="{C26EFFFD-2988-4E12-4358-95E32E80C76E}"/>
          </ac:grpSpMkLst>
        </pc:grpChg>
        <pc:grpChg chg="add mod">
          <ac:chgData name="克利 寳迫" userId="d1807dd80cee582b" providerId="LiveId" clId="{F79782EE-D85D-46E2-B3E9-FAE15D6BED98}" dt="2026-05-21T02:18:44.591" v="60" actId="164"/>
          <ac:grpSpMkLst>
            <pc:docMk/>
            <pc:sldMk cId="3023636845" sldId="257"/>
            <ac:grpSpMk id="8" creationId="{7EEC1942-4516-4E6B-D1D0-02CC3575E3E3}"/>
          </ac:grpSpMkLst>
        </pc:grpChg>
        <pc:picChg chg="add mod">
          <ac:chgData name="克利 寳迫" userId="d1807dd80cee582b" providerId="LiveId" clId="{F79782EE-D85D-46E2-B3E9-FAE15D6BED98}" dt="2026-05-21T02:17:38.229" v="28" actId="164"/>
          <ac:picMkLst>
            <pc:docMk/>
            <pc:sldMk cId="3023636845" sldId="257"/>
            <ac:picMk id="3" creationId="{DA0CF525-B210-2190-A8A8-AB378D117920}"/>
          </ac:picMkLst>
        </pc:picChg>
        <pc:picChg chg="mod">
          <ac:chgData name="克利 寳迫" userId="d1807dd80cee582b" providerId="LiveId" clId="{F79782EE-D85D-46E2-B3E9-FAE15D6BED98}" dt="2026-05-21T02:07:36.440" v="3" actId="164"/>
          <ac:picMkLst>
            <pc:docMk/>
            <pc:sldMk cId="3023636845" sldId="257"/>
            <ac:picMk id="4" creationId="{6956C672-57F7-E00D-BD81-ACB1CACBA8BC}"/>
          </ac:picMkLst>
        </pc:picChg>
        <pc:cxnChg chg="add mod">
          <ac:chgData name="克利 寳迫" userId="d1807dd80cee582b" providerId="LiveId" clId="{F79782EE-D85D-46E2-B3E9-FAE15D6BED98}" dt="2026-05-21T02:07:36.440" v="3" actId="164"/>
          <ac:cxnSpMkLst>
            <pc:docMk/>
            <pc:sldMk cId="3023636845" sldId="257"/>
            <ac:cxnSpMk id="12" creationId="{EB7B7E26-999A-7C69-7F83-07109585D65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200B25-F7B2-26A8-D4CD-8C68C7380B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9B3A756-3410-FF68-A02F-F07D9FFA36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B6E291-1B35-04B9-B799-2A6D42059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C4E2-1DCA-46C8-9D36-A0AD32796A05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B2E4E6-7DB2-5D72-9989-90C3C2B2E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B6C5DB-0CA4-8D2D-5D6E-51FFDF7D1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35145-BE2E-4EC9-84C7-7737DFCE2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5993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A59753-ADF0-8B13-B98C-9709A6C66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4CFFBC7-F839-FDEB-A08E-3948D1873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10DD55-4165-B688-8DD2-937253775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C4E2-1DCA-46C8-9D36-A0AD32796A05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C48C36-DEF1-E78D-827D-7CDDA2965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DDD72C-3D83-58D0-A565-5A78084C5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35145-BE2E-4EC9-84C7-7737DFCE2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3891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F8D62C-7EC2-FEB6-D3AA-5830F75ED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CFCF0AF-F802-84BA-701F-C66DDC51E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FF32FC-EE30-3518-95EA-45F5A27D6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C4E2-1DCA-46C8-9D36-A0AD32796A05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DB8683-B2EC-B169-B4AA-88C7304A7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0E0278-72D9-7E79-DCF0-899B79A4D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35145-BE2E-4EC9-84C7-7737DFCE2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4613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F3C315-190D-40F4-16CC-5F7DEC8CA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36E6D8-F5B7-947B-2812-CDED8AA5C6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446C146-930D-E074-E198-AEEBB545D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084231-4A73-96A1-EDD1-FB9F0C1DC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C4E2-1DCA-46C8-9D36-A0AD32796A05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136CFEA-B8DF-65D5-AAA3-64AEA24E7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E60810A-3D70-699C-17C1-4FC6F81A0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35145-BE2E-4EC9-84C7-7737DFCE2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6280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BA0D47-54AB-F4C0-253C-147B8F086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BAAC8EC-EC56-C5E3-6EE2-4E67E0088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BE11284-7A4E-326B-503A-68DCA65362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D5D5ABC-728C-895A-22D8-D3843CA65D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A1FA34D-041C-AEEB-B77C-6804BC02D2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1F40CB9-6460-C676-CA21-174FA9181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C4E2-1DCA-46C8-9D36-A0AD32796A05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8793CCD-EF63-E489-7E94-06828E32A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BA0B8AB-1B08-A246-851D-493B31539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35145-BE2E-4EC9-84C7-7737DFCE2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6635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3645BC-902E-B7E1-D685-0215F43EB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0D4D8DE-2904-FA49-EB62-825DDE25A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C4E2-1DCA-46C8-9D36-A0AD32796A05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4D6BF41-B5CD-554B-16B1-C4A226856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02794A6-F46B-C761-4C1B-82E5C79D2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35145-BE2E-4EC9-84C7-7737DFCE2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7338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6F716BE-BB87-E9DB-B1A5-D0D67A3C2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C4E2-1DCA-46C8-9D36-A0AD32796A05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FFAE237-47BD-0BA6-EFB9-027C8B529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0E8814E-DEF4-6E80-D103-1940A31E1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35145-BE2E-4EC9-84C7-7737DFCE2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2189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E35498-561C-C3CF-6962-58BD22801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6AB74A4-779D-1E07-A181-F6A07C58F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DF98643-6C80-605A-0FD1-14A150AEB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412AF2C-EB1C-410F-AAFA-DF8A08161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C4E2-1DCA-46C8-9D36-A0AD32796A05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ABFA45-D14F-5CBF-DC03-4460E9024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9C7C23B-98F5-66F5-ED51-D2D4610DC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35145-BE2E-4EC9-84C7-7737DFCE2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8124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F028DE-E52D-12C4-33FB-32A9E53A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2B2798D-4BDD-7BDE-852F-D607E9849B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6599ED7-CBF2-9FD1-9ECE-F2EDF93B4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D8E68E4-ECA0-2813-9D92-B00DCEA1E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C4E2-1DCA-46C8-9D36-A0AD32796A05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3D9C671-9805-23E8-2414-DAAA251B7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833BE4-7FC3-95F6-A46E-0594B3968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35145-BE2E-4EC9-84C7-7737DFCE2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0910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05DFC8-5950-E711-3EE7-E44C19F19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C714ED9-8661-54F3-4C7D-33A13D3DB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BAFD7E-0AEC-B417-4797-4A9F9FFE4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C4E2-1DCA-46C8-9D36-A0AD32796A05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BC9906-C9A8-2E82-1405-21E909CE5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1959E2-93C5-D456-94D4-550D49FCC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35145-BE2E-4EC9-84C7-7737DFCE2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5894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2A604C7-E45E-57B9-8379-3CA538ED7F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8364449-E917-3386-9471-B630496CE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C70AA2-2FF9-CB85-3A8F-5EF8994B6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C4E2-1DCA-46C8-9D36-A0AD32796A05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E8DAF0-D647-195C-8966-1A4682AD0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1866C1-BD77-8337-5D20-E03DF9BE8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35145-BE2E-4EC9-84C7-7737DFCE2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8368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93EFB65-81F6-E564-7CEF-5A897543E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458739-E784-CE2B-61C1-63F366A8C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2DE818-EE21-BCDB-3586-921E6F1DCF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57C4E2-1DCA-46C8-9D36-A0AD32796A05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A97D10-2DBC-0275-03B2-684FC4E002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F3E9D8-5379-2A5F-458A-010647262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635145-BE2E-4EC9-84C7-7737DFCE2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4442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3B021CDB-256E-7739-76BB-53BFF7175E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05" t="4310" r="6195" b="3838"/>
          <a:stretch>
            <a:fillRect/>
          </a:stretch>
        </p:blipFill>
        <p:spPr>
          <a:xfrm>
            <a:off x="1551708" y="249383"/>
            <a:ext cx="9254837" cy="62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291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7EEC1942-4516-4E6B-D1D0-02CC3575E3E3}"/>
              </a:ext>
            </a:extLst>
          </p:cNvPr>
          <p:cNvGrpSpPr/>
          <p:nvPr/>
        </p:nvGrpSpPr>
        <p:grpSpPr>
          <a:xfrm>
            <a:off x="2875422" y="-195403"/>
            <a:ext cx="7584156" cy="6639208"/>
            <a:chOff x="2875422" y="-195403"/>
            <a:chExt cx="7584156" cy="6639208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831F2692-AF1B-5652-7110-457E617AC989}"/>
                </a:ext>
              </a:extLst>
            </p:cNvPr>
            <p:cNvSpPr/>
            <p:nvPr/>
          </p:nvSpPr>
          <p:spPr>
            <a:xfrm>
              <a:off x="2875422" y="-195403"/>
              <a:ext cx="7584156" cy="6639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C26EFFFD-2988-4E12-4358-95E32E80C76E}"/>
                </a:ext>
              </a:extLst>
            </p:cNvPr>
            <p:cNvGrpSpPr/>
            <p:nvPr/>
          </p:nvGrpSpPr>
          <p:grpSpPr>
            <a:xfrm>
              <a:off x="2949997" y="-83301"/>
              <a:ext cx="7435007" cy="6415005"/>
              <a:chOff x="2041234" y="593835"/>
              <a:chExt cx="7435007" cy="6415005"/>
            </a:xfrm>
          </p:grpSpPr>
          <p:grpSp>
            <p:nvGrpSpPr>
              <p:cNvPr id="2" name="グループ化 1">
                <a:extLst>
                  <a:ext uri="{FF2B5EF4-FFF2-40B4-BE49-F238E27FC236}">
                    <a16:creationId xmlns:a16="http://schemas.microsoft.com/office/drawing/2014/main" id="{D02B1D02-8CCB-3C66-8EF6-1482E62287E1}"/>
                  </a:ext>
                </a:extLst>
              </p:cNvPr>
              <p:cNvGrpSpPr/>
              <p:nvPr/>
            </p:nvGrpSpPr>
            <p:grpSpPr>
              <a:xfrm>
                <a:off x="2041234" y="593835"/>
                <a:ext cx="7435007" cy="1558237"/>
                <a:chOff x="1320799" y="1764145"/>
                <a:chExt cx="9254837" cy="1939637"/>
              </a:xfrm>
            </p:grpSpPr>
            <p:pic>
              <p:nvPicPr>
                <p:cNvPr id="4" name="図 3">
                  <a:extLst>
                    <a:ext uri="{FF2B5EF4-FFF2-40B4-BE49-F238E27FC236}">
                      <a16:creationId xmlns:a16="http://schemas.microsoft.com/office/drawing/2014/main" id="{6956C672-57F7-E00D-BD81-ACB1CACBA8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3305" t="67879" r="6195" b="3838"/>
                <a:stretch>
                  <a:fillRect/>
                </a:stretch>
              </p:blipFill>
              <p:spPr>
                <a:xfrm>
                  <a:off x="1320799" y="1764145"/>
                  <a:ext cx="9254837" cy="1939637"/>
                </a:xfrm>
                <a:prstGeom prst="rect">
                  <a:avLst/>
                </a:prstGeom>
              </p:spPr>
            </p:pic>
            <p:sp>
              <p:nvSpPr>
                <p:cNvPr id="10" name="正方形/長方形 9">
                  <a:extLst>
                    <a:ext uri="{FF2B5EF4-FFF2-40B4-BE49-F238E27FC236}">
                      <a16:creationId xmlns:a16="http://schemas.microsoft.com/office/drawing/2014/main" id="{3D7B9F6C-83A1-B841-8922-69BF3E8B89A0}"/>
                    </a:ext>
                  </a:extLst>
                </p:cNvPr>
                <p:cNvSpPr/>
                <p:nvPr/>
              </p:nvSpPr>
              <p:spPr>
                <a:xfrm>
                  <a:off x="1546929" y="2884531"/>
                  <a:ext cx="526798" cy="293901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cxnSp>
              <p:nvCxnSpPr>
                <p:cNvPr id="12" name="直線矢印コネクタ 11">
                  <a:extLst>
                    <a:ext uri="{FF2B5EF4-FFF2-40B4-BE49-F238E27FC236}">
                      <a16:creationId xmlns:a16="http://schemas.microsoft.com/office/drawing/2014/main" id="{EB7B7E26-999A-7C69-7F83-07109585D6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15128" y="2142836"/>
                  <a:ext cx="637308" cy="646545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3" name="図 2">
                <a:extLst>
                  <a:ext uri="{FF2B5EF4-FFF2-40B4-BE49-F238E27FC236}">
                    <a16:creationId xmlns:a16="http://schemas.microsoft.com/office/drawing/2014/main" id="{DA0CF525-B210-2190-A8A8-AB378D1179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724" t="14276" r="724" b="22962"/>
              <a:stretch>
                <a:fillRect/>
              </a:stretch>
            </p:blipFill>
            <p:spPr>
              <a:xfrm>
                <a:off x="2041235" y="2752436"/>
                <a:ext cx="7435006" cy="425640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5" name="矢印: 下 4">
                <a:extLst>
                  <a:ext uri="{FF2B5EF4-FFF2-40B4-BE49-F238E27FC236}">
                    <a16:creationId xmlns:a16="http://schemas.microsoft.com/office/drawing/2014/main" id="{FA2E86F0-5E43-97F1-E7F1-6C049E8ADE83}"/>
                  </a:ext>
                </a:extLst>
              </p:cNvPr>
              <p:cNvSpPr/>
              <p:nvPr/>
            </p:nvSpPr>
            <p:spPr>
              <a:xfrm>
                <a:off x="4996874" y="2152072"/>
                <a:ext cx="1173018" cy="526473"/>
              </a:xfrm>
              <a:prstGeom prst="down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23636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C1E4F2A-2D0D-02EE-D72D-2F28BAFC8B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4" t="14276" r="724" b="22962"/>
          <a:stretch>
            <a:fillRect/>
          </a:stretch>
        </p:blipFill>
        <p:spPr>
          <a:xfrm>
            <a:off x="2336800" y="979055"/>
            <a:ext cx="7518400" cy="430414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F75AD0EE-D3D5-4247-37D5-27B4F2D1B6CD}"/>
              </a:ext>
            </a:extLst>
          </p:cNvPr>
          <p:cNvGrpSpPr/>
          <p:nvPr/>
        </p:nvGrpSpPr>
        <p:grpSpPr>
          <a:xfrm>
            <a:off x="4241512" y="2109209"/>
            <a:ext cx="7181850" cy="4505325"/>
            <a:chOff x="4241512" y="2109209"/>
            <a:chExt cx="7181850" cy="4505325"/>
          </a:xfrm>
        </p:grpSpPr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9CE41764-669B-BA6C-0A06-351B1316E38D}"/>
                </a:ext>
              </a:extLst>
            </p:cNvPr>
            <p:cNvGrpSpPr/>
            <p:nvPr/>
          </p:nvGrpSpPr>
          <p:grpSpPr>
            <a:xfrm>
              <a:off x="4241512" y="2109209"/>
              <a:ext cx="7181850" cy="4505325"/>
              <a:chOff x="3788930" y="1564264"/>
              <a:chExt cx="7181850" cy="4505325"/>
            </a:xfrm>
          </p:grpSpPr>
          <p:pic>
            <p:nvPicPr>
              <p:cNvPr id="7" name="図 6">
                <a:extLst>
                  <a:ext uri="{FF2B5EF4-FFF2-40B4-BE49-F238E27FC236}">
                    <a16:creationId xmlns:a16="http://schemas.microsoft.com/office/drawing/2014/main" id="{4A7A12FD-A1BD-FD0A-E316-E7EB6C45BF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88930" y="1564264"/>
                <a:ext cx="7181850" cy="4505325"/>
              </a:xfrm>
              <a:prstGeom prst="rect">
                <a:avLst/>
              </a:prstGeom>
            </p:spPr>
          </p:pic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79F4712D-EEEE-6DBD-2831-392A20D2AAE3}"/>
                  </a:ext>
                </a:extLst>
              </p:cNvPr>
              <p:cNvSpPr/>
              <p:nvPr/>
            </p:nvSpPr>
            <p:spPr>
              <a:xfrm>
                <a:off x="5514109" y="2022764"/>
                <a:ext cx="1893455" cy="1939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E3F8B56A-5AFE-08A1-4C1A-F57AF1619D57}"/>
                </a:ext>
              </a:extLst>
            </p:cNvPr>
            <p:cNvSpPr/>
            <p:nvPr/>
          </p:nvSpPr>
          <p:spPr>
            <a:xfrm>
              <a:off x="5398492" y="5175150"/>
              <a:ext cx="595907" cy="29390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7080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EECE5984-11A6-1BE1-B42E-D9AB12C33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1344" y="0"/>
            <a:ext cx="9144000" cy="6743700"/>
          </a:xfrm>
          <a:prstGeom prst="rect">
            <a:avLst/>
          </a:prstGeom>
        </p:spPr>
      </p:pic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470FF932-F1CC-DFC0-8721-264E1830D487}"/>
              </a:ext>
            </a:extLst>
          </p:cNvPr>
          <p:cNvGrpSpPr/>
          <p:nvPr/>
        </p:nvGrpSpPr>
        <p:grpSpPr>
          <a:xfrm>
            <a:off x="-83127" y="57150"/>
            <a:ext cx="9144000" cy="6743700"/>
            <a:chOff x="-83127" y="57150"/>
            <a:chExt cx="9144000" cy="674370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EF26E1E7-35A7-F01F-C39A-01AF0845A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83127" y="57150"/>
              <a:ext cx="9144000" cy="6743700"/>
            </a:xfrm>
            <a:prstGeom prst="rect">
              <a:avLst/>
            </a:prstGeom>
          </p:spPr>
        </p:pic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365895FE-A724-D2A1-F1E6-7C71931E6232}"/>
                </a:ext>
              </a:extLst>
            </p:cNvPr>
            <p:cNvSpPr/>
            <p:nvPr/>
          </p:nvSpPr>
          <p:spPr>
            <a:xfrm>
              <a:off x="41401" y="895927"/>
              <a:ext cx="752927" cy="28632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44EBE4D2-8F99-768E-E389-05A0075F4F2F}"/>
                </a:ext>
              </a:extLst>
            </p:cNvPr>
            <p:cNvSpPr/>
            <p:nvPr/>
          </p:nvSpPr>
          <p:spPr>
            <a:xfrm>
              <a:off x="7381188" y="5713023"/>
              <a:ext cx="348791" cy="28242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5002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5D11DE0C-9243-EB3A-9A57-3558E09C3566}"/>
              </a:ext>
            </a:extLst>
          </p:cNvPr>
          <p:cNvGrpSpPr/>
          <p:nvPr/>
        </p:nvGrpSpPr>
        <p:grpSpPr>
          <a:xfrm>
            <a:off x="738909" y="1339273"/>
            <a:ext cx="9688946" cy="4479636"/>
            <a:chOff x="738909" y="1339273"/>
            <a:chExt cx="9688946" cy="4479636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93B481F5-7580-DA99-67DE-12A0DDACCC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131" t="1916" r="6645" b="-422"/>
            <a:stretch>
              <a:fillRect/>
            </a:stretch>
          </p:blipFill>
          <p:spPr>
            <a:xfrm>
              <a:off x="738909" y="1339273"/>
              <a:ext cx="9688946" cy="4479636"/>
            </a:xfrm>
            <a:prstGeom prst="rect">
              <a:avLst/>
            </a:prstGeom>
          </p:spPr>
        </p:pic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9482DAC5-6209-F7C2-09C5-43C89303C657}"/>
                </a:ext>
              </a:extLst>
            </p:cNvPr>
            <p:cNvSpPr/>
            <p:nvPr/>
          </p:nvSpPr>
          <p:spPr>
            <a:xfrm>
              <a:off x="1036949" y="2978912"/>
              <a:ext cx="1338606" cy="47094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AC33F58F-52B7-D444-F519-1866D736CE46}"/>
              </a:ext>
            </a:extLst>
          </p:cNvPr>
          <p:cNvGrpSpPr/>
          <p:nvPr/>
        </p:nvGrpSpPr>
        <p:grpSpPr>
          <a:xfrm>
            <a:off x="4568856" y="740719"/>
            <a:ext cx="9688946" cy="4479636"/>
            <a:chOff x="5181599" y="1108364"/>
            <a:chExt cx="9688946" cy="4479636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836AFA40-0E92-6E4A-E2A6-06E0EFC22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rcRect l="9318" t="21187" r="11211" b="8678"/>
            <a:stretch>
              <a:fillRect/>
            </a:stretch>
          </p:blipFill>
          <p:spPr>
            <a:xfrm>
              <a:off x="5181599" y="1108364"/>
              <a:ext cx="9688946" cy="4479636"/>
            </a:xfrm>
            <a:prstGeom prst="rect">
              <a:avLst/>
            </a:prstGeom>
          </p:spPr>
        </p:pic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E10155C0-4B13-FD87-45EA-AC6612EC157E}"/>
                </a:ext>
              </a:extLst>
            </p:cNvPr>
            <p:cNvSpPr/>
            <p:nvPr/>
          </p:nvSpPr>
          <p:spPr>
            <a:xfrm>
              <a:off x="5269583" y="2036231"/>
              <a:ext cx="1470581" cy="40531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8BFB3276-BA62-BC04-C9E2-40ED38BDDC2E}"/>
                </a:ext>
              </a:extLst>
            </p:cNvPr>
            <p:cNvSpPr/>
            <p:nvPr/>
          </p:nvSpPr>
          <p:spPr>
            <a:xfrm>
              <a:off x="5486399" y="4487159"/>
              <a:ext cx="2215300" cy="46191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96487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ワイド画面</PresentationFormat>
  <Paragraphs>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克利 寳迫</dc:creator>
  <cp:lastModifiedBy>克利 寳迫</cp:lastModifiedBy>
  <cp:revision>1</cp:revision>
  <dcterms:created xsi:type="dcterms:W3CDTF">2026-05-21T01:37:04Z</dcterms:created>
  <dcterms:modified xsi:type="dcterms:W3CDTF">2026-05-21T02:18:53Z</dcterms:modified>
</cp:coreProperties>
</file>