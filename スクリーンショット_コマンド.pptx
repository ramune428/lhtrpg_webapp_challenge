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850639-B620-4AD3-932A-92749A1EA4CD}" v="3" dt="2026-05-19T05:21:29.8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39" autoAdjust="0"/>
    <p:restoredTop sz="94660"/>
  </p:normalViewPr>
  <p:slideViewPr>
    <p:cSldViewPr snapToGrid="0">
      <p:cViewPr varScale="1">
        <p:scale>
          <a:sx n="60" d="100"/>
          <a:sy n="60" d="100"/>
        </p:scale>
        <p:origin x="-150" y="133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克利 寳迫" userId="d1807dd80cee582b" providerId="LiveId" clId="{F79782EE-D85D-46E2-B3E9-FAE15D6BED98}"/>
    <pc:docChg chg="undo custSel addSld modSld">
      <pc:chgData name="克利 寳迫" userId="d1807dd80cee582b" providerId="LiveId" clId="{F79782EE-D85D-46E2-B3E9-FAE15D6BED98}" dt="2026-05-19T05:22:24.348" v="198" actId="14100"/>
      <pc:docMkLst>
        <pc:docMk/>
      </pc:docMkLst>
      <pc:sldChg chg="addSp delSp modSp mod">
        <pc:chgData name="克利 寳迫" userId="d1807dd80cee582b" providerId="LiveId" clId="{F79782EE-D85D-46E2-B3E9-FAE15D6BED98}" dt="2026-05-19T05:22:24.348" v="198" actId="14100"/>
        <pc:sldMkLst>
          <pc:docMk/>
          <pc:sldMk cId="3572415748" sldId="256"/>
        </pc:sldMkLst>
        <pc:spChg chg="del">
          <ac:chgData name="克利 寳迫" userId="d1807dd80cee582b" providerId="LiveId" clId="{F79782EE-D85D-46E2-B3E9-FAE15D6BED98}" dt="2026-05-19T04:48:00.706" v="0" actId="478"/>
          <ac:spMkLst>
            <pc:docMk/>
            <pc:sldMk cId="3572415748" sldId="256"/>
            <ac:spMk id="2" creationId="{BB85A9BD-BA17-3A8C-D507-20E81198F201}"/>
          </ac:spMkLst>
        </pc:spChg>
        <pc:spChg chg="del">
          <ac:chgData name="克利 寳迫" userId="d1807dd80cee582b" providerId="LiveId" clId="{F79782EE-D85D-46E2-B3E9-FAE15D6BED98}" dt="2026-05-19T04:48:00.706" v="0" actId="478"/>
          <ac:spMkLst>
            <pc:docMk/>
            <pc:sldMk cId="3572415748" sldId="256"/>
            <ac:spMk id="3" creationId="{85A67D60-B678-9FA0-4DD9-66A5158C0D13}"/>
          </ac:spMkLst>
        </pc:spChg>
        <pc:grpChg chg="add mod">
          <ac:chgData name="克利 寳迫" userId="d1807dd80cee582b" providerId="LiveId" clId="{F79782EE-D85D-46E2-B3E9-FAE15D6BED98}" dt="2026-05-19T05:22:24.348" v="198" actId="14100"/>
          <ac:grpSpMkLst>
            <pc:docMk/>
            <pc:sldMk cId="3572415748" sldId="256"/>
            <ac:grpSpMk id="19" creationId="{A84F3BA9-BF8B-65D5-624C-54F089D96A8C}"/>
          </ac:grpSpMkLst>
        </pc:grpChg>
        <pc:picChg chg="add mod modCrop">
          <ac:chgData name="克利 寳迫" userId="d1807dd80cee582b" providerId="LiveId" clId="{F79782EE-D85D-46E2-B3E9-FAE15D6BED98}" dt="2026-05-19T05:22:24.348" v="198" actId="14100"/>
          <ac:picMkLst>
            <pc:docMk/>
            <pc:sldMk cId="3572415748" sldId="256"/>
            <ac:picMk id="5" creationId="{E1AF6C91-1DE8-7F42-0DD0-9B836D8DA5FA}"/>
          </ac:picMkLst>
        </pc:picChg>
        <pc:picChg chg="add mod modCrop">
          <ac:chgData name="克利 寳迫" userId="d1807dd80cee582b" providerId="LiveId" clId="{F79782EE-D85D-46E2-B3E9-FAE15D6BED98}" dt="2026-05-19T05:22:24.348" v="198" actId="14100"/>
          <ac:picMkLst>
            <pc:docMk/>
            <pc:sldMk cId="3572415748" sldId="256"/>
            <ac:picMk id="7" creationId="{D361C6C9-3372-70CD-0963-2EB501719370}"/>
          </ac:picMkLst>
        </pc:picChg>
        <pc:picChg chg="add mod modCrop">
          <ac:chgData name="克利 寳迫" userId="d1807dd80cee582b" providerId="LiveId" clId="{F79782EE-D85D-46E2-B3E9-FAE15D6BED98}" dt="2026-05-19T05:02:33.053" v="154" actId="164"/>
          <ac:picMkLst>
            <pc:docMk/>
            <pc:sldMk cId="3572415748" sldId="256"/>
            <ac:picMk id="9" creationId="{52A94B49-0419-691D-8D8C-3C1CE86D21AF}"/>
          </ac:picMkLst>
        </pc:picChg>
        <pc:picChg chg="add mod modCrop">
          <ac:chgData name="克利 寳迫" userId="d1807dd80cee582b" providerId="LiveId" clId="{F79782EE-D85D-46E2-B3E9-FAE15D6BED98}" dt="2026-05-19T05:18:01.910" v="181" actId="732"/>
          <ac:picMkLst>
            <pc:docMk/>
            <pc:sldMk cId="3572415748" sldId="256"/>
            <ac:picMk id="11" creationId="{2D1F3F21-CCD0-A206-E504-F3D20FA5DB49}"/>
          </ac:picMkLst>
        </pc:picChg>
        <pc:picChg chg="add mod modCrop">
          <ac:chgData name="克利 寳迫" userId="d1807dd80cee582b" providerId="LiveId" clId="{F79782EE-D85D-46E2-B3E9-FAE15D6BED98}" dt="2026-05-19T05:22:24.348" v="198" actId="14100"/>
          <ac:picMkLst>
            <pc:docMk/>
            <pc:sldMk cId="3572415748" sldId="256"/>
            <ac:picMk id="13" creationId="{E6F55C61-52F6-FA42-3CBD-AFFC4B79CF27}"/>
          </ac:picMkLst>
        </pc:picChg>
        <pc:cxnChg chg="add mod">
          <ac:chgData name="克利 寳迫" userId="d1807dd80cee582b" providerId="LiveId" clId="{F79782EE-D85D-46E2-B3E9-FAE15D6BED98}" dt="2026-05-19T04:58:53.442" v="94" actId="1076"/>
          <ac:cxnSpMkLst>
            <pc:docMk/>
            <pc:sldMk cId="3572415748" sldId="256"/>
            <ac:cxnSpMk id="15" creationId="{25CF9F78-9BF9-10D7-9C9B-DB19AB196472}"/>
          </ac:cxnSpMkLst>
        </pc:cxnChg>
        <pc:cxnChg chg="add mod">
          <ac:chgData name="克利 寳迫" userId="d1807dd80cee582b" providerId="LiveId" clId="{F79782EE-D85D-46E2-B3E9-FAE15D6BED98}" dt="2026-05-19T04:58:53.442" v="94" actId="1076"/>
          <ac:cxnSpMkLst>
            <pc:docMk/>
            <pc:sldMk cId="3572415748" sldId="256"/>
            <ac:cxnSpMk id="16" creationId="{D4535D3C-20AA-752D-66EB-4397FE0F039C}"/>
          </ac:cxnSpMkLst>
        </pc:cxnChg>
        <pc:cxnChg chg="add mod">
          <ac:chgData name="克利 寳迫" userId="d1807dd80cee582b" providerId="LiveId" clId="{F79782EE-D85D-46E2-B3E9-FAE15D6BED98}" dt="2026-05-19T05:00:44.170" v="133" actId="1036"/>
          <ac:cxnSpMkLst>
            <pc:docMk/>
            <pc:sldMk cId="3572415748" sldId="256"/>
            <ac:cxnSpMk id="18" creationId="{2D17BD24-3EEA-3DAA-936D-F91071DEF6FE}"/>
          </ac:cxnSpMkLst>
        </pc:cxnChg>
      </pc:sldChg>
      <pc:sldChg chg="addSp delSp modSp new mod">
        <pc:chgData name="克利 寳迫" userId="d1807dd80cee582b" providerId="LiveId" clId="{F79782EE-D85D-46E2-B3E9-FAE15D6BED98}" dt="2026-05-19T05:22:07.794" v="197" actId="14100"/>
        <pc:sldMkLst>
          <pc:docMk/>
          <pc:sldMk cId="3471162126" sldId="257"/>
        </pc:sldMkLst>
        <pc:spChg chg="del">
          <ac:chgData name="克利 寳迫" userId="d1807dd80cee582b" providerId="LiveId" clId="{F79782EE-D85D-46E2-B3E9-FAE15D6BED98}" dt="2026-05-19T05:21:29.376" v="189" actId="478"/>
          <ac:spMkLst>
            <pc:docMk/>
            <pc:sldMk cId="3471162126" sldId="257"/>
            <ac:spMk id="2" creationId="{EF7384FE-AF57-9541-D683-DA067A204456}"/>
          </ac:spMkLst>
        </pc:spChg>
        <pc:spChg chg="del">
          <ac:chgData name="克利 寳迫" userId="d1807dd80cee582b" providerId="LiveId" clId="{F79782EE-D85D-46E2-B3E9-FAE15D6BED98}" dt="2026-05-19T05:21:19.011" v="187"/>
          <ac:spMkLst>
            <pc:docMk/>
            <pc:sldMk cId="3471162126" sldId="257"/>
            <ac:spMk id="3" creationId="{4A52FA82-F196-D5CF-3A06-38B02F3118BE}"/>
          </ac:spMkLst>
        </pc:spChg>
        <pc:spChg chg="add del mod">
          <ac:chgData name="克利 寳迫" userId="d1807dd80cee582b" providerId="LiveId" clId="{F79782EE-D85D-46E2-B3E9-FAE15D6BED98}" dt="2026-05-19T05:21:29.376" v="189" actId="478"/>
          <ac:spMkLst>
            <pc:docMk/>
            <pc:sldMk cId="3471162126" sldId="257"/>
            <ac:spMk id="7" creationId="{52EC8E3C-DC91-FB55-536F-2FB8BC766FBE}"/>
          </ac:spMkLst>
        </pc:spChg>
        <pc:picChg chg="add del mod ord">
          <ac:chgData name="克利 寳迫" userId="d1807dd80cee582b" providerId="LiveId" clId="{F79782EE-D85D-46E2-B3E9-FAE15D6BED98}" dt="2026-05-19T05:21:22.090" v="188" actId="478"/>
          <ac:picMkLst>
            <pc:docMk/>
            <pc:sldMk cId="3471162126" sldId="257"/>
            <ac:picMk id="5" creationId="{F4659341-1666-ABF5-9841-C43A0D78A528}"/>
          </ac:picMkLst>
        </pc:picChg>
        <pc:picChg chg="add mod">
          <ac:chgData name="克利 寳迫" userId="d1807dd80cee582b" providerId="LiveId" clId="{F79782EE-D85D-46E2-B3E9-FAE15D6BED98}" dt="2026-05-19T05:22:07.794" v="197" actId="14100"/>
          <ac:picMkLst>
            <pc:docMk/>
            <pc:sldMk cId="3471162126" sldId="257"/>
            <ac:picMk id="8" creationId="{FBD36F32-6A2C-39A9-2923-335BDF3B6BAF}"/>
          </ac:picMkLst>
        </pc:picChg>
        <pc:picChg chg="add mod">
          <ac:chgData name="克利 寳迫" userId="d1807dd80cee582b" providerId="LiveId" clId="{F79782EE-D85D-46E2-B3E9-FAE15D6BED98}" dt="2026-05-19T05:22:07.794" v="197" actId="14100"/>
          <ac:picMkLst>
            <pc:docMk/>
            <pc:sldMk cId="3471162126" sldId="257"/>
            <ac:picMk id="9" creationId="{5D0BCC34-B99B-814A-DBCA-8E46328E706F}"/>
          </ac:picMkLst>
        </pc:picChg>
        <pc:picChg chg="add mod">
          <ac:chgData name="克利 寳迫" userId="d1807dd80cee582b" providerId="LiveId" clId="{F79782EE-D85D-46E2-B3E9-FAE15D6BED98}" dt="2026-05-19T05:22:07.794" v="197" actId="14100"/>
          <ac:picMkLst>
            <pc:docMk/>
            <pc:sldMk cId="3471162126" sldId="257"/>
            <ac:picMk id="10" creationId="{5AEC339F-6326-1157-6F50-281BEED8E3E5}"/>
          </ac:picMkLst>
        </pc:picChg>
        <pc:picChg chg="add mod">
          <ac:chgData name="克利 寳迫" userId="d1807dd80cee582b" providerId="LiveId" clId="{F79782EE-D85D-46E2-B3E9-FAE15D6BED98}" dt="2026-05-19T05:22:07.794" v="197" actId="14100"/>
          <ac:picMkLst>
            <pc:docMk/>
            <pc:sldMk cId="3471162126" sldId="257"/>
            <ac:picMk id="12" creationId="{80C38952-AEBF-79FA-83D8-330CCCF2AF98}"/>
          </ac:picMkLst>
        </pc:picChg>
      </pc:sldChg>
      <pc:sldChg chg="new">
        <pc:chgData name="克利 寳迫" userId="d1807dd80cee582b" providerId="LiveId" clId="{F79782EE-D85D-46E2-B3E9-FAE15D6BED98}" dt="2026-05-19T05:21:14.605" v="185" actId="680"/>
        <pc:sldMkLst>
          <pc:docMk/>
          <pc:sldMk cId="977605083" sldId="258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8740EE-CAA8-12FC-4505-F6D5E4BFDA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15E1E39-03D1-3E6E-D059-0A20479ADB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D09E32-BFA2-761C-50AE-CC57850DD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EC404D8-D59E-2AA1-7928-CB0E8F9B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54BB95E-77D2-2C63-95CC-C4711981B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8883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4412CC-874D-E403-1807-47714AE11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77E753F-157E-4E91-C9E4-40247164B1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1BE0BA8-2EBB-4CE0-5C7D-0A49F5B2D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90B9E4-ABDB-93A4-F92A-1D3014CE0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77E87AC-EC45-EC9B-DEBD-A9BBFEA6C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57006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7C7CB4-51FB-0C84-C68C-23DEC111D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E63640-5CEC-C89C-6CFD-BA3C9E5D9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FA8305-1CAA-4117-FDDE-01F178579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D7223E1-B6A2-9F2E-5F95-36582D78F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6F0927-0193-9462-C0A2-B64DD7B99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54529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A64F24-6775-2BC0-F061-124F05AD8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91E59AA-B849-6B90-AB91-A1B2C0AA30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E5F27CF-218D-CA85-04E5-5E31D84C81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7D33114-55BE-950C-6E7B-DDA335F58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CBAD170-F325-D926-E19B-85CE7FD5F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A21C2C5-616B-6BDD-B88A-1D153AA9C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8232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4F9446-0644-15C0-E3CC-38C5F9509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6F66D90-5D10-4913-C939-0B522FC8C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D81E043-5633-B5BD-076B-23F1626B5B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65DB3A-47CC-F356-2064-3015808DD4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C0E8DF0-FEEF-9906-EA66-5F1414F791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2964048-FA12-6AF7-B00C-6620A5C5F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AFF51C3-6115-2B28-F1EC-EC35A5E05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D389030-DD31-58ED-9FBF-BB9A43023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6114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67B5D1-C195-FDB3-AA68-B14F5488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A22AA4D-D478-38D3-635E-1F620D17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2371759-8162-CA96-94AD-5C4312CA7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B32088F-76AC-AFCC-10A7-22CF7A85C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58449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FC778E3-F9A9-6712-3A74-BAE5CD900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FC5A8DA-4F31-8292-A793-9A32428DF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CCA21D0-074B-20BD-6DDD-1F1CFDC79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0099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5E2D6D-6289-3AA3-0166-87E3E99E7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7268053-7164-339B-0235-AF0BEEAFA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44EC6EB-C647-E08D-D4FC-859532B4A9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E03F049-5081-855C-49C7-FBED2A9E3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C68773-84A2-4C93-E255-A0DA38230E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35F9283-3637-BF55-4040-1D3A1D15F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7395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EF1FE1-A11B-D216-6CB0-25BDF8AE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7C26A13-D9D8-0CAF-08B1-C8BCFFA828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6517C8B-A3AA-DCF3-E478-AEC0DDAAC0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8A1C442-D5D2-F5AD-9757-EDDAF5614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892B0DF-2268-677A-8403-B1B3A238A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FC85624-BA17-B898-F388-D72D358E6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68569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BCD512-4566-12C5-4C93-78DD994E0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062D781-1AE2-E82F-F4C1-E891EEBB08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1F25062-CC64-6DDD-8C6B-B759C0135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4B3500D-1561-8458-059B-7BCA201A9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8F8861-D818-B9D0-4F29-EA280F85F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4161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05DD3F9-AA66-3767-F0CC-AB43B06A93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D044C5-E2AB-ED2D-E072-DDA74494A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CF2C1A0-AFD7-36EE-CBE9-79A455025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FDF444-4C4F-2E77-99E5-A0CD61A18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5A5D16C-4F8E-0B0C-2A66-CB744D111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75693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E166D45-C61D-59A4-75DB-1D375F6D7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9FE84D1-AE4A-1460-3D24-B99E632DD1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C57498C-A012-4EC3-F865-604983818B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768167-0C55-4A67-A7A5-438788F12358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1A6E81E-DAF0-8AA4-E4FB-EF651018E0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8ED347-CBAC-80E1-4C9D-521A99465F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5D85FA-10A1-4EAE-9DC2-D735394E39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43344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1AF6C91-1DE8-7F42-0DD0-9B836D8DA5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27" t="623" r="1181" b="35749"/>
          <a:stretch>
            <a:fillRect/>
          </a:stretch>
        </p:blipFill>
        <p:spPr>
          <a:xfrm>
            <a:off x="247650" y="1588678"/>
            <a:ext cx="6120000" cy="426243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D361C6C9-3372-70CD-0963-2EB5017193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30" t="5969" r="4105" b="20956"/>
          <a:stretch>
            <a:fillRect/>
          </a:stretch>
        </p:blipFill>
        <p:spPr>
          <a:xfrm>
            <a:off x="1184162" y="1276373"/>
            <a:ext cx="6120000" cy="4589239"/>
          </a:xfrm>
          <a:prstGeom prst="rect">
            <a:avLst/>
          </a:prstGeom>
        </p:spPr>
      </p:pic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A84F3BA9-BF8B-65D5-624C-54F089D96A8C}"/>
              </a:ext>
            </a:extLst>
          </p:cNvPr>
          <p:cNvGrpSpPr/>
          <p:nvPr/>
        </p:nvGrpSpPr>
        <p:grpSpPr>
          <a:xfrm>
            <a:off x="4408714" y="-2608414"/>
            <a:ext cx="6120000" cy="8944577"/>
            <a:chOff x="6506937" y="-600076"/>
            <a:chExt cx="5848349" cy="8944577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52A94B49-0419-691D-8D8C-3C1CE86D21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3652" t="2061" r="1462"/>
            <a:stretch>
              <a:fillRect/>
            </a:stretch>
          </p:blipFill>
          <p:spPr>
            <a:xfrm>
              <a:off x="6506937" y="-600076"/>
              <a:ext cx="5848349" cy="6614959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2D1F3F21-CCD0-A206-E504-F3D20FA5DB4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2437" r="1788" b="21663"/>
            <a:stretch>
              <a:fillRect/>
            </a:stretch>
          </p:blipFill>
          <p:spPr>
            <a:xfrm>
              <a:off x="6506938" y="3844545"/>
              <a:ext cx="5848348" cy="4499956"/>
            </a:xfrm>
            <a:prstGeom prst="rect">
              <a:avLst/>
            </a:prstGeom>
          </p:spPr>
        </p:pic>
      </p:grpSp>
      <p:pic>
        <p:nvPicPr>
          <p:cNvPr id="13" name="図 12">
            <a:extLst>
              <a:ext uri="{FF2B5EF4-FFF2-40B4-BE49-F238E27FC236}">
                <a16:creationId xmlns:a16="http://schemas.microsoft.com/office/drawing/2014/main" id="{E6F55C61-52F6-FA42-3CBD-AFFC4B79CF2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832" t="2220" r="4403" b="1631"/>
          <a:stretch>
            <a:fillRect/>
          </a:stretch>
        </p:blipFill>
        <p:spPr>
          <a:xfrm>
            <a:off x="7157643" y="521837"/>
            <a:ext cx="6120000" cy="5875491"/>
          </a:xfrm>
          <a:prstGeom prst="rect">
            <a:avLst/>
          </a:prstGeom>
        </p:spPr>
      </p:pic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25CF9F78-9BF9-10D7-9C9B-DB19AB196472}"/>
              </a:ext>
            </a:extLst>
          </p:cNvPr>
          <p:cNvCxnSpPr>
            <a:cxnSpLocks/>
          </p:cNvCxnSpPr>
          <p:nvPr/>
        </p:nvCxnSpPr>
        <p:spPr>
          <a:xfrm>
            <a:off x="3030311" y="277132"/>
            <a:ext cx="0" cy="8926286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D4535D3C-20AA-752D-66EB-4397FE0F039C}"/>
              </a:ext>
            </a:extLst>
          </p:cNvPr>
          <p:cNvCxnSpPr>
            <a:cxnSpLocks/>
          </p:cNvCxnSpPr>
          <p:nvPr/>
        </p:nvCxnSpPr>
        <p:spPr>
          <a:xfrm>
            <a:off x="8878661" y="277132"/>
            <a:ext cx="0" cy="8926286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2D17BD24-3EEA-3DAA-936D-F91071DEF6FE}"/>
              </a:ext>
            </a:extLst>
          </p:cNvPr>
          <p:cNvCxnSpPr/>
          <p:nvPr/>
        </p:nvCxnSpPr>
        <p:spPr>
          <a:xfrm>
            <a:off x="1343025" y="638175"/>
            <a:ext cx="932497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24157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FBD36F32-6A2C-39A9-2923-335BDF3B6B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27" t="623" r="1181" b="35749"/>
          <a:stretch>
            <a:fillRect/>
          </a:stretch>
        </p:blipFill>
        <p:spPr>
          <a:xfrm>
            <a:off x="1934936" y="-1759486"/>
            <a:ext cx="6120000" cy="426243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5D0BCC34-B99B-814A-DBCA-8E46328E70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30" t="5969" r="4105" b="20956"/>
          <a:stretch>
            <a:fillRect/>
          </a:stretch>
        </p:blipFill>
        <p:spPr>
          <a:xfrm>
            <a:off x="502434" y="891710"/>
            <a:ext cx="6120000" cy="458923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5AEC339F-6326-1157-6F50-281BEED8E3E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832" t="2220" r="4403" b="1631"/>
          <a:stretch>
            <a:fillRect/>
          </a:stretch>
        </p:blipFill>
        <p:spPr>
          <a:xfrm>
            <a:off x="7783285" y="277132"/>
            <a:ext cx="6120000" cy="5875491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80C38952-AEBF-79FA-83D8-330CCCF2AF9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8337" y="196296"/>
            <a:ext cx="6120000" cy="9358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162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40B049C-D724-E266-73EA-B091A5F84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E3B5C5D-1A5E-45DB-2488-ADFC616DC2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7605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0</Words>
  <Application>Microsoft Office PowerPoint</Application>
  <PresentationFormat>ワイド画面</PresentationFormat>
  <Paragraphs>0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克利 寳迫</dc:creator>
  <cp:lastModifiedBy>克利 寳迫</cp:lastModifiedBy>
  <cp:revision>1</cp:revision>
  <dcterms:created xsi:type="dcterms:W3CDTF">2026-05-19T04:47:41Z</dcterms:created>
  <dcterms:modified xsi:type="dcterms:W3CDTF">2026-05-19T05:22:24Z</dcterms:modified>
</cp:coreProperties>
</file>