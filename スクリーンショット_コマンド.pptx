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4" r:id="rId5"/>
    <p:sldId id="265" r:id="rId6"/>
    <p:sldId id="266" r:id="rId7"/>
    <p:sldId id="267" r:id="rId8"/>
    <p:sldId id="268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850639-B620-4AD3-932A-92749A1EA4CD}" v="26" dt="2026-05-19T06:51:57.2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9" autoAdjust="0"/>
    <p:restoredTop sz="94660"/>
  </p:normalViewPr>
  <p:slideViewPr>
    <p:cSldViewPr snapToGrid="0">
      <p:cViewPr varScale="1">
        <p:scale>
          <a:sx n="27" d="100"/>
          <a:sy n="27" d="100"/>
        </p:scale>
        <p:origin x="72" y="9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克利 寳迫" userId="d1807dd80cee582b" providerId="LiveId" clId="{F79782EE-D85D-46E2-B3E9-FAE15D6BED98}"/>
    <pc:docChg chg="undo redo custSel addSld delSld modSld">
      <pc:chgData name="克利 寳迫" userId="d1807dd80cee582b" providerId="LiveId" clId="{F79782EE-D85D-46E2-B3E9-FAE15D6BED98}" dt="2026-05-19T07:00:03.743" v="827" actId="732"/>
      <pc:docMkLst>
        <pc:docMk/>
      </pc:docMkLst>
      <pc:sldChg chg="addSp delSp modSp mod modShow">
        <pc:chgData name="克利 寳迫" userId="d1807dd80cee582b" providerId="LiveId" clId="{F79782EE-D85D-46E2-B3E9-FAE15D6BED98}" dt="2026-05-19T06:44:47.065" v="696" actId="729"/>
        <pc:sldMkLst>
          <pc:docMk/>
          <pc:sldMk cId="3572415748" sldId="256"/>
        </pc:sldMkLst>
        <pc:spChg chg="del">
          <ac:chgData name="克利 寳迫" userId="d1807dd80cee582b" providerId="LiveId" clId="{F79782EE-D85D-46E2-B3E9-FAE15D6BED98}" dt="2026-05-19T04:48:00.706" v="0" actId="478"/>
          <ac:spMkLst>
            <pc:docMk/>
            <pc:sldMk cId="3572415748" sldId="256"/>
            <ac:spMk id="2" creationId="{BB85A9BD-BA17-3A8C-D507-20E81198F201}"/>
          </ac:spMkLst>
        </pc:spChg>
        <pc:spChg chg="del">
          <ac:chgData name="克利 寳迫" userId="d1807dd80cee582b" providerId="LiveId" clId="{F79782EE-D85D-46E2-B3E9-FAE15D6BED98}" dt="2026-05-19T04:48:00.706" v="0" actId="478"/>
          <ac:spMkLst>
            <pc:docMk/>
            <pc:sldMk cId="3572415748" sldId="256"/>
            <ac:spMk id="3" creationId="{85A67D60-B678-9FA0-4DD9-66A5158C0D13}"/>
          </ac:spMkLst>
        </pc:spChg>
        <pc:grpChg chg="add mod">
          <ac:chgData name="克利 寳迫" userId="d1807dd80cee582b" providerId="LiveId" clId="{F79782EE-D85D-46E2-B3E9-FAE15D6BED98}" dt="2026-05-19T05:22:24.348" v="198" actId="14100"/>
          <ac:grpSpMkLst>
            <pc:docMk/>
            <pc:sldMk cId="3572415748" sldId="256"/>
            <ac:grpSpMk id="19" creationId="{A84F3BA9-BF8B-65D5-624C-54F089D96A8C}"/>
          </ac:grpSpMkLst>
        </pc:grpChg>
        <pc:picChg chg="add mod modCrop">
          <ac:chgData name="克利 寳迫" userId="d1807dd80cee582b" providerId="LiveId" clId="{F79782EE-D85D-46E2-B3E9-FAE15D6BED98}" dt="2026-05-19T05:22:24.348" v="198" actId="14100"/>
          <ac:picMkLst>
            <pc:docMk/>
            <pc:sldMk cId="3572415748" sldId="256"/>
            <ac:picMk id="5" creationId="{E1AF6C91-1DE8-7F42-0DD0-9B836D8DA5FA}"/>
          </ac:picMkLst>
        </pc:picChg>
        <pc:picChg chg="add mod modCrop">
          <ac:chgData name="克利 寳迫" userId="d1807dd80cee582b" providerId="LiveId" clId="{F79782EE-D85D-46E2-B3E9-FAE15D6BED98}" dt="2026-05-19T05:22:24.348" v="198" actId="14100"/>
          <ac:picMkLst>
            <pc:docMk/>
            <pc:sldMk cId="3572415748" sldId="256"/>
            <ac:picMk id="7" creationId="{D361C6C9-3372-70CD-0963-2EB501719370}"/>
          </ac:picMkLst>
        </pc:picChg>
        <pc:picChg chg="add mod modCrop">
          <ac:chgData name="克利 寳迫" userId="d1807dd80cee582b" providerId="LiveId" clId="{F79782EE-D85D-46E2-B3E9-FAE15D6BED98}" dt="2026-05-19T05:02:33.053" v="154" actId="164"/>
          <ac:picMkLst>
            <pc:docMk/>
            <pc:sldMk cId="3572415748" sldId="256"/>
            <ac:picMk id="9" creationId="{52A94B49-0419-691D-8D8C-3C1CE86D21AF}"/>
          </ac:picMkLst>
        </pc:picChg>
        <pc:picChg chg="add mod modCrop">
          <ac:chgData name="克利 寳迫" userId="d1807dd80cee582b" providerId="LiveId" clId="{F79782EE-D85D-46E2-B3E9-FAE15D6BED98}" dt="2026-05-19T05:18:01.910" v="181" actId="732"/>
          <ac:picMkLst>
            <pc:docMk/>
            <pc:sldMk cId="3572415748" sldId="256"/>
            <ac:picMk id="11" creationId="{2D1F3F21-CCD0-A206-E504-F3D20FA5DB49}"/>
          </ac:picMkLst>
        </pc:picChg>
        <pc:picChg chg="add mod modCrop">
          <ac:chgData name="克利 寳迫" userId="d1807dd80cee582b" providerId="LiveId" clId="{F79782EE-D85D-46E2-B3E9-FAE15D6BED98}" dt="2026-05-19T05:22:24.348" v="198" actId="14100"/>
          <ac:picMkLst>
            <pc:docMk/>
            <pc:sldMk cId="3572415748" sldId="256"/>
            <ac:picMk id="13" creationId="{E6F55C61-52F6-FA42-3CBD-AFFC4B79CF27}"/>
          </ac:picMkLst>
        </pc:picChg>
        <pc:cxnChg chg="add del mod">
          <ac:chgData name="克利 寳迫" userId="d1807dd80cee582b" providerId="LiveId" clId="{F79782EE-D85D-46E2-B3E9-FAE15D6BED98}" dt="2026-05-19T05:57:48.185" v="329" actId="21"/>
          <ac:cxnSpMkLst>
            <pc:docMk/>
            <pc:sldMk cId="3572415748" sldId="256"/>
            <ac:cxnSpMk id="15" creationId="{25CF9F78-9BF9-10D7-9C9B-DB19AB196472}"/>
          </ac:cxnSpMkLst>
        </pc:cxnChg>
        <pc:cxnChg chg="add mod">
          <ac:chgData name="克利 寳迫" userId="d1807dd80cee582b" providerId="LiveId" clId="{F79782EE-D85D-46E2-B3E9-FAE15D6BED98}" dt="2026-05-19T04:58:53.442" v="94" actId="1076"/>
          <ac:cxnSpMkLst>
            <pc:docMk/>
            <pc:sldMk cId="3572415748" sldId="256"/>
            <ac:cxnSpMk id="16" creationId="{D4535D3C-20AA-752D-66EB-4397FE0F039C}"/>
          </ac:cxnSpMkLst>
        </pc:cxnChg>
        <pc:cxnChg chg="add mod">
          <ac:chgData name="克利 寳迫" userId="d1807dd80cee582b" providerId="LiveId" clId="{F79782EE-D85D-46E2-B3E9-FAE15D6BED98}" dt="2026-05-19T05:00:44.170" v="133" actId="1036"/>
          <ac:cxnSpMkLst>
            <pc:docMk/>
            <pc:sldMk cId="3572415748" sldId="256"/>
            <ac:cxnSpMk id="18" creationId="{2D17BD24-3EEA-3DAA-936D-F91071DEF6FE}"/>
          </ac:cxnSpMkLst>
        </pc:cxnChg>
      </pc:sldChg>
      <pc:sldChg chg="addSp delSp modSp new del mod">
        <pc:chgData name="克利 寳迫" userId="d1807dd80cee582b" providerId="LiveId" clId="{F79782EE-D85D-46E2-B3E9-FAE15D6BED98}" dt="2026-05-19T05:48:22.407" v="199" actId="47"/>
        <pc:sldMkLst>
          <pc:docMk/>
          <pc:sldMk cId="3471162126" sldId="257"/>
        </pc:sldMkLst>
        <pc:spChg chg="del">
          <ac:chgData name="克利 寳迫" userId="d1807dd80cee582b" providerId="LiveId" clId="{F79782EE-D85D-46E2-B3E9-FAE15D6BED98}" dt="2026-05-19T05:21:29.376" v="189" actId="478"/>
          <ac:spMkLst>
            <pc:docMk/>
            <pc:sldMk cId="3471162126" sldId="257"/>
            <ac:spMk id="2" creationId="{EF7384FE-AF57-9541-D683-DA067A204456}"/>
          </ac:spMkLst>
        </pc:spChg>
        <pc:spChg chg="del">
          <ac:chgData name="克利 寳迫" userId="d1807dd80cee582b" providerId="LiveId" clId="{F79782EE-D85D-46E2-B3E9-FAE15D6BED98}" dt="2026-05-19T05:21:19.011" v="187"/>
          <ac:spMkLst>
            <pc:docMk/>
            <pc:sldMk cId="3471162126" sldId="257"/>
            <ac:spMk id="3" creationId="{4A52FA82-F196-D5CF-3A06-38B02F3118BE}"/>
          </ac:spMkLst>
        </pc:spChg>
        <pc:spChg chg="add del mod">
          <ac:chgData name="克利 寳迫" userId="d1807dd80cee582b" providerId="LiveId" clId="{F79782EE-D85D-46E2-B3E9-FAE15D6BED98}" dt="2026-05-19T05:21:29.376" v="189" actId="478"/>
          <ac:spMkLst>
            <pc:docMk/>
            <pc:sldMk cId="3471162126" sldId="257"/>
            <ac:spMk id="7" creationId="{52EC8E3C-DC91-FB55-536F-2FB8BC766FBE}"/>
          </ac:spMkLst>
        </pc:spChg>
        <pc:picChg chg="add del mod ord">
          <ac:chgData name="克利 寳迫" userId="d1807dd80cee582b" providerId="LiveId" clId="{F79782EE-D85D-46E2-B3E9-FAE15D6BED98}" dt="2026-05-19T05:21:22.090" v="188" actId="478"/>
          <ac:picMkLst>
            <pc:docMk/>
            <pc:sldMk cId="3471162126" sldId="257"/>
            <ac:picMk id="5" creationId="{F4659341-1666-ABF5-9841-C43A0D78A528}"/>
          </ac:picMkLst>
        </pc:picChg>
        <pc:picChg chg="add mod">
          <ac:chgData name="克利 寳迫" userId="d1807dd80cee582b" providerId="LiveId" clId="{F79782EE-D85D-46E2-B3E9-FAE15D6BED98}" dt="2026-05-19T05:22:07.794" v="197" actId="14100"/>
          <ac:picMkLst>
            <pc:docMk/>
            <pc:sldMk cId="3471162126" sldId="257"/>
            <ac:picMk id="8" creationId="{FBD36F32-6A2C-39A9-2923-335BDF3B6BAF}"/>
          </ac:picMkLst>
        </pc:picChg>
        <pc:picChg chg="add mod">
          <ac:chgData name="克利 寳迫" userId="d1807dd80cee582b" providerId="LiveId" clId="{F79782EE-D85D-46E2-B3E9-FAE15D6BED98}" dt="2026-05-19T05:22:07.794" v="197" actId="14100"/>
          <ac:picMkLst>
            <pc:docMk/>
            <pc:sldMk cId="3471162126" sldId="257"/>
            <ac:picMk id="9" creationId="{5D0BCC34-B99B-814A-DBCA-8E46328E706F}"/>
          </ac:picMkLst>
        </pc:picChg>
        <pc:picChg chg="add mod">
          <ac:chgData name="克利 寳迫" userId="d1807dd80cee582b" providerId="LiveId" clId="{F79782EE-D85D-46E2-B3E9-FAE15D6BED98}" dt="2026-05-19T05:22:07.794" v="197" actId="14100"/>
          <ac:picMkLst>
            <pc:docMk/>
            <pc:sldMk cId="3471162126" sldId="257"/>
            <ac:picMk id="10" creationId="{5AEC339F-6326-1157-6F50-281BEED8E3E5}"/>
          </ac:picMkLst>
        </pc:picChg>
        <pc:picChg chg="add mod">
          <ac:chgData name="克利 寳迫" userId="d1807dd80cee582b" providerId="LiveId" clId="{F79782EE-D85D-46E2-B3E9-FAE15D6BED98}" dt="2026-05-19T05:22:07.794" v="197" actId="14100"/>
          <ac:picMkLst>
            <pc:docMk/>
            <pc:sldMk cId="3471162126" sldId="257"/>
            <ac:picMk id="12" creationId="{80C38952-AEBF-79FA-83D8-330CCCF2AF98}"/>
          </ac:picMkLst>
        </pc:picChg>
      </pc:sldChg>
      <pc:sldChg chg="addSp delSp modSp new mod modShow">
        <pc:chgData name="克利 寳迫" userId="d1807dd80cee582b" providerId="LiveId" clId="{F79782EE-D85D-46E2-B3E9-FAE15D6BED98}" dt="2026-05-19T06:44:47.065" v="696" actId="729"/>
        <pc:sldMkLst>
          <pc:docMk/>
          <pc:sldMk cId="977605083" sldId="258"/>
        </pc:sldMkLst>
        <pc:spChg chg="del">
          <ac:chgData name="克利 寳迫" userId="d1807dd80cee582b" providerId="LiveId" clId="{F79782EE-D85D-46E2-B3E9-FAE15D6BED98}" dt="2026-05-19T05:48:24.723" v="200" actId="478"/>
          <ac:spMkLst>
            <pc:docMk/>
            <pc:sldMk cId="977605083" sldId="258"/>
            <ac:spMk id="2" creationId="{D40B049C-D724-E266-73EA-B091A5F84007}"/>
          </ac:spMkLst>
        </pc:spChg>
        <pc:spChg chg="del">
          <ac:chgData name="克利 寳迫" userId="d1807dd80cee582b" providerId="LiveId" clId="{F79782EE-D85D-46E2-B3E9-FAE15D6BED98}" dt="2026-05-19T05:48:24.723" v="200" actId="478"/>
          <ac:spMkLst>
            <pc:docMk/>
            <pc:sldMk cId="977605083" sldId="258"/>
            <ac:spMk id="3" creationId="{0E3B5C5D-1A5E-45DB-2488-ADFC616DC2C5}"/>
          </ac:spMkLst>
        </pc:spChg>
        <pc:picChg chg="add mod modCrop">
          <ac:chgData name="克利 寳迫" userId="d1807dd80cee582b" providerId="LiveId" clId="{F79782EE-D85D-46E2-B3E9-FAE15D6BED98}" dt="2026-05-19T06:37:06.926" v="506" actId="732"/>
          <ac:picMkLst>
            <pc:docMk/>
            <pc:sldMk cId="977605083" sldId="258"/>
            <ac:picMk id="5" creationId="{D8FEED86-BF64-5BEE-9B31-F2EA7E24D5A5}"/>
          </ac:picMkLst>
        </pc:picChg>
        <pc:picChg chg="add mod modCrop">
          <ac:chgData name="克利 寳迫" userId="d1807dd80cee582b" providerId="LiveId" clId="{F79782EE-D85D-46E2-B3E9-FAE15D6BED98}" dt="2026-05-19T06:37:00.821" v="504" actId="732"/>
          <ac:picMkLst>
            <pc:docMk/>
            <pc:sldMk cId="977605083" sldId="258"/>
            <ac:picMk id="7" creationId="{73A8D386-3F58-8A62-7289-74FDA4B7FA12}"/>
          </ac:picMkLst>
        </pc:picChg>
        <pc:picChg chg="add del mod modCrop">
          <ac:chgData name="克利 寳迫" userId="d1807dd80cee582b" providerId="LiveId" clId="{F79782EE-D85D-46E2-B3E9-FAE15D6BED98}" dt="2026-05-19T06:36:51.889" v="502" actId="732"/>
          <ac:picMkLst>
            <pc:docMk/>
            <pc:sldMk cId="977605083" sldId="258"/>
            <ac:picMk id="9" creationId="{23005A4A-7D6D-6970-2169-958AB3435B5C}"/>
          </ac:picMkLst>
        </pc:picChg>
        <pc:picChg chg="add mod modCrop">
          <ac:chgData name="克利 寳迫" userId="d1807dd80cee582b" providerId="LiveId" clId="{F79782EE-D85D-46E2-B3E9-FAE15D6BED98}" dt="2026-05-19T06:36:44.719" v="500" actId="732"/>
          <ac:picMkLst>
            <pc:docMk/>
            <pc:sldMk cId="977605083" sldId="258"/>
            <ac:picMk id="10" creationId="{799501F3-9A0F-04CB-0B8A-F912AEFE578A}"/>
          </ac:picMkLst>
        </pc:picChg>
        <pc:picChg chg="add mod modCrop">
          <ac:chgData name="克利 寳迫" userId="d1807dd80cee582b" providerId="LiveId" clId="{F79782EE-D85D-46E2-B3E9-FAE15D6BED98}" dt="2026-05-19T06:36:35.554" v="498" actId="732"/>
          <ac:picMkLst>
            <pc:docMk/>
            <pc:sldMk cId="977605083" sldId="258"/>
            <ac:picMk id="11" creationId="{57AE720E-C4F9-91F8-6FA7-3FF519B9B6C1}"/>
          </ac:picMkLst>
        </pc:picChg>
        <pc:picChg chg="add mod modCrop">
          <ac:chgData name="克利 寳迫" userId="d1807dd80cee582b" providerId="LiveId" clId="{F79782EE-D85D-46E2-B3E9-FAE15D6BED98}" dt="2026-05-19T06:36:23.245" v="496" actId="732"/>
          <ac:picMkLst>
            <pc:docMk/>
            <pc:sldMk cId="977605083" sldId="258"/>
            <ac:picMk id="12" creationId="{7EF528B2-5226-E16C-4FE6-72DBD5492070}"/>
          </ac:picMkLst>
        </pc:picChg>
        <pc:picChg chg="add del mod">
          <ac:chgData name="克利 寳迫" userId="d1807dd80cee582b" providerId="LiveId" clId="{F79782EE-D85D-46E2-B3E9-FAE15D6BED98}" dt="2026-05-19T06:00:10.944" v="332" actId="478"/>
          <ac:picMkLst>
            <pc:docMk/>
            <pc:sldMk cId="977605083" sldId="258"/>
            <ac:picMk id="13" creationId="{980BB00D-33A0-22FA-7B2E-0069ADB24A55}"/>
          </ac:picMkLst>
        </pc:picChg>
        <pc:picChg chg="add del mod">
          <ac:chgData name="克利 寳迫" userId="d1807dd80cee582b" providerId="LiveId" clId="{F79782EE-D85D-46E2-B3E9-FAE15D6BED98}" dt="2026-05-19T05:56:46.409" v="299" actId="22"/>
          <ac:picMkLst>
            <pc:docMk/>
            <pc:sldMk cId="977605083" sldId="258"/>
            <ac:picMk id="15" creationId="{F98C7539-08E5-E87C-3D6A-7D58835636AC}"/>
          </ac:picMkLst>
        </pc:picChg>
        <pc:picChg chg="add del mod">
          <ac:chgData name="克利 寳迫" userId="d1807dd80cee582b" providerId="LiveId" clId="{F79782EE-D85D-46E2-B3E9-FAE15D6BED98}" dt="2026-05-19T06:03:05.248" v="365" actId="478"/>
          <ac:picMkLst>
            <pc:docMk/>
            <pc:sldMk cId="977605083" sldId="258"/>
            <ac:picMk id="18" creationId="{12F0D06C-8EE8-8BD7-F342-8C560454B9C2}"/>
          </ac:picMkLst>
        </pc:picChg>
        <pc:picChg chg="add mod modCrop">
          <ac:chgData name="克利 寳迫" userId="d1807dd80cee582b" providerId="LiveId" clId="{F79782EE-D85D-46E2-B3E9-FAE15D6BED98}" dt="2026-05-19T06:36:12.250" v="494" actId="732"/>
          <ac:picMkLst>
            <pc:docMk/>
            <pc:sldMk cId="977605083" sldId="258"/>
            <ac:picMk id="20" creationId="{0F1BFCCF-9EEE-4CD1-4A9D-B8804724090E}"/>
          </ac:picMkLst>
        </pc:picChg>
        <pc:cxnChg chg="add del mod">
          <ac:chgData name="克利 寳迫" userId="d1807dd80cee582b" providerId="LiveId" clId="{F79782EE-D85D-46E2-B3E9-FAE15D6BED98}" dt="2026-05-19T06:04:20.512" v="385" actId="478"/>
          <ac:cxnSpMkLst>
            <pc:docMk/>
            <pc:sldMk cId="977605083" sldId="258"/>
            <ac:cxnSpMk id="16" creationId="{462EAEB3-7459-B1AF-629B-CF8F4AED7A4D}"/>
          </ac:cxnSpMkLst>
        </pc:cxnChg>
        <pc:cxnChg chg="add mod">
          <ac:chgData name="克利 寳迫" userId="d1807dd80cee582b" providerId="LiveId" clId="{F79782EE-D85D-46E2-B3E9-FAE15D6BED98}" dt="2026-05-19T06:35:32.441" v="487" actId="1037"/>
          <ac:cxnSpMkLst>
            <pc:docMk/>
            <pc:sldMk cId="977605083" sldId="258"/>
            <ac:cxnSpMk id="21" creationId="{90DACBEE-A96B-0A0F-FA95-AD909F8FD013}"/>
          </ac:cxnSpMkLst>
        </pc:cxnChg>
        <pc:cxnChg chg="add mod">
          <ac:chgData name="克利 寳迫" userId="d1807dd80cee582b" providerId="LiveId" clId="{F79782EE-D85D-46E2-B3E9-FAE15D6BED98}" dt="2026-05-19T06:35:37.665" v="492" actId="1038"/>
          <ac:cxnSpMkLst>
            <pc:docMk/>
            <pc:sldMk cId="977605083" sldId="258"/>
            <ac:cxnSpMk id="22" creationId="{B6C08575-9687-AAEB-72B6-FDF126B8705E}"/>
          </ac:cxnSpMkLst>
        </pc:cxnChg>
      </pc:sldChg>
      <pc:sldChg chg="addSp delSp modSp add mod modShow">
        <pc:chgData name="克利 寳迫" userId="d1807dd80cee582b" providerId="LiveId" clId="{F79782EE-D85D-46E2-B3E9-FAE15D6BED98}" dt="2026-05-19T06:44:47.065" v="696" actId="729"/>
        <pc:sldMkLst>
          <pc:docMk/>
          <pc:sldMk cId="1320575984" sldId="259"/>
        </pc:sldMkLst>
        <pc:picChg chg="mod modCrop">
          <ac:chgData name="克利 寳迫" userId="d1807dd80cee582b" providerId="LiveId" clId="{F79782EE-D85D-46E2-B3E9-FAE15D6BED98}" dt="2026-05-19T06:39:57.847" v="576" actId="732"/>
          <ac:picMkLst>
            <pc:docMk/>
            <pc:sldMk cId="1320575984" sldId="259"/>
            <ac:picMk id="5" creationId="{9780B836-9134-02D6-207D-9BE298A97078}"/>
          </ac:picMkLst>
        </pc:picChg>
        <pc:picChg chg="mod modCrop">
          <ac:chgData name="克利 寳迫" userId="d1807dd80cee582b" providerId="LiveId" clId="{F79782EE-D85D-46E2-B3E9-FAE15D6BED98}" dt="2026-05-19T06:42:23.783" v="675" actId="732"/>
          <ac:picMkLst>
            <pc:docMk/>
            <pc:sldMk cId="1320575984" sldId="259"/>
            <ac:picMk id="7" creationId="{97C3972A-1A21-5F46-C3A7-CD891E2CDD0B}"/>
          </ac:picMkLst>
        </pc:picChg>
        <pc:picChg chg="mod">
          <ac:chgData name="克利 寳迫" userId="d1807dd80cee582b" providerId="LiveId" clId="{F79782EE-D85D-46E2-B3E9-FAE15D6BED98}" dt="2026-05-19T06:38:13.407" v="524" actId="1076"/>
          <ac:picMkLst>
            <pc:docMk/>
            <pc:sldMk cId="1320575984" sldId="259"/>
            <ac:picMk id="9" creationId="{9A16DAED-9ADE-F797-BC9C-16C6C3AD9C25}"/>
          </ac:picMkLst>
        </pc:picChg>
        <pc:picChg chg="mod modCrop">
          <ac:chgData name="克利 寳迫" userId="d1807dd80cee582b" providerId="LiveId" clId="{F79782EE-D85D-46E2-B3E9-FAE15D6BED98}" dt="2026-05-19T06:42:33.359" v="677" actId="732"/>
          <ac:picMkLst>
            <pc:docMk/>
            <pc:sldMk cId="1320575984" sldId="259"/>
            <ac:picMk id="10" creationId="{4C3F922B-665F-858F-DC34-7CF3C232CEA8}"/>
          </ac:picMkLst>
        </pc:picChg>
        <pc:picChg chg="mod">
          <ac:chgData name="克利 寳迫" userId="d1807dd80cee582b" providerId="LiveId" clId="{F79782EE-D85D-46E2-B3E9-FAE15D6BED98}" dt="2026-05-19T06:38:13.407" v="524" actId="1076"/>
          <ac:picMkLst>
            <pc:docMk/>
            <pc:sldMk cId="1320575984" sldId="259"/>
            <ac:picMk id="11" creationId="{6D116406-559E-5D1C-A458-4928B9667BF0}"/>
          </ac:picMkLst>
        </pc:picChg>
        <pc:picChg chg="mod">
          <ac:chgData name="克利 寳迫" userId="d1807dd80cee582b" providerId="LiveId" clId="{F79782EE-D85D-46E2-B3E9-FAE15D6BED98}" dt="2026-05-19T06:38:13.407" v="524" actId="1076"/>
          <ac:picMkLst>
            <pc:docMk/>
            <pc:sldMk cId="1320575984" sldId="259"/>
            <ac:picMk id="12" creationId="{29B2D880-D942-6912-002D-41C0D2211BAF}"/>
          </ac:picMkLst>
        </pc:picChg>
        <pc:picChg chg="add mod">
          <ac:chgData name="克利 寳迫" userId="d1807dd80cee582b" providerId="LiveId" clId="{F79782EE-D85D-46E2-B3E9-FAE15D6BED98}" dt="2026-05-19T06:41:36.483" v="642" actId="571"/>
          <ac:picMkLst>
            <pc:docMk/>
            <pc:sldMk cId="1320575984" sldId="259"/>
            <ac:picMk id="13" creationId="{7540F835-A492-4889-E426-A625B8007E93}"/>
          </ac:picMkLst>
        </pc:picChg>
        <pc:picChg chg="mod modCrop">
          <ac:chgData name="克利 寳迫" userId="d1807dd80cee582b" providerId="LiveId" clId="{F79782EE-D85D-46E2-B3E9-FAE15D6BED98}" dt="2026-05-19T06:42:28.442" v="676" actId="732"/>
          <ac:picMkLst>
            <pc:docMk/>
            <pc:sldMk cId="1320575984" sldId="259"/>
            <ac:picMk id="20" creationId="{68134C8F-4ADD-1626-7AE0-EF612ABBBE19}"/>
          </ac:picMkLst>
        </pc:picChg>
        <pc:cxnChg chg="add mod">
          <ac:chgData name="克利 寳迫" userId="d1807dd80cee582b" providerId="LiveId" clId="{F79782EE-D85D-46E2-B3E9-FAE15D6BED98}" dt="2026-05-19T06:41:31.229" v="640" actId="1076"/>
          <ac:cxnSpMkLst>
            <pc:docMk/>
            <pc:sldMk cId="1320575984" sldId="259"/>
            <ac:cxnSpMk id="2" creationId="{BD0CBA6A-43B4-9973-C145-33F0B59F4FF2}"/>
          </ac:cxnSpMkLst>
        </pc:cxnChg>
        <pc:cxnChg chg="add mod">
          <ac:chgData name="克利 寳迫" userId="d1807dd80cee582b" providerId="LiveId" clId="{F79782EE-D85D-46E2-B3E9-FAE15D6BED98}" dt="2026-05-19T06:40:11.785" v="583" actId="1076"/>
          <ac:cxnSpMkLst>
            <pc:docMk/>
            <pc:sldMk cId="1320575984" sldId="259"/>
            <ac:cxnSpMk id="6" creationId="{47B3A48C-2C7D-3BB2-64FE-F4C692A1CC75}"/>
          </ac:cxnSpMkLst>
        </pc:cxnChg>
        <pc:cxnChg chg="add mod">
          <ac:chgData name="克利 寳迫" userId="d1807dd80cee582b" providerId="LiveId" clId="{F79782EE-D85D-46E2-B3E9-FAE15D6BED98}" dt="2026-05-19T06:41:29.482" v="638" actId="571"/>
          <ac:cxnSpMkLst>
            <pc:docMk/>
            <pc:sldMk cId="1320575984" sldId="259"/>
            <ac:cxnSpMk id="8" creationId="{55520604-7F55-4FDA-15BC-FD5DA63FC32E}"/>
          </ac:cxnSpMkLst>
        </pc:cxnChg>
        <pc:cxnChg chg="add mod">
          <ac:chgData name="克利 寳迫" userId="d1807dd80cee582b" providerId="LiveId" clId="{F79782EE-D85D-46E2-B3E9-FAE15D6BED98}" dt="2026-05-19T06:42:18.490" v="674" actId="1035"/>
          <ac:cxnSpMkLst>
            <pc:docMk/>
            <pc:sldMk cId="1320575984" sldId="259"/>
            <ac:cxnSpMk id="14" creationId="{28133543-4F55-4A39-C9A0-3E63B4FA4C9E}"/>
          </ac:cxnSpMkLst>
        </pc:cxnChg>
        <pc:cxnChg chg="del">
          <ac:chgData name="克利 寳迫" userId="d1807dd80cee582b" providerId="LiveId" clId="{F79782EE-D85D-46E2-B3E9-FAE15D6BED98}" dt="2026-05-19T06:37:14.650" v="508" actId="478"/>
          <ac:cxnSpMkLst>
            <pc:docMk/>
            <pc:sldMk cId="1320575984" sldId="259"/>
            <ac:cxnSpMk id="21" creationId="{4C470E91-FA53-3F2B-E824-B5CBCDBF2320}"/>
          </ac:cxnSpMkLst>
        </pc:cxnChg>
        <pc:cxnChg chg="del">
          <ac:chgData name="克利 寳迫" userId="d1807dd80cee582b" providerId="LiveId" clId="{F79782EE-D85D-46E2-B3E9-FAE15D6BED98}" dt="2026-05-19T06:37:14.650" v="508" actId="478"/>
          <ac:cxnSpMkLst>
            <pc:docMk/>
            <pc:sldMk cId="1320575984" sldId="259"/>
            <ac:cxnSpMk id="22" creationId="{9E1E1BFB-73C1-CDB8-6B3E-70F7229F75C7}"/>
          </ac:cxnSpMkLst>
        </pc:cxnChg>
      </pc:sldChg>
      <pc:sldChg chg="addSp delSp modSp new del mod">
        <pc:chgData name="克利 寳迫" userId="d1807dd80cee582b" providerId="LiveId" clId="{F79782EE-D85D-46E2-B3E9-FAE15D6BED98}" dt="2026-05-19T06:34:23.190" v="451" actId="47"/>
        <pc:sldMkLst>
          <pc:docMk/>
          <pc:sldMk cId="3250855851" sldId="259"/>
        </pc:sldMkLst>
        <pc:spChg chg="del">
          <ac:chgData name="克利 寳迫" userId="d1807dd80cee582b" providerId="LiveId" clId="{F79782EE-D85D-46E2-B3E9-FAE15D6BED98}" dt="2026-05-19T05:52:39.399" v="211" actId="478"/>
          <ac:spMkLst>
            <pc:docMk/>
            <pc:sldMk cId="3250855851" sldId="259"/>
            <ac:spMk id="2" creationId="{F0E87077-00A2-13D6-6CF1-DED428C1A747}"/>
          </ac:spMkLst>
        </pc:spChg>
        <pc:spChg chg="del">
          <ac:chgData name="克利 寳迫" userId="d1807dd80cee582b" providerId="LiveId" clId="{F79782EE-D85D-46E2-B3E9-FAE15D6BED98}" dt="2026-05-19T05:52:39.399" v="211" actId="478"/>
          <ac:spMkLst>
            <pc:docMk/>
            <pc:sldMk cId="3250855851" sldId="259"/>
            <ac:spMk id="3" creationId="{1E4CF714-9C99-FBAB-32A3-FBB8D973FCC5}"/>
          </ac:spMkLst>
        </pc:spChg>
        <pc:picChg chg="add del mod">
          <ac:chgData name="克利 寳迫" userId="d1807dd80cee582b" providerId="LiveId" clId="{F79782EE-D85D-46E2-B3E9-FAE15D6BED98}" dt="2026-05-19T05:53:43.280" v="223" actId="21"/>
          <ac:picMkLst>
            <pc:docMk/>
            <pc:sldMk cId="3250855851" sldId="259"/>
            <ac:picMk id="5" creationId="{799501F3-9A0F-04CB-0B8A-F912AEFE578A}"/>
          </ac:picMkLst>
        </pc:picChg>
        <pc:picChg chg="add del mod">
          <ac:chgData name="克利 寳迫" userId="d1807dd80cee582b" providerId="LiveId" clId="{F79782EE-D85D-46E2-B3E9-FAE15D6BED98}" dt="2026-05-19T05:53:43.280" v="223" actId="21"/>
          <ac:picMkLst>
            <pc:docMk/>
            <pc:sldMk cId="3250855851" sldId="259"/>
            <ac:picMk id="7" creationId="{57AE720E-C4F9-91F8-6FA7-3FF519B9B6C1}"/>
          </ac:picMkLst>
        </pc:picChg>
        <pc:picChg chg="add del mod">
          <ac:chgData name="克利 寳迫" userId="d1807dd80cee582b" providerId="LiveId" clId="{F79782EE-D85D-46E2-B3E9-FAE15D6BED98}" dt="2026-05-19T05:53:43.280" v="223" actId="21"/>
          <ac:picMkLst>
            <pc:docMk/>
            <pc:sldMk cId="3250855851" sldId="259"/>
            <ac:picMk id="9" creationId="{7EF528B2-5226-E16C-4FE6-72DBD5492070}"/>
          </ac:picMkLst>
        </pc:picChg>
        <pc:picChg chg="add del mod">
          <ac:chgData name="克利 寳迫" userId="d1807dd80cee582b" providerId="LiveId" clId="{F79782EE-D85D-46E2-B3E9-FAE15D6BED98}" dt="2026-05-19T05:53:43.280" v="223" actId="21"/>
          <ac:picMkLst>
            <pc:docMk/>
            <pc:sldMk cId="3250855851" sldId="259"/>
            <ac:picMk id="11" creationId="{980BB00D-33A0-22FA-7B2E-0069ADB24A55}"/>
          </ac:picMkLst>
        </pc:picChg>
      </pc:sldChg>
      <pc:sldChg chg="delSp modSp add del mod">
        <pc:chgData name="克利 寳迫" userId="d1807dd80cee582b" providerId="LiveId" clId="{F79782EE-D85D-46E2-B3E9-FAE15D6BED98}" dt="2026-05-19T06:35:15.929" v="480" actId="47"/>
        <pc:sldMkLst>
          <pc:docMk/>
          <pc:sldMk cId="379670954" sldId="260"/>
        </pc:sldMkLst>
        <pc:picChg chg="mod">
          <ac:chgData name="克利 寳迫" userId="d1807dd80cee582b" providerId="LiveId" clId="{F79782EE-D85D-46E2-B3E9-FAE15D6BED98}" dt="2026-05-19T06:35:13.419" v="473" actId="554"/>
          <ac:picMkLst>
            <pc:docMk/>
            <pc:sldMk cId="379670954" sldId="260"/>
            <ac:picMk id="5" creationId="{11C2A1B5-CB98-A194-0918-D791AE4C5AED}"/>
          </ac:picMkLst>
        </pc:picChg>
        <pc:picChg chg="mod">
          <ac:chgData name="克利 寳迫" userId="d1807dd80cee582b" providerId="LiveId" clId="{F79782EE-D85D-46E2-B3E9-FAE15D6BED98}" dt="2026-05-19T06:35:13.617" v="474" actId="408"/>
          <ac:picMkLst>
            <pc:docMk/>
            <pc:sldMk cId="379670954" sldId="260"/>
            <ac:picMk id="7" creationId="{71DED790-00AF-975B-DEBB-7049E0C43D5C}"/>
          </ac:picMkLst>
        </pc:picChg>
        <pc:picChg chg="mod">
          <ac:chgData name="克利 寳迫" userId="d1807dd80cee582b" providerId="LiveId" clId="{F79782EE-D85D-46E2-B3E9-FAE15D6BED98}" dt="2026-05-19T06:35:14.585" v="479" actId="1076"/>
          <ac:picMkLst>
            <pc:docMk/>
            <pc:sldMk cId="379670954" sldId="260"/>
            <ac:picMk id="9" creationId="{F805332D-7088-B920-E4D9-55B6DB5BD845}"/>
          </ac:picMkLst>
        </pc:picChg>
        <pc:picChg chg="mod">
          <ac:chgData name="克利 寳迫" userId="d1807dd80cee582b" providerId="LiveId" clId="{F79782EE-D85D-46E2-B3E9-FAE15D6BED98}" dt="2026-05-19T06:35:14.402" v="478" actId="1076"/>
          <ac:picMkLst>
            <pc:docMk/>
            <pc:sldMk cId="379670954" sldId="260"/>
            <ac:picMk id="10" creationId="{3C28B77F-A9F4-E77B-E0A1-2588D6A83C2A}"/>
          </ac:picMkLst>
        </pc:picChg>
        <pc:picChg chg="mod">
          <ac:chgData name="克利 寳迫" userId="d1807dd80cee582b" providerId="LiveId" clId="{F79782EE-D85D-46E2-B3E9-FAE15D6BED98}" dt="2026-05-19T06:35:14.201" v="477" actId="1076"/>
          <ac:picMkLst>
            <pc:docMk/>
            <pc:sldMk cId="379670954" sldId="260"/>
            <ac:picMk id="11" creationId="{8835DAE1-8229-8BA8-45BB-E22CE89593E6}"/>
          </ac:picMkLst>
        </pc:picChg>
        <pc:picChg chg="mod">
          <ac:chgData name="克利 寳迫" userId="d1807dd80cee582b" providerId="LiveId" clId="{F79782EE-D85D-46E2-B3E9-FAE15D6BED98}" dt="2026-05-19T06:35:14.002" v="476" actId="1076"/>
          <ac:picMkLst>
            <pc:docMk/>
            <pc:sldMk cId="379670954" sldId="260"/>
            <ac:picMk id="12" creationId="{E9890206-E9B0-F171-E11A-C21A9289BE1D}"/>
          </ac:picMkLst>
        </pc:picChg>
        <pc:picChg chg="mod">
          <ac:chgData name="克利 寳迫" userId="d1807dd80cee582b" providerId="LiveId" clId="{F79782EE-D85D-46E2-B3E9-FAE15D6BED98}" dt="2026-05-19T06:35:13.801" v="475" actId="1076"/>
          <ac:picMkLst>
            <pc:docMk/>
            <pc:sldMk cId="379670954" sldId="260"/>
            <ac:picMk id="20" creationId="{0C26D052-7BF4-4B74-9844-BF7931EA6CF2}"/>
          </ac:picMkLst>
        </pc:picChg>
        <pc:cxnChg chg="del mod">
          <ac:chgData name="克利 寳迫" userId="d1807dd80cee582b" providerId="LiveId" clId="{F79782EE-D85D-46E2-B3E9-FAE15D6BED98}" dt="2026-05-19T06:34:35.530" v="453" actId="478"/>
          <ac:cxnSpMkLst>
            <pc:docMk/>
            <pc:sldMk cId="379670954" sldId="260"/>
            <ac:cxnSpMk id="21" creationId="{0EAE25B1-9D31-52E7-B30C-0D689133B1E1}"/>
          </ac:cxnSpMkLst>
        </pc:cxnChg>
        <pc:cxnChg chg="del mod">
          <ac:chgData name="克利 寳迫" userId="d1807dd80cee582b" providerId="LiveId" clId="{F79782EE-D85D-46E2-B3E9-FAE15D6BED98}" dt="2026-05-19T06:34:35.530" v="453" actId="478"/>
          <ac:cxnSpMkLst>
            <pc:docMk/>
            <pc:sldMk cId="379670954" sldId="260"/>
            <ac:cxnSpMk id="22" creationId="{BD3D44D4-00F9-305D-B7A0-2355237AB0B6}"/>
          </ac:cxnSpMkLst>
        </pc:cxnChg>
      </pc:sldChg>
      <pc:sldChg chg="delSp modSp add del mod">
        <pc:chgData name="克利 寳迫" userId="d1807dd80cee582b" providerId="LiveId" clId="{F79782EE-D85D-46E2-B3E9-FAE15D6BED98}" dt="2026-05-19T06:45:10.557" v="698" actId="47"/>
        <pc:sldMkLst>
          <pc:docMk/>
          <pc:sldMk cId="2161916761" sldId="260"/>
        </pc:sldMkLst>
        <pc:picChg chg="del mod">
          <ac:chgData name="克利 寳迫" userId="d1807dd80cee582b" providerId="LiveId" clId="{F79782EE-D85D-46E2-B3E9-FAE15D6BED98}" dt="2026-05-19T06:44:00.073" v="680" actId="478"/>
          <ac:picMkLst>
            <pc:docMk/>
            <pc:sldMk cId="2161916761" sldId="260"/>
            <ac:picMk id="5" creationId="{8A621F14-5FC0-048D-6CEA-F3D47CAEA27C}"/>
          </ac:picMkLst>
        </pc:picChg>
        <pc:picChg chg="mod">
          <ac:chgData name="克利 寳迫" userId="d1807dd80cee582b" providerId="LiveId" clId="{F79782EE-D85D-46E2-B3E9-FAE15D6BED98}" dt="2026-05-19T06:44:03.362" v="681" actId="1076"/>
          <ac:picMkLst>
            <pc:docMk/>
            <pc:sldMk cId="2161916761" sldId="260"/>
            <ac:picMk id="7" creationId="{067C911B-CE7E-7E38-ADA5-003BD91027DD}"/>
          </ac:picMkLst>
        </pc:picChg>
        <pc:picChg chg="del">
          <ac:chgData name="克利 寳迫" userId="d1807dd80cee582b" providerId="LiveId" clId="{F79782EE-D85D-46E2-B3E9-FAE15D6BED98}" dt="2026-05-19T06:44:09.375" v="684" actId="478"/>
          <ac:picMkLst>
            <pc:docMk/>
            <pc:sldMk cId="2161916761" sldId="260"/>
            <ac:picMk id="10" creationId="{20E53CBE-6FBF-064C-844C-44F898CD8114}"/>
          </ac:picMkLst>
        </pc:picChg>
        <pc:picChg chg="del">
          <ac:chgData name="克利 寳迫" userId="d1807dd80cee582b" providerId="LiveId" clId="{F79782EE-D85D-46E2-B3E9-FAE15D6BED98}" dt="2026-05-19T06:44:09.375" v="684" actId="478"/>
          <ac:picMkLst>
            <pc:docMk/>
            <pc:sldMk cId="2161916761" sldId="260"/>
            <ac:picMk id="11" creationId="{C223FAF2-2470-619C-04BC-EEEF3863F991}"/>
          </ac:picMkLst>
        </pc:picChg>
        <pc:picChg chg="del">
          <ac:chgData name="克利 寳迫" userId="d1807dd80cee582b" providerId="LiveId" clId="{F79782EE-D85D-46E2-B3E9-FAE15D6BED98}" dt="2026-05-19T06:44:09.375" v="684" actId="478"/>
          <ac:picMkLst>
            <pc:docMk/>
            <pc:sldMk cId="2161916761" sldId="260"/>
            <ac:picMk id="12" creationId="{0016B5C6-C7A5-414C-0A57-546C57C7113E}"/>
          </ac:picMkLst>
        </pc:picChg>
        <pc:picChg chg="del">
          <ac:chgData name="克利 寳迫" userId="d1807dd80cee582b" providerId="LiveId" clId="{F79782EE-D85D-46E2-B3E9-FAE15D6BED98}" dt="2026-05-19T06:44:09.375" v="684" actId="478"/>
          <ac:picMkLst>
            <pc:docMk/>
            <pc:sldMk cId="2161916761" sldId="260"/>
            <ac:picMk id="20" creationId="{AA7CC80E-6D4A-6FB6-42DF-24A34463A47E}"/>
          </ac:picMkLst>
        </pc:picChg>
        <pc:cxnChg chg="del">
          <ac:chgData name="克利 寳迫" userId="d1807dd80cee582b" providerId="LiveId" clId="{F79782EE-D85D-46E2-B3E9-FAE15D6BED98}" dt="2026-05-19T06:44:12.921" v="685" actId="478"/>
          <ac:cxnSpMkLst>
            <pc:docMk/>
            <pc:sldMk cId="2161916761" sldId="260"/>
            <ac:cxnSpMk id="2" creationId="{2F56329A-36D1-C04A-3644-1F63841897AE}"/>
          </ac:cxnSpMkLst>
        </pc:cxnChg>
        <pc:cxnChg chg="del">
          <ac:chgData name="克利 寳迫" userId="d1807dd80cee582b" providerId="LiveId" clId="{F79782EE-D85D-46E2-B3E9-FAE15D6BED98}" dt="2026-05-19T06:44:12.921" v="685" actId="478"/>
          <ac:cxnSpMkLst>
            <pc:docMk/>
            <pc:sldMk cId="2161916761" sldId="260"/>
            <ac:cxnSpMk id="6" creationId="{4BE6FE6E-E834-57DB-8839-F41DA8ACF169}"/>
          </ac:cxnSpMkLst>
        </pc:cxnChg>
        <pc:cxnChg chg="del">
          <ac:chgData name="克利 寳迫" userId="d1807dd80cee582b" providerId="LiveId" clId="{F79782EE-D85D-46E2-B3E9-FAE15D6BED98}" dt="2026-05-19T06:44:12.921" v="685" actId="478"/>
          <ac:cxnSpMkLst>
            <pc:docMk/>
            <pc:sldMk cId="2161916761" sldId="260"/>
            <ac:cxnSpMk id="14" creationId="{2915E1E5-55B1-F297-132B-23253FB82464}"/>
          </ac:cxnSpMkLst>
        </pc:cxnChg>
      </pc:sldChg>
      <pc:sldChg chg="delSp modSp add del mod">
        <pc:chgData name="克利 寳迫" userId="d1807dd80cee582b" providerId="LiveId" clId="{F79782EE-D85D-46E2-B3E9-FAE15D6BED98}" dt="2026-05-19T06:45:10.557" v="698" actId="47"/>
        <pc:sldMkLst>
          <pc:docMk/>
          <pc:sldMk cId="3837756044" sldId="261"/>
        </pc:sldMkLst>
        <pc:picChg chg="del mod">
          <ac:chgData name="克利 寳迫" userId="d1807dd80cee582b" providerId="LiveId" clId="{F79782EE-D85D-46E2-B3E9-FAE15D6BED98}" dt="2026-05-19T06:44:19.672" v="688" actId="478"/>
          <ac:picMkLst>
            <pc:docMk/>
            <pc:sldMk cId="3837756044" sldId="261"/>
            <ac:picMk id="7" creationId="{E2D69E97-732D-6A4E-0B2F-B595C51728F8}"/>
          </ac:picMkLst>
        </pc:picChg>
        <pc:picChg chg="del mod">
          <ac:chgData name="克利 寳迫" userId="d1807dd80cee582b" providerId="LiveId" clId="{F79782EE-D85D-46E2-B3E9-FAE15D6BED98}" dt="2026-05-19T06:44:19.672" v="688" actId="478"/>
          <ac:picMkLst>
            <pc:docMk/>
            <pc:sldMk cId="3837756044" sldId="261"/>
            <ac:picMk id="9" creationId="{23E49BFB-9F68-DFA4-95CB-8251AD903AA6}"/>
          </ac:picMkLst>
        </pc:picChg>
        <pc:picChg chg="mod">
          <ac:chgData name="克利 寳迫" userId="d1807dd80cee582b" providerId="LiveId" clId="{F79782EE-D85D-46E2-B3E9-FAE15D6BED98}" dt="2026-05-19T06:44:25.667" v="689" actId="1076"/>
          <ac:picMkLst>
            <pc:docMk/>
            <pc:sldMk cId="3837756044" sldId="261"/>
            <ac:picMk id="10" creationId="{C46A4920-8D37-B69F-CD3F-9CDF3419A65B}"/>
          </ac:picMkLst>
        </pc:picChg>
        <pc:picChg chg="mod">
          <ac:chgData name="克利 寳迫" userId="d1807dd80cee582b" providerId="LiveId" clId="{F79782EE-D85D-46E2-B3E9-FAE15D6BED98}" dt="2026-05-19T06:44:25.667" v="689" actId="1076"/>
          <ac:picMkLst>
            <pc:docMk/>
            <pc:sldMk cId="3837756044" sldId="261"/>
            <ac:picMk id="11" creationId="{8AF8C503-950C-79DD-89D9-5FEF760A1E8F}"/>
          </ac:picMkLst>
        </pc:picChg>
        <pc:picChg chg="mod">
          <ac:chgData name="克利 寳迫" userId="d1807dd80cee582b" providerId="LiveId" clId="{F79782EE-D85D-46E2-B3E9-FAE15D6BED98}" dt="2026-05-19T06:44:25.667" v="689" actId="1076"/>
          <ac:picMkLst>
            <pc:docMk/>
            <pc:sldMk cId="3837756044" sldId="261"/>
            <ac:picMk id="12" creationId="{09979495-0E7B-3270-62E0-771823996FB4}"/>
          </ac:picMkLst>
        </pc:picChg>
        <pc:picChg chg="del">
          <ac:chgData name="克利 寳迫" userId="d1807dd80cee582b" providerId="LiveId" clId="{F79782EE-D85D-46E2-B3E9-FAE15D6BED98}" dt="2026-05-19T06:44:19.672" v="688" actId="478"/>
          <ac:picMkLst>
            <pc:docMk/>
            <pc:sldMk cId="3837756044" sldId="261"/>
            <ac:picMk id="20" creationId="{C7239F85-7BCB-25A3-633D-D9FE6D914A62}"/>
          </ac:picMkLst>
        </pc:picChg>
        <pc:cxnChg chg="del">
          <ac:chgData name="克利 寳迫" userId="d1807dd80cee582b" providerId="LiveId" clId="{F79782EE-D85D-46E2-B3E9-FAE15D6BED98}" dt="2026-05-19T06:44:17.235" v="686" actId="478"/>
          <ac:cxnSpMkLst>
            <pc:docMk/>
            <pc:sldMk cId="3837756044" sldId="261"/>
            <ac:cxnSpMk id="2" creationId="{30D94D42-29A3-0904-4B7E-B87A497BCA9B}"/>
          </ac:cxnSpMkLst>
        </pc:cxnChg>
        <pc:cxnChg chg="del">
          <ac:chgData name="克利 寳迫" userId="d1807dd80cee582b" providerId="LiveId" clId="{F79782EE-D85D-46E2-B3E9-FAE15D6BED98}" dt="2026-05-19T06:44:17.235" v="686" actId="478"/>
          <ac:cxnSpMkLst>
            <pc:docMk/>
            <pc:sldMk cId="3837756044" sldId="261"/>
            <ac:cxnSpMk id="6" creationId="{7608A235-BB7C-2969-3A8D-0846CD0F2A50}"/>
          </ac:cxnSpMkLst>
        </pc:cxnChg>
        <pc:cxnChg chg="del">
          <ac:chgData name="克利 寳迫" userId="d1807dd80cee582b" providerId="LiveId" clId="{F79782EE-D85D-46E2-B3E9-FAE15D6BED98}" dt="2026-05-19T06:44:17.235" v="686" actId="478"/>
          <ac:cxnSpMkLst>
            <pc:docMk/>
            <pc:sldMk cId="3837756044" sldId="261"/>
            <ac:cxnSpMk id="14" creationId="{60D8747D-640C-C4A9-5BFB-148E73F380A1}"/>
          </ac:cxnSpMkLst>
        </pc:cxnChg>
      </pc:sldChg>
      <pc:sldChg chg="delSp modSp add del mod">
        <pc:chgData name="克利 寳迫" userId="d1807dd80cee582b" providerId="LiveId" clId="{F79782EE-D85D-46E2-B3E9-FAE15D6BED98}" dt="2026-05-19T06:45:10.557" v="698" actId="47"/>
        <pc:sldMkLst>
          <pc:docMk/>
          <pc:sldMk cId="1680955772" sldId="262"/>
        </pc:sldMkLst>
        <pc:picChg chg="del">
          <ac:chgData name="克利 寳迫" userId="d1807dd80cee582b" providerId="LiveId" clId="{F79782EE-D85D-46E2-B3E9-FAE15D6BED98}" dt="2026-05-19T06:44:33.193" v="691" actId="478"/>
          <ac:picMkLst>
            <pc:docMk/>
            <pc:sldMk cId="1680955772" sldId="262"/>
            <ac:picMk id="7" creationId="{B3E82A72-874B-71B0-B08E-6A42DBAE8DF5}"/>
          </ac:picMkLst>
        </pc:picChg>
        <pc:picChg chg="del">
          <ac:chgData name="克利 寳迫" userId="d1807dd80cee582b" providerId="LiveId" clId="{F79782EE-D85D-46E2-B3E9-FAE15D6BED98}" dt="2026-05-19T06:44:33.193" v="691" actId="478"/>
          <ac:picMkLst>
            <pc:docMk/>
            <pc:sldMk cId="1680955772" sldId="262"/>
            <ac:picMk id="9" creationId="{F883A2C0-0CD2-1413-7730-662DE611641B}"/>
          </ac:picMkLst>
        </pc:picChg>
        <pc:picChg chg="del">
          <ac:chgData name="克利 寳迫" userId="d1807dd80cee582b" providerId="LiveId" clId="{F79782EE-D85D-46E2-B3E9-FAE15D6BED98}" dt="2026-05-19T06:44:33.193" v="691" actId="478"/>
          <ac:picMkLst>
            <pc:docMk/>
            <pc:sldMk cId="1680955772" sldId="262"/>
            <ac:picMk id="10" creationId="{D90E123E-D56E-BC4F-C4BE-D6EB8BD0C5CF}"/>
          </ac:picMkLst>
        </pc:picChg>
        <pc:picChg chg="del">
          <ac:chgData name="克利 寳迫" userId="d1807dd80cee582b" providerId="LiveId" clId="{F79782EE-D85D-46E2-B3E9-FAE15D6BED98}" dt="2026-05-19T06:44:33.193" v="691" actId="478"/>
          <ac:picMkLst>
            <pc:docMk/>
            <pc:sldMk cId="1680955772" sldId="262"/>
            <ac:picMk id="11" creationId="{FEFB9118-3B48-A495-09E5-7347FA91DD18}"/>
          </ac:picMkLst>
        </pc:picChg>
        <pc:picChg chg="del">
          <ac:chgData name="克利 寳迫" userId="d1807dd80cee582b" providerId="LiveId" clId="{F79782EE-D85D-46E2-B3E9-FAE15D6BED98}" dt="2026-05-19T06:44:33.193" v="691" actId="478"/>
          <ac:picMkLst>
            <pc:docMk/>
            <pc:sldMk cId="1680955772" sldId="262"/>
            <ac:picMk id="12" creationId="{4950F03B-E124-A4D9-888A-B0C745E28E2A}"/>
          </ac:picMkLst>
        </pc:picChg>
        <pc:picChg chg="mod">
          <ac:chgData name="克利 寳迫" userId="d1807dd80cee582b" providerId="LiveId" clId="{F79782EE-D85D-46E2-B3E9-FAE15D6BED98}" dt="2026-05-19T06:44:34.419" v="692" actId="1076"/>
          <ac:picMkLst>
            <pc:docMk/>
            <pc:sldMk cId="1680955772" sldId="262"/>
            <ac:picMk id="20" creationId="{DF35B250-53D8-B8BB-34D7-A9E4FB73FDF1}"/>
          </ac:picMkLst>
        </pc:picChg>
        <pc:cxnChg chg="del">
          <ac:chgData name="克利 寳迫" userId="d1807dd80cee582b" providerId="LiveId" clId="{F79782EE-D85D-46E2-B3E9-FAE15D6BED98}" dt="2026-05-19T06:44:30.008" v="690" actId="478"/>
          <ac:cxnSpMkLst>
            <pc:docMk/>
            <pc:sldMk cId="1680955772" sldId="262"/>
            <ac:cxnSpMk id="2" creationId="{603390FE-5B84-4D16-59F0-1232633A8581}"/>
          </ac:cxnSpMkLst>
        </pc:cxnChg>
        <pc:cxnChg chg="del">
          <ac:chgData name="克利 寳迫" userId="d1807dd80cee582b" providerId="LiveId" clId="{F79782EE-D85D-46E2-B3E9-FAE15D6BED98}" dt="2026-05-19T06:44:30.008" v="690" actId="478"/>
          <ac:cxnSpMkLst>
            <pc:docMk/>
            <pc:sldMk cId="1680955772" sldId="262"/>
            <ac:cxnSpMk id="6" creationId="{733F1407-8CC5-6CFE-5B51-3B39113C46BD}"/>
          </ac:cxnSpMkLst>
        </pc:cxnChg>
        <pc:cxnChg chg="del">
          <ac:chgData name="克利 寳迫" userId="d1807dd80cee582b" providerId="LiveId" clId="{F79782EE-D85D-46E2-B3E9-FAE15D6BED98}" dt="2026-05-19T06:44:30.008" v="690" actId="478"/>
          <ac:cxnSpMkLst>
            <pc:docMk/>
            <pc:sldMk cId="1680955772" sldId="262"/>
            <ac:cxnSpMk id="14" creationId="{A3126A6E-8253-E762-9CBB-9F9DFB39DC25}"/>
          </ac:cxnSpMkLst>
        </pc:cxnChg>
      </pc:sldChg>
      <pc:sldChg chg="delSp modSp add del mod">
        <pc:chgData name="克利 寳迫" userId="d1807dd80cee582b" providerId="LiveId" clId="{F79782EE-D85D-46E2-B3E9-FAE15D6BED98}" dt="2026-05-19T06:45:10.557" v="698" actId="47"/>
        <pc:sldMkLst>
          <pc:docMk/>
          <pc:sldMk cId="2834191502" sldId="263"/>
        </pc:sldMkLst>
        <pc:picChg chg="mod">
          <ac:chgData name="克利 寳迫" userId="d1807dd80cee582b" providerId="LiveId" clId="{F79782EE-D85D-46E2-B3E9-FAE15D6BED98}" dt="2026-05-19T06:44:40.622" v="695" actId="1076"/>
          <ac:picMkLst>
            <pc:docMk/>
            <pc:sldMk cId="2834191502" sldId="263"/>
            <ac:picMk id="5" creationId="{F37D642E-498D-7475-C342-7A0C4A7BC288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7" creationId="{3F7DDC77-A3DD-0C3C-AD5D-A1FC6D9CCA45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9" creationId="{DE8BB461-016B-7F91-133D-3FEE86DECEDF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10" creationId="{E64E16C5-3689-DCE6-24C4-E3EB50B2D0CC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11" creationId="{1CC3FE91-6790-FE6C-CC65-04F2F3461455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12" creationId="{A60D0F19-4C78-7939-A88A-7D54879914C7}"/>
          </ac:picMkLst>
        </pc:picChg>
        <pc:picChg chg="del">
          <ac:chgData name="克利 寳迫" userId="d1807dd80cee582b" providerId="LiveId" clId="{F79782EE-D85D-46E2-B3E9-FAE15D6BED98}" dt="2026-05-19T06:44:39.576" v="694" actId="478"/>
          <ac:picMkLst>
            <pc:docMk/>
            <pc:sldMk cId="2834191502" sldId="263"/>
            <ac:picMk id="20" creationId="{D5CACAE0-1B8A-BC4D-FCF6-359FF8BB42D4}"/>
          </ac:picMkLst>
        </pc:picChg>
        <pc:cxnChg chg="del">
          <ac:chgData name="克利 寳迫" userId="d1807dd80cee582b" providerId="LiveId" clId="{F79782EE-D85D-46E2-B3E9-FAE15D6BED98}" dt="2026-05-19T06:44:39.576" v="694" actId="478"/>
          <ac:cxnSpMkLst>
            <pc:docMk/>
            <pc:sldMk cId="2834191502" sldId="263"/>
            <ac:cxnSpMk id="2" creationId="{756FE7B7-C031-4569-B2A6-E1A3C736500B}"/>
          </ac:cxnSpMkLst>
        </pc:cxnChg>
        <pc:cxnChg chg="del">
          <ac:chgData name="克利 寳迫" userId="d1807dd80cee582b" providerId="LiveId" clId="{F79782EE-D85D-46E2-B3E9-FAE15D6BED98}" dt="2026-05-19T06:44:39.576" v="694" actId="478"/>
          <ac:cxnSpMkLst>
            <pc:docMk/>
            <pc:sldMk cId="2834191502" sldId="263"/>
            <ac:cxnSpMk id="6" creationId="{4871EB35-B2A4-771D-FD4E-5232A58CD751}"/>
          </ac:cxnSpMkLst>
        </pc:cxnChg>
        <pc:cxnChg chg="del">
          <ac:chgData name="克利 寳迫" userId="d1807dd80cee582b" providerId="LiveId" clId="{F79782EE-D85D-46E2-B3E9-FAE15D6BED98}" dt="2026-05-19T06:44:39.576" v="694" actId="478"/>
          <ac:cxnSpMkLst>
            <pc:docMk/>
            <pc:sldMk cId="2834191502" sldId="263"/>
            <ac:cxnSpMk id="14" creationId="{043C55D4-C4E8-44D5-864D-4F1A93785D38}"/>
          </ac:cxnSpMkLst>
        </pc:cxnChg>
      </pc:sldChg>
      <pc:sldChg chg="delSp modSp add mod modShow">
        <pc:chgData name="克利 寳迫" userId="d1807dd80cee582b" providerId="LiveId" clId="{F79782EE-D85D-46E2-B3E9-FAE15D6BED98}" dt="2026-05-19T06:45:57.198" v="708" actId="1076"/>
        <pc:sldMkLst>
          <pc:docMk/>
          <pc:sldMk cId="1018347364" sldId="264"/>
        </pc:sldMkLst>
        <pc:picChg chg="mod">
          <ac:chgData name="克利 寳迫" userId="d1807dd80cee582b" providerId="LiveId" clId="{F79782EE-D85D-46E2-B3E9-FAE15D6BED98}" dt="2026-05-19T06:45:57.198" v="708" actId="1076"/>
          <ac:picMkLst>
            <pc:docMk/>
            <pc:sldMk cId="1018347364" sldId="264"/>
            <ac:picMk id="5" creationId="{5B64073B-9704-5A39-5B05-D13EA9520737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7" creationId="{6EC74E72-E829-74D6-D7CD-8DBED9FA6C07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9" creationId="{441A727D-B48F-B2DE-952B-7C3FB005D9C7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10" creationId="{E01C21F1-8F50-5009-AFD3-BC648B1295CA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11" creationId="{A9327635-C220-D35B-0F91-15B7C36C0EBE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12" creationId="{BFA2582B-3B8F-A185-4934-5521596A042E}"/>
          </ac:picMkLst>
        </pc:picChg>
        <pc:picChg chg="del mod">
          <ac:chgData name="克利 寳迫" userId="d1807dd80cee582b" providerId="LiveId" clId="{F79782EE-D85D-46E2-B3E9-FAE15D6BED98}" dt="2026-05-19T06:45:55.744" v="707" actId="478"/>
          <ac:picMkLst>
            <pc:docMk/>
            <pc:sldMk cId="1018347364" sldId="264"/>
            <ac:picMk id="20" creationId="{8F51BCD8-C846-82D0-35D1-1B446747B490}"/>
          </ac:picMkLst>
        </pc:picChg>
        <pc:cxnChg chg="del">
          <ac:chgData name="克利 寳迫" userId="d1807dd80cee582b" providerId="LiveId" clId="{F79782EE-D85D-46E2-B3E9-FAE15D6BED98}" dt="2026-05-19T06:45:20.584" v="699" actId="478"/>
          <ac:cxnSpMkLst>
            <pc:docMk/>
            <pc:sldMk cId="1018347364" sldId="264"/>
            <ac:cxnSpMk id="2" creationId="{FC6C4FD7-D970-9056-4C9D-21508CC3F8AE}"/>
          </ac:cxnSpMkLst>
        </pc:cxnChg>
        <pc:cxnChg chg="del">
          <ac:chgData name="克利 寳迫" userId="d1807dd80cee582b" providerId="LiveId" clId="{F79782EE-D85D-46E2-B3E9-FAE15D6BED98}" dt="2026-05-19T06:45:20.584" v="699" actId="478"/>
          <ac:cxnSpMkLst>
            <pc:docMk/>
            <pc:sldMk cId="1018347364" sldId="264"/>
            <ac:cxnSpMk id="6" creationId="{869EB0C8-DC03-F229-36C9-41BB77FD345D}"/>
          </ac:cxnSpMkLst>
        </pc:cxnChg>
        <pc:cxnChg chg="del">
          <ac:chgData name="克利 寳迫" userId="d1807dd80cee582b" providerId="LiveId" clId="{F79782EE-D85D-46E2-B3E9-FAE15D6BED98}" dt="2026-05-19T06:45:20.584" v="699" actId="478"/>
          <ac:cxnSpMkLst>
            <pc:docMk/>
            <pc:sldMk cId="1018347364" sldId="264"/>
            <ac:cxnSpMk id="14" creationId="{C98C701F-FF30-7917-8336-5F806D43B551}"/>
          </ac:cxnSpMkLst>
        </pc:cxnChg>
      </pc:sldChg>
      <pc:sldChg chg="addSp delSp modSp add mod modShow">
        <pc:chgData name="克利 寳迫" userId="d1807dd80cee582b" providerId="LiveId" clId="{F79782EE-D85D-46E2-B3E9-FAE15D6BED98}" dt="2026-05-19T07:00:03.743" v="827" actId="732"/>
        <pc:sldMkLst>
          <pc:docMk/>
          <pc:sldMk cId="4224806389" sldId="265"/>
        </pc:sldMkLst>
        <pc:grpChg chg="add mod">
          <ac:chgData name="克利 寳迫" userId="d1807dd80cee582b" providerId="LiveId" clId="{F79782EE-D85D-46E2-B3E9-FAE15D6BED98}" dt="2026-05-19T06:59:57.787" v="826" actId="1076"/>
          <ac:grpSpMkLst>
            <pc:docMk/>
            <pc:sldMk cId="4224806389" sldId="265"/>
            <ac:grpSpMk id="2" creationId="{2DEBD4A9-657D-D0F6-1ACD-DB09B84986C3}"/>
          </ac:grpSpMkLst>
        </pc:grpChg>
        <pc:picChg chg="del">
          <ac:chgData name="克利 寳迫" userId="d1807dd80cee582b" providerId="LiveId" clId="{F79782EE-D85D-46E2-B3E9-FAE15D6BED98}" dt="2026-05-19T06:46:02.136" v="709" actId="478"/>
          <ac:picMkLst>
            <pc:docMk/>
            <pc:sldMk cId="4224806389" sldId="265"/>
            <ac:picMk id="5" creationId="{E2C57AFA-7874-8333-2DCC-42CD783FA63F}"/>
          </ac:picMkLst>
        </pc:picChg>
        <pc:picChg chg="mod modCrop">
          <ac:chgData name="克利 寳迫" userId="d1807dd80cee582b" providerId="LiveId" clId="{F79782EE-D85D-46E2-B3E9-FAE15D6BED98}" dt="2026-05-19T07:00:03.743" v="827" actId="732"/>
          <ac:picMkLst>
            <pc:docMk/>
            <pc:sldMk cId="4224806389" sldId="265"/>
            <ac:picMk id="7" creationId="{C26839ED-5D36-F59F-E053-464D232C76C4}"/>
          </ac:picMkLst>
        </pc:picChg>
        <pc:picChg chg="mod modCrop">
          <ac:chgData name="克利 寳迫" userId="d1807dd80cee582b" providerId="LiveId" clId="{F79782EE-D85D-46E2-B3E9-FAE15D6BED98}" dt="2026-05-19T06:59:55.103" v="825" actId="732"/>
          <ac:picMkLst>
            <pc:docMk/>
            <pc:sldMk cId="4224806389" sldId="265"/>
            <ac:picMk id="9" creationId="{7C75AFD9-2FAE-4ACE-AEC9-F61B1065A6F3}"/>
          </ac:picMkLst>
        </pc:picChg>
        <pc:picChg chg="del">
          <ac:chgData name="克利 寳迫" userId="d1807dd80cee582b" providerId="LiveId" clId="{F79782EE-D85D-46E2-B3E9-FAE15D6BED98}" dt="2026-05-19T06:46:02.136" v="709" actId="478"/>
          <ac:picMkLst>
            <pc:docMk/>
            <pc:sldMk cId="4224806389" sldId="265"/>
            <ac:picMk id="10" creationId="{7B7F2BA0-CC64-9DFE-DFA8-8438833A555A}"/>
          </ac:picMkLst>
        </pc:picChg>
        <pc:picChg chg="del">
          <ac:chgData name="克利 寳迫" userId="d1807dd80cee582b" providerId="LiveId" clId="{F79782EE-D85D-46E2-B3E9-FAE15D6BED98}" dt="2026-05-19T06:46:02.136" v="709" actId="478"/>
          <ac:picMkLst>
            <pc:docMk/>
            <pc:sldMk cId="4224806389" sldId="265"/>
            <ac:picMk id="11" creationId="{C6AB190A-C10C-E280-A74D-AD6A7FB5F9DB}"/>
          </ac:picMkLst>
        </pc:picChg>
        <pc:picChg chg="del">
          <ac:chgData name="克利 寳迫" userId="d1807dd80cee582b" providerId="LiveId" clId="{F79782EE-D85D-46E2-B3E9-FAE15D6BED98}" dt="2026-05-19T06:46:02.136" v="709" actId="478"/>
          <ac:picMkLst>
            <pc:docMk/>
            <pc:sldMk cId="4224806389" sldId="265"/>
            <ac:picMk id="12" creationId="{7B4EE2A7-A4CF-1128-52FF-41CAFDF10A3A}"/>
          </ac:picMkLst>
        </pc:picChg>
        <pc:picChg chg="del">
          <ac:chgData name="克利 寳迫" userId="d1807dd80cee582b" providerId="LiveId" clId="{F79782EE-D85D-46E2-B3E9-FAE15D6BED98}" dt="2026-05-19T06:46:02.136" v="709" actId="478"/>
          <ac:picMkLst>
            <pc:docMk/>
            <pc:sldMk cId="4224806389" sldId="265"/>
            <ac:picMk id="20" creationId="{9EC9D85B-1615-B6C9-04BC-94342A02FB6C}"/>
          </ac:picMkLst>
        </pc:picChg>
      </pc:sldChg>
      <pc:sldChg chg="addSp delSp modSp add mod modShow">
        <pc:chgData name="克利 寳迫" userId="d1807dd80cee582b" providerId="LiveId" clId="{F79782EE-D85D-46E2-B3E9-FAE15D6BED98}" dt="2026-05-19T06:59:43.199" v="824" actId="732"/>
        <pc:sldMkLst>
          <pc:docMk/>
          <pc:sldMk cId="1945534796" sldId="266"/>
        </pc:sldMkLst>
        <pc:grpChg chg="add mod">
          <ac:chgData name="克利 寳迫" userId="d1807dd80cee582b" providerId="LiveId" clId="{F79782EE-D85D-46E2-B3E9-FAE15D6BED98}" dt="2026-05-19T06:51:57.298" v="821" actId="164"/>
          <ac:grpSpMkLst>
            <pc:docMk/>
            <pc:sldMk cId="1945534796" sldId="266"/>
            <ac:grpSpMk id="2" creationId="{F8C9C589-2195-396F-E414-EB28E8948B18}"/>
          </ac:grpSpMkLst>
        </pc:grpChg>
        <pc:picChg chg="del">
          <ac:chgData name="克利 寳迫" userId="d1807dd80cee582b" providerId="LiveId" clId="{F79782EE-D85D-46E2-B3E9-FAE15D6BED98}" dt="2026-05-19T06:46:08.272" v="713" actId="478"/>
          <ac:picMkLst>
            <pc:docMk/>
            <pc:sldMk cId="1945534796" sldId="266"/>
            <ac:picMk id="5" creationId="{58D16865-AB6B-BBFB-DAD4-A8606AC3746D}"/>
          </ac:picMkLst>
        </pc:picChg>
        <pc:picChg chg="del">
          <ac:chgData name="克利 寳迫" userId="d1807dd80cee582b" providerId="LiveId" clId="{F79782EE-D85D-46E2-B3E9-FAE15D6BED98}" dt="2026-05-19T06:46:08.272" v="713" actId="478"/>
          <ac:picMkLst>
            <pc:docMk/>
            <pc:sldMk cId="1945534796" sldId="266"/>
            <ac:picMk id="7" creationId="{0E3A31D3-98D4-4FCB-C396-7B23C316DEAE}"/>
          </ac:picMkLst>
        </pc:picChg>
        <pc:picChg chg="del">
          <ac:chgData name="克利 寳迫" userId="d1807dd80cee582b" providerId="LiveId" clId="{F79782EE-D85D-46E2-B3E9-FAE15D6BED98}" dt="2026-05-19T06:46:08.272" v="713" actId="478"/>
          <ac:picMkLst>
            <pc:docMk/>
            <pc:sldMk cId="1945534796" sldId="266"/>
            <ac:picMk id="9" creationId="{D691AD0F-8BB0-1DDC-BEB9-6F46890173FB}"/>
          </ac:picMkLst>
        </pc:picChg>
        <pc:picChg chg="mod">
          <ac:chgData name="克利 寳迫" userId="d1807dd80cee582b" providerId="LiveId" clId="{F79782EE-D85D-46E2-B3E9-FAE15D6BED98}" dt="2026-05-19T06:51:57.298" v="821" actId="164"/>
          <ac:picMkLst>
            <pc:docMk/>
            <pc:sldMk cId="1945534796" sldId="266"/>
            <ac:picMk id="10" creationId="{75F8B4B3-D22E-D633-8B73-1563A909B4CE}"/>
          </ac:picMkLst>
        </pc:picChg>
        <pc:picChg chg="mod modCrop">
          <ac:chgData name="克利 寳迫" userId="d1807dd80cee582b" providerId="LiveId" clId="{F79782EE-D85D-46E2-B3E9-FAE15D6BED98}" dt="2026-05-19T06:51:57.298" v="821" actId="164"/>
          <ac:picMkLst>
            <pc:docMk/>
            <pc:sldMk cId="1945534796" sldId="266"/>
            <ac:picMk id="11" creationId="{E22A94D7-A088-04D1-3944-088F841EB7E7}"/>
          </ac:picMkLst>
        </pc:picChg>
        <pc:picChg chg="mod modCrop">
          <ac:chgData name="克利 寳迫" userId="d1807dd80cee582b" providerId="LiveId" clId="{F79782EE-D85D-46E2-B3E9-FAE15D6BED98}" dt="2026-05-19T06:59:43.199" v="824" actId="732"/>
          <ac:picMkLst>
            <pc:docMk/>
            <pc:sldMk cId="1945534796" sldId="266"/>
            <ac:picMk id="12" creationId="{BC4A45AC-C517-8777-BDF9-D02E35E5C76C}"/>
          </ac:picMkLst>
        </pc:picChg>
        <pc:picChg chg="del">
          <ac:chgData name="克利 寳迫" userId="d1807dd80cee582b" providerId="LiveId" clId="{F79782EE-D85D-46E2-B3E9-FAE15D6BED98}" dt="2026-05-19T06:46:09.608" v="714" actId="478"/>
          <ac:picMkLst>
            <pc:docMk/>
            <pc:sldMk cId="1945534796" sldId="266"/>
            <ac:picMk id="20" creationId="{D7CB0A03-5D82-A339-092F-1301E707F455}"/>
          </ac:picMkLst>
        </pc:picChg>
      </pc:sldChg>
      <pc:sldChg chg="delSp modSp add mod modShow">
        <pc:chgData name="克利 寳迫" userId="d1807dd80cee582b" providerId="LiveId" clId="{F79782EE-D85D-46E2-B3E9-FAE15D6BED98}" dt="2026-05-19T06:46:30.987" v="720" actId="732"/>
        <pc:sldMkLst>
          <pc:docMk/>
          <pc:sldMk cId="1107477807" sldId="267"/>
        </pc:sldMkLst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5" creationId="{C7255AC9-F2EE-EDCC-9DBA-9CBEFE982F0E}"/>
          </ac:picMkLst>
        </pc:picChg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7" creationId="{E9502A40-E02E-9AFF-A9D0-104EA42FECC3}"/>
          </ac:picMkLst>
        </pc:picChg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9" creationId="{4A918624-9044-0B0D-5721-58D9F16EA1AC}"/>
          </ac:picMkLst>
        </pc:picChg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10" creationId="{F93ACCB6-0BAC-C0F0-760D-FD41339FD190}"/>
          </ac:picMkLst>
        </pc:picChg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11" creationId="{840904F0-370E-4D6E-716A-DFD4A65856AD}"/>
          </ac:picMkLst>
        </pc:picChg>
        <pc:picChg chg="del">
          <ac:chgData name="克利 寳迫" userId="d1807dd80cee582b" providerId="LiveId" clId="{F79782EE-D85D-46E2-B3E9-FAE15D6BED98}" dt="2026-05-19T06:46:15.714" v="716" actId="478"/>
          <ac:picMkLst>
            <pc:docMk/>
            <pc:sldMk cId="1107477807" sldId="267"/>
            <ac:picMk id="12" creationId="{CF6E2EE2-7090-BE14-1FBE-2B09E3E71B31}"/>
          </ac:picMkLst>
        </pc:picChg>
        <pc:picChg chg="mod modCrop">
          <ac:chgData name="克利 寳迫" userId="d1807dd80cee582b" providerId="LiveId" clId="{F79782EE-D85D-46E2-B3E9-FAE15D6BED98}" dt="2026-05-19T06:46:30.987" v="720" actId="732"/>
          <ac:picMkLst>
            <pc:docMk/>
            <pc:sldMk cId="1107477807" sldId="267"/>
            <ac:picMk id="20" creationId="{EE9E9111-C76F-3825-1360-ADD4AA93F0FB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68740EE-CAA8-12FC-4505-F6D5E4BFDA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5E1E39-03D1-3E6E-D059-0A20479AD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D09E32-BFA2-761C-50AE-CC57850DD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C404D8-D59E-2AA1-7928-CB0E8F9B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54BB95E-77D2-2C63-95CC-C4711981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8883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54412CC-874D-E403-1807-47714AE11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77E753F-157E-4E91-C9E4-40247164B1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BE0BA8-2EBB-4CE0-5C7D-0A49F5B2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B90B9E4-ABDB-93A4-F92A-1D3014CE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7E87AC-EC45-EC9B-DEBD-A9BBFEA6C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570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A7C7CB4-51FB-0C84-C68C-23DEC111D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E63640-5CEC-C89C-6CFD-BA3C9E5D9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3FA8305-1CAA-4117-FDDE-01F178579A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D7223E1-B6A2-9F2E-5F95-36582D78F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6F0927-0193-9462-C0A2-B64DD7B99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5452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7A64F24-6775-2BC0-F061-124F05AD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1E59AA-B849-6B90-AB91-A1B2C0AA30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E5F27CF-218D-CA85-04E5-5E31D84C8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7D33114-55BE-950C-6E7B-DDA335F58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BAD170-F325-D926-E19B-85CE7FD5F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A21C2C5-616B-6BDD-B88A-1D153AA9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8232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14F9446-0644-15C0-E3CC-38C5F9509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6F66D90-5D10-4913-C939-0B522FC8C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81E043-5633-B5BD-076B-23F1626B5B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C65DB3A-47CC-F356-2064-3015808D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C0E8DF0-FEEF-9906-EA66-5F1414F791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2964048-FA12-6AF7-B00C-6620A5C5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2AFF51C3-6115-2B28-F1EC-EC35A5E05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1D389030-DD31-58ED-9FBF-BB9A43023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6114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167B5D1-C195-FDB3-AA68-B14F548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22AA4D-D478-38D3-635E-1F620D17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2371759-8162-CA96-94AD-5C4312CA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AB32088F-76AC-AFCC-10A7-22CF7A85C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84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FC778E3-F9A9-6712-3A74-BAE5CD900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FC5A8DA-4F31-8292-A793-9A32428DF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CCA21D0-074B-20BD-6DDD-1F1CFDC79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0099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5E2D6D-6289-3AA3-0166-87E3E99E7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268053-7164-339B-0235-AF0BEEAFA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44EC6EB-C647-E08D-D4FC-859532B4A9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E03F049-5081-855C-49C7-FBED2A9E3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0C68773-84A2-4C93-E255-A0DA38230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35F9283-3637-BF55-4040-1D3A1D15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7395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EF1FE1-A11B-D216-6CB0-25BDF8AE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7C26A13-D9D8-0CAF-08B1-C8BCFFA828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517C8B-A3AA-DCF3-E478-AEC0DDAAC0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8A1C442-D5D2-F5AD-9757-EDDAF5614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892B0DF-2268-677A-8403-B1B3A238A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FC85624-BA17-B898-F388-D72D358E6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68569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BCD512-4566-12C5-4C93-78DD994E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062D781-1AE2-E82F-F4C1-E891EEBB0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1F25062-CC64-6DDD-8C6B-B759C0135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B3500D-1561-8458-059B-7BCA201A9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8F8861-D818-B9D0-4F29-EA280F85F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161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05DD3F9-AA66-3767-F0CC-AB43B06A93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BD044C5-E2AB-ED2D-E072-DDA74494A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F2C1A0-AFD7-36EE-CBE9-79A455025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9FDF444-4C4F-2E77-99E5-A0CD61A18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5A5D16C-4F8E-0B0C-2A66-CB744D111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67569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E166D45-C61D-59A4-75DB-1D375F6D7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9FE84D1-AE4A-1460-3D24-B99E632DD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57498C-A012-4EC3-F865-604983818B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68167-0C55-4A67-A7A5-438788F12358}" type="datetimeFigureOut">
              <a:rPr kumimoji="1" lang="ja-JP" altLang="en-US" smtClean="0"/>
              <a:t>2026/5/22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1A6E81E-DAF0-8AA4-E4FB-EF651018E0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18ED347-CBAC-80E1-4C9D-521A99465F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5D85FA-10A1-4EAE-9DC2-D735394E396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4334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E1AF6C91-1DE8-7F42-0DD0-9B836D8D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7" t="623" r="1181" b="35749"/>
          <a:stretch>
            <a:fillRect/>
          </a:stretch>
        </p:blipFill>
        <p:spPr>
          <a:xfrm>
            <a:off x="247650" y="1588678"/>
            <a:ext cx="6120000" cy="426243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361C6C9-3372-70CD-0963-2EB5017193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130" t="5969" r="4105" b="20956"/>
          <a:stretch>
            <a:fillRect/>
          </a:stretch>
        </p:blipFill>
        <p:spPr>
          <a:xfrm>
            <a:off x="1184162" y="1276373"/>
            <a:ext cx="6120000" cy="4589239"/>
          </a:xfrm>
          <a:prstGeom prst="rect">
            <a:avLst/>
          </a:prstGeom>
        </p:spPr>
      </p:pic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F3BA9-BF8B-65D5-624C-54F089D96A8C}"/>
              </a:ext>
            </a:extLst>
          </p:cNvPr>
          <p:cNvGrpSpPr/>
          <p:nvPr/>
        </p:nvGrpSpPr>
        <p:grpSpPr>
          <a:xfrm>
            <a:off x="4408714" y="-2608414"/>
            <a:ext cx="6120000" cy="8944577"/>
            <a:chOff x="6506937" y="-600076"/>
            <a:chExt cx="5848349" cy="8944577"/>
          </a:xfrm>
        </p:grpSpPr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52A94B49-0419-691D-8D8C-3C1CE86D2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652" t="2061" r="1462"/>
            <a:stretch>
              <a:fillRect/>
            </a:stretch>
          </p:blipFill>
          <p:spPr>
            <a:xfrm>
              <a:off x="6506937" y="-600076"/>
              <a:ext cx="5848349" cy="6614959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2D1F3F21-CCD0-A206-E504-F3D20FA5DB4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437" r="1788" b="21663"/>
            <a:stretch>
              <a:fillRect/>
            </a:stretch>
          </p:blipFill>
          <p:spPr>
            <a:xfrm>
              <a:off x="6506938" y="3844545"/>
              <a:ext cx="5848348" cy="4499956"/>
            </a:xfrm>
            <a:prstGeom prst="rect">
              <a:avLst/>
            </a:prstGeom>
          </p:spPr>
        </p:pic>
      </p:grpSp>
      <p:pic>
        <p:nvPicPr>
          <p:cNvPr id="13" name="図 12">
            <a:extLst>
              <a:ext uri="{FF2B5EF4-FFF2-40B4-BE49-F238E27FC236}">
                <a16:creationId xmlns:a16="http://schemas.microsoft.com/office/drawing/2014/main" id="{E6F55C61-52F6-FA42-3CBD-AFFC4B79CF2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832" t="2220" r="4403" b="1631"/>
          <a:stretch>
            <a:fillRect/>
          </a:stretch>
        </p:blipFill>
        <p:spPr>
          <a:xfrm>
            <a:off x="7157643" y="521837"/>
            <a:ext cx="6120000" cy="5875491"/>
          </a:xfrm>
          <a:prstGeom prst="rect">
            <a:avLst/>
          </a:prstGeom>
        </p:spPr>
      </p:pic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25CF9F78-9BF9-10D7-9C9B-DB19AB196472}"/>
              </a:ext>
            </a:extLst>
          </p:cNvPr>
          <p:cNvCxnSpPr>
            <a:cxnSpLocks/>
          </p:cNvCxnSpPr>
          <p:nvPr/>
        </p:nvCxnSpPr>
        <p:spPr>
          <a:xfrm>
            <a:off x="3030311" y="277132"/>
            <a:ext cx="0" cy="8926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D4535D3C-20AA-752D-66EB-4397FE0F039C}"/>
              </a:ext>
            </a:extLst>
          </p:cNvPr>
          <p:cNvCxnSpPr>
            <a:cxnSpLocks/>
          </p:cNvCxnSpPr>
          <p:nvPr/>
        </p:nvCxnSpPr>
        <p:spPr>
          <a:xfrm>
            <a:off x="8878661" y="277132"/>
            <a:ext cx="0" cy="8926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2D17BD24-3EEA-3DAA-936D-F91071DEF6FE}"/>
              </a:ext>
            </a:extLst>
          </p:cNvPr>
          <p:cNvCxnSpPr/>
          <p:nvPr/>
        </p:nvCxnSpPr>
        <p:spPr>
          <a:xfrm>
            <a:off x="1343025" y="638175"/>
            <a:ext cx="932497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24157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8FEED86-BF64-5BEE-9B31-F2EA7E24D5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" r="828"/>
          <a:stretch>
            <a:fillRect/>
          </a:stretch>
        </p:blipFill>
        <p:spPr>
          <a:xfrm>
            <a:off x="880312" y="511475"/>
            <a:ext cx="7514240" cy="7217525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73A8D386-3F58-8A62-7289-74FDA4B7FA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9" r="3098"/>
          <a:stretch>
            <a:fillRect/>
          </a:stretch>
        </p:blipFill>
        <p:spPr>
          <a:xfrm>
            <a:off x="880678" y="1507362"/>
            <a:ext cx="7514239" cy="7069050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23005A4A-7D6D-6970-2169-958AB3435B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0" r="2621"/>
          <a:stretch>
            <a:fillRect/>
          </a:stretch>
        </p:blipFill>
        <p:spPr>
          <a:xfrm>
            <a:off x="880860" y="2371962"/>
            <a:ext cx="7514242" cy="670639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799501F3-9A0F-04CB-0B8A-F912AEFE57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0" r="2283"/>
          <a:stretch>
            <a:fillRect/>
          </a:stretch>
        </p:blipFill>
        <p:spPr>
          <a:xfrm>
            <a:off x="880923" y="2861231"/>
            <a:ext cx="7514297" cy="6978015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7AE720E-C4F9-91F8-6FA7-3FF519B9B6C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8" r="3444"/>
          <a:stretch>
            <a:fillRect/>
          </a:stretch>
        </p:blipFill>
        <p:spPr>
          <a:xfrm>
            <a:off x="880982" y="3614340"/>
            <a:ext cx="7514242" cy="697469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7EF528B2-5226-E16C-4FE6-72DBD549207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7" r="2268"/>
          <a:stretch>
            <a:fillRect/>
          </a:stretch>
        </p:blipFill>
        <p:spPr>
          <a:xfrm>
            <a:off x="881011" y="4365881"/>
            <a:ext cx="7514243" cy="6993133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0F1BFCCF-9EEE-4CD1-4A9D-B8804724090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4" r="1878"/>
          <a:stretch>
            <a:fillRect/>
          </a:stretch>
        </p:blipFill>
        <p:spPr>
          <a:xfrm>
            <a:off x="881024" y="5162119"/>
            <a:ext cx="7514246" cy="5869261"/>
          </a:xfrm>
          <a:prstGeom prst="rect">
            <a:avLst/>
          </a:prstGeom>
        </p:spPr>
      </p:pic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90DACBEE-A96B-0A0F-FA95-AD909F8FD013}"/>
              </a:ext>
            </a:extLst>
          </p:cNvPr>
          <p:cNvCxnSpPr>
            <a:cxnSpLocks/>
          </p:cNvCxnSpPr>
          <p:nvPr/>
        </p:nvCxnSpPr>
        <p:spPr>
          <a:xfrm>
            <a:off x="881038" y="112032"/>
            <a:ext cx="0" cy="8926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>
            <a:extLst>
              <a:ext uri="{FF2B5EF4-FFF2-40B4-BE49-F238E27FC236}">
                <a16:creationId xmlns:a16="http://schemas.microsoft.com/office/drawing/2014/main" id="{B6C08575-9687-AAEB-72B6-FDF126B8705E}"/>
              </a:ext>
            </a:extLst>
          </p:cNvPr>
          <p:cNvCxnSpPr>
            <a:cxnSpLocks/>
          </p:cNvCxnSpPr>
          <p:nvPr/>
        </p:nvCxnSpPr>
        <p:spPr>
          <a:xfrm>
            <a:off x="8395283" y="112032"/>
            <a:ext cx="0" cy="8926286"/>
          </a:xfrm>
          <a:prstGeom prst="line">
            <a:avLst/>
          </a:prstGeom>
          <a:ln w="762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76050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D8411286-5378-71A7-B6CA-785D12A35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9780B836-9134-02D6-207D-9BE298A970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" t="1931" r="828" b="24280"/>
          <a:stretch>
            <a:fillRect/>
          </a:stretch>
        </p:blipFill>
        <p:spPr>
          <a:xfrm>
            <a:off x="0" y="650880"/>
            <a:ext cx="7514240" cy="532571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97C3972A-1A21-5F46-C3A7-CD891E2CDD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09" t="15637" r="3098"/>
          <a:stretch>
            <a:fillRect/>
          </a:stretch>
        </p:blipFill>
        <p:spPr>
          <a:xfrm>
            <a:off x="779615" y="1635414"/>
            <a:ext cx="7514239" cy="5963582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9A16DAED-9ADE-F797-BC9C-16C6C3AD9C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640" r="2621"/>
          <a:stretch>
            <a:fillRect/>
          </a:stretch>
        </p:blipFill>
        <p:spPr>
          <a:xfrm>
            <a:off x="1559229" y="4385891"/>
            <a:ext cx="7514242" cy="6706392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4C3F922B-665F-858F-DC34-7CF3C232CEA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0" t="17257" r="2283" b="-1"/>
          <a:stretch>
            <a:fillRect/>
          </a:stretch>
        </p:blipFill>
        <p:spPr>
          <a:xfrm>
            <a:off x="2338846" y="1635413"/>
            <a:ext cx="7514297" cy="577383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6D116406-559E-5D1C-A458-4928B9667BF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508" r="3444"/>
          <a:stretch>
            <a:fillRect/>
          </a:stretch>
        </p:blipFill>
        <p:spPr>
          <a:xfrm>
            <a:off x="3118518" y="4385891"/>
            <a:ext cx="7514242" cy="6974699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29B2D880-D942-6912-002D-41C0D2211BA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07" r="2268"/>
          <a:stretch>
            <a:fillRect/>
          </a:stretch>
        </p:blipFill>
        <p:spPr>
          <a:xfrm>
            <a:off x="3898135" y="4385891"/>
            <a:ext cx="7514243" cy="6993133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68134C8F-4ADD-1626-7AE0-EF612ABBBE1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164" t="21101" r="1878" b="1"/>
          <a:stretch>
            <a:fillRect/>
          </a:stretch>
        </p:blipFill>
        <p:spPr>
          <a:xfrm>
            <a:off x="4677754" y="1635413"/>
            <a:ext cx="7514246" cy="4630738"/>
          </a:xfrm>
          <a:prstGeom prst="rect">
            <a:avLst/>
          </a:prstGeom>
        </p:spPr>
      </p:pic>
      <p:cxnSp>
        <p:nvCxnSpPr>
          <p:cNvPr id="2" name="直線コネクタ 1">
            <a:extLst>
              <a:ext uri="{FF2B5EF4-FFF2-40B4-BE49-F238E27FC236}">
                <a16:creationId xmlns:a16="http://schemas.microsoft.com/office/drawing/2014/main" id="{BD0CBA6A-43B4-9973-C145-33F0B59F4FF2}"/>
              </a:ext>
            </a:extLst>
          </p:cNvPr>
          <p:cNvCxnSpPr>
            <a:cxnSpLocks/>
          </p:cNvCxnSpPr>
          <p:nvPr/>
        </p:nvCxnSpPr>
        <p:spPr>
          <a:xfrm>
            <a:off x="-443345" y="1949739"/>
            <a:ext cx="131710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47B3A48C-2C7D-3BB2-64FE-F4C692A1CC75}"/>
              </a:ext>
            </a:extLst>
          </p:cNvPr>
          <p:cNvCxnSpPr>
            <a:cxnSpLocks/>
          </p:cNvCxnSpPr>
          <p:nvPr/>
        </p:nvCxnSpPr>
        <p:spPr>
          <a:xfrm>
            <a:off x="-443345" y="650883"/>
            <a:ext cx="131710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28133543-4F55-4A39-C9A0-3E63B4FA4C9E}"/>
              </a:ext>
            </a:extLst>
          </p:cNvPr>
          <p:cNvCxnSpPr>
            <a:cxnSpLocks/>
          </p:cNvCxnSpPr>
          <p:nvPr/>
        </p:nvCxnSpPr>
        <p:spPr>
          <a:xfrm>
            <a:off x="-443345" y="1635414"/>
            <a:ext cx="131710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0575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CF526-A80A-5ADF-EE54-2EE6EC279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5B64073B-9704-5A39-5B05-D13EA95207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0" t="1931" r="828" b="24280"/>
          <a:stretch>
            <a:fillRect/>
          </a:stretch>
        </p:blipFill>
        <p:spPr>
          <a:xfrm>
            <a:off x="1971675" y="527055"/>
            <a:ext cx="7560000" cy="535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3473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A22AE-E324-EF44-F478-E73EC3E2D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2DEBD4A9-657D-D0F6-1ACD-DB09B84986C3}"/>
              </a:ext>
            </a:extLst>
          </p:cNvPr>
          <p:cNvGrpSpPr/>
          <p:nvPr/>
        </p:nvGrpSpPr>
        <p:grpSpPr>
          <a:xfrm>
            <a:off x="2870352" y="338554"/>
            <a:ext cx="7559999" cy="5692791"/>
            <a:chOff x="2870352" y="-2570900"/>
            <a:chExt cx="7559999" cy="5692791"/>
          </a:xfrm>
        </p:grpSpPr>
        <p:pic>
          <p:nvPicPr>
            <p:cNvPr id="7" name="図 6">
              <a:extLst>
                <a:ext uri="{FF2B5EF4-FFF2-40B4-BE49-F238E27FC236}">
                  <a16:creationId xmlns:a16="http://schemas.microsoft.com/office/drawing/2014/main" id="{C26839ED-5D36-F59F-E053-464D232C76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1450" t="15637" r="3157" b="30032"/>
            <a:stretch>
              <a:fillRect/>
            </a:stretch>
          </p:blipFill>
          <p:spPr>
            <a:xfrm>
              <a:off x="2870352" y="-2570900"/>
              <a:ext cx="7559999" cy="3863991"/>
            </a:xfrm>
            <a:prstGeom prst="rect">
              <a:avLst/>
            </a:prstGeom>
          </p:spPr>
        </p:pic>
        <p:pic>
          <p:nvPicPr>
            <p:cNvPr id="9" name="図 8">
              <a:extLst>
                <a:ext uri="{FF2B5EF4-FFF2-40B4-BE49-F238E27FC236}">
                  <a16:creationId xmlns:a16="http://schemas.microsoft.com/office/drawing/2014/main" id="{7C75AFD9-2FAE-4ACE-AEC9-F61B1065A6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640" t="21055" r="2620" b="48275"/>
            <a:stretch>
              <a:fillRect/>
            </a:stretch>
          </p:blipFill>
          <p:spPr>
            <a:xfrm>
              <a:off x="2870352" y="1052513"/>
              <a:ext cx="7559999" cy="206937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248063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7BD38-813B-0645-4C71-9998A3BFC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8C9C589-2195-396F-E414-EB28E8948B18}"/>
              </a:ext>
            </a:extLst>
          </p:cNvPr>
          <p:cNvGrpSpPr/>
          <p:nvPr/>
        </p:nvGrpSpPr>
        <p:grpSpPr>
          <a:xfrm>
            <a:off x="2338845" y="-1374487"/>
            <a:ext cx="7560000" cy="11599142"/>
            <a:chOff x="2338845" y="-1374487"/>
            <a:chExt cx="7560000" cy="11599142"/>
          </a:xfrm>
        </p:grpSpPr>
        <p:pic>
          <p:nvPicPr>
            <p:cNvPr id="10" name="図 9">
              <a:extLst>
                <a:ext uri="{FF2B5EF4-FFF2-40B4-BE49-F238E27FC236}">
                  <a16:creationId xmlns:a16="http://schemas.microsoft.com/office/drawing/2014/main" id="{75F8B4B3-D22E-D633-8B73-1563A909B4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00" t="17257" r="2283" b="-1"/>
            <a:stretch>
              <a:fillRect/>
            </a:stretch>
          </p:blipFill>
          <p:spPr>
            <a:xfrm>
              <a:off x="2338845" y="-1374487"/>
              <a:ext cx="7560000" cy="5808955"/>
            </a:xfrm>
            <a:prstGeom prst="rect">
              <a:avLst/>
            </a:prstGeom>
          </p:spPr>
        </p:pic>
        <p:pic>
          <p:nvPicPr>
            <p:cNvPr id="11" name="図 10">
              <a:extLst>
                <a:ext uri="{FF2B5EF4-FFF2-40B4-BE49-F238E27FC236}">
                  <a16:creationId xmlns:a16="http://schemas.microsoft.com/office/drawing/2014/main" id="{E22A94D7-A088-04D1-3944-088F841EB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508" t="14524" r="3444"/>
            <a:stretch>
              <a:fillRect/>
            </a:stretch>
          </p:blipFill>
          <p:spPr>
            <a:xfrm>
              <a:off x="2338845" y="3333749"/>
              <a:ext cx="7560000" cy="5998027"/>
            </a:xfrm>
            <a:prstGeom prst="rect">
              <a:avLst/>
            </a:prstGeom>
          </p:spPr>
        </p:pic>
        <p:pic>
          <p:nvPicPr>
            <p:cNvPr id="12" name="図 11">
              <a:extLst>
                <a:ext uri="{FF2B5EF4-FFF2-40B4-BE49-F238E27FC236}">
                  <a16:creationId xmlns:a16="http://schemas.microsoft.com/office/drawing/2014/main" id="{BC4A45AC-C517-8777-BDF9-D02E35E5C7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407" t="21249" r="2268" b="22254"/>
            <a:stretch>
              <a:fillRect/>
            </a:stretch>
          </p:blipFill>
          <p:spPr>
            <a:xfrm>
              <a:off x="2338845" y="6249556"/>
              <a:ext cx="7560000" cy="39750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45534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F017E-479A-EC89-35C4-DD94CEEDD2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図 19">
            <a:extLst>
              <a:ext uri="{FF2B5EF4-FFF2-40B4-BE49-F238E27FC236}">
                <a16:creationId xmlns:a16="http://schemas.microsoft.com/office/drawing/2014/main" id="{EE9E9111-C76F-3825-1360-ADD4AA93F0F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4" t="21101" r="1878" b="18361"/>
          <a:stretch>
            <a:fillRect/>
          </a:stretch>
        </p:blipFill>
        <p:spPr>
          <a:xfrm>
            <a:off x="2316000" y="854363"/>
            <a:ext cx="7560000" cy="3574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7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A0C67AB-ADBB-B454-51C3-BE3CA6CD38D2}"/>
              </a:ext>
            </a:extLst>
          </p:cNvPr>
          <p:cNvGrpSpPr/>
          <p:nvPr/>
        </p:nvGrpSpPr>
        <p:grpSpPr>
          <a:xfrm>
            <a:off x="1126851" y="1103440"/>
            <a:ext cx="7563906" cy="5363323"/>
            <a:chOff x="980547" y="-432752"/>
            <a:chExt cx="7563906" cy="5363323"/>
          </a:xfrm>
        </p:grpSpPr>
        <p:pic>
          <p:nvPicPr>
            <p:cNvPr id="5" name="図 4">
              <a:extLst>
                <a:ext uri="{FF2B5EF4-FFF2-40B4-BE49-F238E27FC236}">
                  <a16:creationId xmlns:a16="http://schemas.microsoft.com/office/drawing/2014/main" id="{8A87757A-F186-89D9-2D35-5557D5D7C37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0547" y="-432752"/>
              <a:ext cx="7563906" cy="5363323"/>
            </a:xfrm>
            <a:prstGeom prst="rect">
              <a:avLst/>
            </a:prstGeom>
          </p:spPr>
        </p:pic>
        <p:pic>
          <p:nvPicPr>
            <p:cNvPr id="6" name="図 5">
              <a:extLst>
                <a:ext uri="{FF2B5EF4-FFF2-40B4-BE49-F238E27FC236}">
                  <a16:creationId xmlns:a16="http://schemas.microsoft.com/office/drawing/2014/main" id="{7A137657-55D7-B099-EDE0-2D265E4AAE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alphaModFix/>
            </a:blip>
            <a:srcRect l="8419" t="26109" r="32126" b="23125"/>
            <a:stretch>
              <a:fillRect/>
            </a:stretch>
          </p:blipFill>
          <p:spPr>
            <a:xfrm>
              <a:off x="1424939" y="1775460"/>
              <a:ext cx="4899661" cy="1257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290462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0</Words>
  <Application>Microsoft Office PowerPoint</Application>
  <PresentationFormat>ワイド画面</PresentationFormat>
  <Paragraphs>0</Paragraphs>
  <Slides>8</Slides>
  <Notes>0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2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克利 寳迫</dc:creator>
  <cp:lastModifiedBy>寳迫 克利</cp:lastModifiedBy>
  <cp:revision>2</cp:revision>
  <dcterms:created xsi:type="dcterms:W3CDTF">2026-05-19T04:47:41Z</dcterms:created>
  <dcterms:modified xsi:type="dcterms:W3CDTF">2026-05-22T04:50:07Z</dcterms:modified>
</cp:coreProperties>
</file>